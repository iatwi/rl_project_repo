
<file path=[Content_Types].xml><?xml version="1.0" encoding="utf-8"?>
<Types xmlns="http://schemas.openxmlformats.org/package/2006/content-types">
  <Default Extension="fntdata" ContentType="application/x-fontdata"/>
  <Default Extension="m4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4" r:id="rId2"/>
  </p:sldMasterIdLst>
  <p:notesMasterIdLst>
    <p:notesMasterId r:id="rId14"/>
  </p:notesMasterIdLst>
  <p:sldIdLst>
    <p:sldId id="289" r:id="rId3"/>
    <p:sldId id="257" r:id="rId4"/>
    <p:sldId id="290" r:id="rId5"/>
    <p:sldId id="256" r:id="rId6"/>
    <p:sldId id="262" r:id="rId7"/>
    <p:sldId id="258" r:id="rId8"/>
    <p:sldId id="260" r:id="rId9"/>
    <p:sldId id="261" r:id="rId10"/>
    <p:sldId id="291" r:id="rId11"/>
    <p:sldId id="263" r:id="rId12"/>
    <p:sldId id="259" r:id="rId13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5"/>
    </p:embeddedFont>
    <p:embeddedFont>
      <p:font typeface="Fira Sans Extra Condensed" panose="020B0503050000020004" pitchFamily="34" charset="0"/>
      <p:regular r:id="rId16"/>
      <p:bold r:id="rId17"/>
      <p:italic r:id="rId18"/>
      <p:boldItalic r:id="rId19"/>
    </p:embeddedFont>
    <p:embeddedFont>
      <p:font typeface="Fira Sans Extra Condensed SemiBold" panose="020B060402020202020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  <p:embeddedFont>
      <p:font typeface="Red Hat Text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  <p:embeddedFont>
      <p:font typeface="Squada One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31EB89-D8E5-4096-94A3-36FC8E3C9AE4}">
  <a:tblStyle styleId="{2031EB89-D8E5-4096-94A3-36FC8E3C9A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75bfb054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75bfb054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C478AF54-E2C4-4CD7-044C-CF7AD55F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75bfb0544_0_52:notes">
            <a:extLst>
              <a:ext uri="{FF2B5EF4-FFF2-40B4-BE49-F238E27FC236}">
                <a16:creationId xmlns:a16="http://schemas.microsoft.com/office/drawing/2014/main" id="{A55F526F-CC8B-5702-FA12-14DD97105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e75bfb0544_0_52:notes">
            <a:extLst>
              <a:ext uri="{FF2B5EF4-FFF2-40B4-BE49-F238E27FC236}">
                <a16:creationId xmlns:a16="http://schemas.microsoft.com/office/drawing/2014/main" id="{F73AD5E1-403D-0401-86DE-3B615307D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268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e75bfb0544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e75bfb0544_0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e75bfb054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e75bfb054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e75bfb0544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e75bfb0544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e75bfb0544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e75bfb0544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>
          <a:extLst>
            <a:ext uri="{FF2B5EF4-FFF2-40B4-BE49-F238E27FC236}">
              <a16:creationId xmlns:a16="http://schemas.microsoft.com/office/drawing/2014/main" id="{61B2C292-1F23-17C0-FF5C-3B8A0915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e75bfb0544_0_883:notes">
            <a:extLst>
              <a:ext uri="{FF2B5EF4-FFF2-40B4-BE49-F238E27FC236}">
                <a16:creationId xmlns:a16="http://schemas.microsoft.com/office/drawing/2014/main" id="{41B6EF70-3133-D093-963F-2E3FEF0A1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e75bfb0544_0_883:notes">
            <a:extLst>
              <a:ext uri="{FF2B5EF4-FFF2-40B4-BE49-F238E27FC236}">
                <a16:creationId xmlns:a16="http://schemas.microsoft.com/office/drawing/2014/main" id="{A85AAD45-F119-17DB-4227-E70F8B6B3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316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e75bfb0544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e75bfb0544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e75bfb054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e75bfb054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2554" y="1552125"/>
            <a:ext cx="40182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12550" y="3794075"/>
            <a:ext cx="4018200" cy="5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1237559"/>
            <a:ext cx="7717500" cy="3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25" y="2821283"/>
            <a:ext cx="9143970" cy="4735597"/>
          </a:xfrm>
          <a:custGeom>
            <a:avLst/>
            <a:gdLst/>
            <a:ahLst/>
            <a:cxnLst/>
            <a:rect l="l" t="t" r="r" b="b"/>
            <a:pathLst>
              <a:path w="38535" h="19957" extrusionOk="0">
                <a:moveTo>
                  <a:pt x="0" y="1"/>
                </a:moveTo>
                <a:lnTo>
                  <a:pt x="0" y="19957"/>
                </a:lnTo>
                <a:lnTo>
                  <a:pt x="38534" y="19833"/>
                </a:lnTo>
                <a:lnTo>
                  <a:pt x="38534" y="140"/>
                </a:lnTo>
                <a:lnTo>
                  <a:pt x="19266" y="4680"/>
                </a:lnTo>
                <a:close/>
              </a:path>
            </a:pathLst>
          </a:custGeom>
          <a:solidFill>
            <a:srgbClr val="0E0F21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311319" y="-1037949"/>
            <a:ext cx="6521362" cy="6870410"/>
            <a:chOff x="2335203" y="-1037949"/>
            <a:chExt cx="6521362" cy="6870410"/>
          </a:xfrm>
        </p:grpSpPr>
        <p:sp>
          <p:nvSpPr>
            <p:cNvPr id="11" name="Google Shape;11;p2"/>
            <p:cNvSpPr/>
            <p:nvPr/>
          </p:nvSpPr>
          <p:spPr>
            <a:xfrm>
              <a:off x="4061819" y="-1037949"/>
              <a:ext cx="3056643" cy="6870410"/>
            </a:xfrm>
            <a:custGeom>
              <a:avLst/>
              <a:gdLst/>
              <a:ahLst/>
              <a:cxnLst/>
              <a:rect l="l" t="t" r="r" b="b"/>
              <a:pathLst>
                <a:path w="62556" h="140607" extrusionOk="0">
                  <a:moveTo>
                    <a:pt x="32515" y="1"/>
                  </a:moveTo>
                  <a:cubicBezTo>
                    <a:pt x="30910" y="1"/>
                    <a:pt x="29589" y="1298"/>
                    <a:pt x="29567" y="2915"/>
                  </a:cubicBezTo>
                  <a:cubicBezTo>
                    <a:pt x="29575" y="3059"/>
                    <a:pt x="29590" y="3203"/>
                    <a:pt x="29605" y="3348"/>
                  </a:cubicBezTo>
                  <a:cubicBezTo>
                    <a:pt x="29127" y="3970"/>
                    <a:pt x="28861" y="4736"/>
                    <a:pt x="28861" y="5518"/>
                  </a:cubicBezTo>
                  <a:cubicBezTo>
                    <a:pt x="28861" y="5609"/>
                    <a:pt x="28861" y="5693"/>
                    <a:pt x="28869" y="5776"/>
                  </a:cubicBezTo>
                  <a:cubicBezTo>
                    <a:pt x="28398" y="6474"/>
                    <a:pt x="28140" y="7294"/>
                    <a:pt x="28140" y="8129"/>
                  </a:cubicBezTo>
                  <a:lnTo>
                    <a:pt x="28140" y="8205"/>
                  </a:lnTo>
                  <a:cubicBezTo>
                    <a:pt x="27692" y="8933"/>
                    <a:pt x="27442" y="9768"/>
                    <a:pt x="27427" y="10625"/>
                  </a:cubicBezTo>
                  <a:cubicBezTo>
                    <a:pt x="27002" y="11369"/>
                    <a:pt x="26759" y="12196"/>
                    <a:pt x="26714" y="13054"/>
                  </a:cubicBezTo>
                  <a:cubicBezTo>
                    <a:pt x="26311" y="13805"/>
                    <a:pt x="26068" y="14632"/>
                    <a:pt x="26000" y="15482"/>
                  </a:cubicBezTo>
                  <a:cubicBezTo>
                    <a:pt x="25621" y="16233"/>
                    <a:pt x="25378" y="17061"/>
                    <a:pt x="25294" y="17903"/>
                  </a:cubicBezTo>
                  <a:cubicBezTo>
                    <a:pt x="24923" y="18669"/>
                    <a:pt x="24687" y="19489"/>
                    <a:pt x="24589" y="20339"/>
                  </a:cubicBezTo>
                  <a:cubicBezTo>
                    <a:pt x="24232" y="21106"/>
                    <a:pt x="23997" y="21918"/>
                    <a:pt x="23890" y="22760"/>
                  </a:cubicBezTo>
                  <a:cubicBezTo>
                    <a:pt x="23541" y="23526"/>
                    <a:pt x="23306" y="24338"/>
                    <a:pt x="23185" y="25173"/>
                  </a:cubicBezTo>
                  <a:cubicBezTo>
                    <a:pt x="22843" y="25955"/>
                    <a:pt x="22608" y="26767"/>
                    <a:pt x="22487" y="27602"/>
                  </a:cubicBezTo>
                  <a:cubicBezTo>
                    <a:pt x="22145" y="28383"/>
                    <a:pt x="21910" y="29203"/>
                    <a:pt x="21781" y="30045"/>
                  </a:cubicBezTo>
                  <a:cubicBezTo>
                    <a:pt x="21454" y="30827"/>
                    <a:pt x="21219" y="31639"/>
                    <a:pt x="21083" y="32474"/>
                  </a:cubicBezTo>
                  <a:cubicBezTo>
                    <a:pt x="20764" y="33248"/>
                    <a:pt x="20529" y="34060"/>
                    <a:pt x="20384" y="34887"/>
                  </a:cubicBezTo>
                  <a:cubicBezTo>
                    <a:pt x="20073" y="35676"/>
                    <a:pt x="19838" y="36488"/>
                    <a:pt x="19694" y="37315"/>
                  </a:cubicBezTo>
                  <a:cubicBezTo>
                    <a:pt x="19383" y="38097"/>
                    <a:pt x="19147" y="38909"/>
                    <a:pt x="18996" y="39736"/>
                  </a:cubicBezTo>
                  <a:cubicBezTo>
                    <a:pt x="18692" y="40525"/>
                    <a:pt x="18457" y="41330"/>
                    <a:pt x="18297" y="42157"/>
                  </a:cubicBezTo>
                  <a:cubicBezTo>
                    <a:pt x="17994" y="42939"/>
                    <a:pt x="17766" y="43751"/>
                    <a:pt x="17607" y="44578"/>
                  </a:cubicBezTo>
                  <a:cubicBezTo>
                    <a:pt x="17303" y="45367"/>
                    <a:pt x="17068" y="46179"/>
                    <a:pt x="16909" y="47006"/>
                  </a:cubicBezTo>
                  <a:cubicBezTo>
                    <a:pt x="16605" y="47795"/>
                    <a:pt x="16378" y="48607"/>
                    <a:pt x="16211" y="49435"/>
                  </a:cubicBezTo>
                  <a:cubicBezTo>
                    <a:pt x="15915" y="50224"/>
                    <a:pt x="15679" y="51043"/>
                    <a:pt x="15512" y="51871"/>
                  </a:cubicBezTo>
                  <a:cubicBezTo>
                    <a:pt x="15216" y="52667"/>
                    <a:pt x="14981" y="53479"/>
                    <a:pt x="14807" y="54307"/>
                  </a:cubicBezTo>
                  <a:cubicBezTo>
                    <a:pt x="14518" y="55103"/>
                    <a:pt x="14291" y="55915"/>
                    <a:pt x="14116" y="56750"/>
                  </a:cubicBezTo>
                  <a:cubicBezTo>
                    <a:pt x="13828" y="57539"/>
                    <a:pt x="13592" y="58359"/>
                    <a:pt x="13418" y="59186"/>
                  </a:cubicBezTo>
                  <a:cubicBezTo>
                    <a:pt x="13129" y="59975"/>
                    <a:pt x="12894" y="60787"/>
                    <a:pt x="12712" y="61615"/>
                  </a:cubicBezTo>
                  <a:cubicBezTo>
                    <a:pt x="12431" y="62404"/>
                    <a:pt x="12204" y="63216"/>
                    <a:pt x="12022" y="64043"/>
                  </a:cubicBezTo>
                  <a:cubicBezTo>
                    <a:pt x="11741" y="64832"/>
                    <a:pt x="11513" y="65637"/>
                    <a:pt x="11331" y="66464"/>
                  </a:cubicBezTo>
                  <a:cubicBezTo>
                    <a:pt x="11050" y="67253"/>
                    <a:pt x="10815" y="68058"/>
                    <a:pt x="10633" y="68877"/>
                  </a:cubicBezTo>
                  <a:cubicBezTo>
                    <a:pt x="10360" y="69674"/>
                    <a:pt x="10124" y="70478"/>
                    <a:pt x="9942" y="71298"/>
                  </a:cubicBezTo>
                  <a:cubicBezTo>
                    <a:pt x="9669" y="72095"/>
                    <a:pt x="9434" y="72907"/>
                    <a:pt x="9252" y="73726"/>
                  </a:cubicBezTo>
                  <a:cubicBezTo>
                    <a:pt x="8978" y="74516"/>
                    <a:pt x="8743" y="75328"/>
                    <a:pt x="8561" y="76147"/>
                  </a:cubicBezTo>
                  <a:cubicBezTo>
                    <a:pt x="8280" y="76936"/>
                    <a:pt x="8053" y="77748"/>
                    <a:pt x="7863" y="78568"/>
                  </a:cubicBezTo>
                  <a:cubicBezTo>
                    <a:pt x="7590" y="79357"/>
                    <a:pt x="7362" y="80169"/>
                    <a:pt x="7172" y="80996"/>
                  </a:cubicBezTo>
                  <a:cubicBezTo>
                    <a:pt x="6899" y="81786"/>
                    <a:pt x="6671" y="82590"/>
                    <a:pt x="6482" y="83410"/>
                  </a:cubicBezTo>
                  <a:cubicBezTo>
                    <a:pt x="6208" y="84199"/>
                    <a:pt x="5981" y="85003"/>
                    <a:pt x="5776" y="85831"/>
                  </a:cubicBezTo>
                  <a:cubicBezTo>
                    <a:pt x="5579" y="86658"/>
                    <a:pt x="5283" y="87432"/>
                    <a:pt x="5085" y="88251"/>
                  </a:cubicBezTo>
                  <a:cubicBezTo>
                    <a:pt x="4888" y="89063"/>
                    <a:pt x="4592" y="89853"/>
                    <a:pt x="4395" y="90680"/>
                  </a:cubicBezTo>
                  <a:cubicBezTo>
                    <a:pt x="4197" y="91507"/>
                    <a:pt x="3909" y="92243"/>
                    <a:pt x="3719" y="93040"/>
                  </a:cubicBezTo>
                  <a:cubicBezTo>
                    <a:pt x="3530" y="93837"/>
                    <a:pt x="3196" y="94702"/>
                    <a:pt x="2991" y="95552"/>
                  </a:cubicBezTo>
                  <a:cubicBezTo>
                    <a:pt x="2778" y="96409"/>
                    <a:pt x="2498" y="97168"/>
                    <a:pt x="2300" y="97995"/>
                  </a:cubicBezTo>
                  <a:cubicBezTo>
                    <a:pt x="2095" y="98815"/>
                    <a:pt x="1792" y="99597"/>
                    <a:pt x="1602" y="100409"/>
                  </a:cubicBezTo>
                  <a:cubicBezTo>
                    <a:pt x="593" y="103444"/>
                    <a:pt x="77" y="106616"/>
                    <a:pt x="69" y="109811"/>
                  </a:cubicBezTo>
                  <a:cubicBezTo>
                    <a:pt x="1" y="126765"/>
                    <a:pt x="13926" y="140546"/>
                    <a:pt x="31183" y="140607"/>
                  </a:cubicBezTo>
                  <a:cubicBezTo>
                    <a:pt x="31217" y="140607"/>
                    <a:pt x="31250" y="140607"/>
                    <a:pt x="31283" y="140607"/>
                  </a:cubicBezTo>
                  <a:cubicBezTo>
                    <a:pt x="48494" y="140607"/>
                    <a:pt x="62465" y="126922"/>
                    <a:pt x="62533" y="110001"/>
                  </a:cubicBezTo>
                  <a:cubicBezTo>
                    <a:pt x="62556" y="106950"/>
                    <a:pt x="62108" y="103915"/>
                    <a:pt x="61205" y="101001"/>
                  </a:cubicBezTo>
                  <a:cubicBezTo>
                    <a:pt x="61030" y="100166"/>
                    <a:pt x="60818" y="99346"/>
                    <a:pt x="60575" y="98549"/>
                  </a:cubicBezTo>
                  <a:cubicBezTo>
                    <a:pt x="60393" y="97730"/>
                    <a:pt x="60180" y="96910"/>
                    <a:pt x="59937" y="96113"/>
                  </a:cubicBezTo>
                  <a:cubicBezTo>
                    <a:pt x="59687" y="95317"/>
                    <a:pt x="59535" y="94436"/>
                    <a:pt x="59285" y="93632"/>
                  </a:cubicBezTo>
                  <a:cubicBezTo>
                    <a:pt x="59027" y="92820"/>
                    <a:pt x="58890" y="92000"/>
                    <a:pt x="58647" y="91203"/>
                  </a:cubicBezTo>
                  <a:cubicBezTo>
                    <a:pt x="58480" y="90376"/>
                    <a:pt x="58268" y="89572"/>
                    <a:pt x="58010" y="88775"/>
                  </a:cubicBezTo>
                  <a:cubicBezTo>
                    <a:pt x="57835" y="87955"/>
                    <a:pt x="57630" y="87136"/>
                    <a:pt x="57388" y="86354"/>
                  </a:cubicBezTo>
                  <a:cubicBezTo>
                    <a:pt x="57137" y="85565"/>
                    <a:pt x="56993" y="84723"/>
                    <a:pt x="56750" y="83926"/>
                  </a:cubicBezTo>
                  <a:cubicBezTo>
                    <a:pt x="56500" y="83129"/>
                    <a:pt x="56363" y="82294"/>
                    <a:pt x="56113" y="81497"/>
                  </a:cubicBezTo>
                  <a:cubicBezTo>
                    <a:pt x="55862" y="80700"/>
                    <a:pt x="55726" y="79866"/>
                    <a:pt x="55475" y="79069"/>
                  </a:cubicBezTo>
                  <a:cubicBezTo>
                    <a:pt x="55308" y="78242"/>
                    <a:pt x="55088" y="77430"/>
                    <a:pt x="54830" y="76625"/>
                  </a:cubicBezTo>
                  <a:cubicBezTo>
                    <a:pt x="54671" y="75798"/>
                    <a:pt x="54458" y="74986"/>
                    <a:pt x="54193" y="74182"/>
                  </a:cubicBezTo>
                  <a:cubicBezTo>
                    <a:pt x="54026" y="73362"/>
                    <a:pt x="53813" y="72543"/>
                    <a:pt x="53563" y="71746"/>
                  </a:cubicBezTo>
                  <a:cubicBezTo>
                    <a:pt x="53388" y="70919"/>
                    <a:pt x="53176" y="70107"/>
                    <a:pt x="52918" y="69302"/>
                  </a:cubicBezTo>
                  <a:cubicBezTo>
                    <a:pt x="52751" y="68475"/>
                    <a:pt x="52538" y="67663"/>
                    <a:pt x="52280" y="66858"/>
                  </a:cubicBezTo>
                  <a:cubicBezTo>
                    <a:pt x="52121" y="66031"/>
                    <a:pt x="51901" y="65219"/>
                    <a:pt x="51635" y="64422"/>
                  </a:cubicBezTo>
                  <a:cubicBezTo>
                    <a:pt x="51476" y="63595"/>
                    <a:pt x="51263" y="62776"/>
                    <a:pt x="50998" y="61971"/>
                  </a:cubicBezTo>
                  <a:cubicBezTo>
                    <a:pt x="50838" y="61144"/>
                    <a:pt x="50626" y="60332"/>
                    <a:pt x="50353" y="59535"/>
                  </a:cubicBezTo>
                  <a:cubicBezTo>
                    <a:pt x="50201" y="58708"/>
                    <a:pt x="49988" y="57896"/>
                    <a:pt x="49715" y="57099"/>
                  </a:cubicBezTo>
                  <a:cubicBezTo>
                    <a:pt x="49563" y="56265"/>
                    <a:pt x="49351" y="55452"/>
                    <a:pt x="49085" y="54648"/>
                  </a:cubicBezTo>
                  <a:cubicBezTo>
                    <a:pt x="48934" y="53821"/>
                    <a:pt x="48714" y="53009"/>
                    <a:pt x="48440" y="52212"/>
                  </a:cubicBezTo>
                  <a:cubicBezTo>
                    <a:pt x="48289" y="51377"/>
                    <a:pt x="48076" y="50565"/>
                    <a:pt x="47803" y="49761"/>
                  </a:cubicBezTo>
                  <a:cubicBezTo>
                    <a:pt x="47659" y="48934"/>
                    <a:pt x="47439" y="48122"/>
                    <a:pt x="47158" y="47325"/>
                  </a:cubicBezTo>
                  <a:cubicBezTo>
                    <a:pt x="47014" y="46498"/>
                    <a:pt x="46801" y="45678"/>
                    <a:pt x="46520" y="44889"/>
                  </a:cubicBezTo>
                  <a:cubicBezTo>
                    <a:pt x="46376" y="44054"/>
                    <a:pt x="46164" y="43235"/>
                    <a:pt x="45883" y="42438"/>
                  </a:cubicBezTo>
                  <a:cubicBezTo>
                    <a:pt x="45746" y="41610"/>
                    <a:pt x="45534" y="40798"/>
                    <a:pt x="45238" y="40002"/>
                  </a:cubicBezTo>
                  <a:cubicBezTo>
                    <a:pt x="45109" y="39174"/>
                    <a:pt x="44896" y="38355"/>
                    <a:pt x="44608" y="37566"/>
                  </a:cubicBezTo>
                  <a:cubicBezTo>
                    <a:pt x="44471" y="36738"/>
                    <a:pt x="44259" y="35926"/>
                    <a:pt x="43963" y="35137"/>
                  </a:cubicBezTo>
                  <a:cubicBezTo>
                    <a:pt x="43842" y="34302"/>
                    <a:pt x="43621" y="33483"/>
                    <a:pt x="43325" y="32686"/>
                  </a:cubicBezTo>
                  <a:cubicBezTo>
                    <a:pt x="43204" y="31859"/>
                    <a:pt x="42984" y="31039"/>
                    <a:pt x="42680" y="30250"/>
                  </a:cubicBezTo>
                  <a:cubicBezTo>
                    <a:pt x="42567" y="29415"/>
                    <a:pt x="42354" y="28596"/>
                    <a:pt x="42035" y="27814"/>
                  </a:cubicBezTo>
                  <a:cubicBezTo>
                    <a:pt x="41937" y="26972"/>
                    <a:pt x="41717" y="26152"/>
                    <a:pt x="41390" y="25363"/>
                  </a:cubicBezTo>
                  <a:cubicBezTo>
                    <a:pt x="41299" y="24528"/>
                    <a:pt x="41079" y="23708"/>
                    <a:pt x="40745" y="22927"/>
                  </a:cubicBezTo>
                  <a:cubicBezTo>
                    <a:pt x="40662" y="22084"/>
                    <a:pt x="40442" y="21265"/>
                    <a:pt x="40100" y="20491"/>
                  </a:cubicBezTo>
                  <a:cubicBezTo>
                    <a:pt x="40024" y="19641"/>
                    <a:pt x="39804" y="18814"/>
                    <a:pt x="39455" y="18040"/>
                  </a:cubicBezTo>
                  <a:cubicBezTo>
                    <a:pt x="39387" y="17197"/>
                    <a:pt x="39167" y="16378"/>
                    <a:pt x="38803" y="15611"/>
                  </a:cubicBezTo>
                  <a:cubicBezTo>
                    <a:pt x="38757" y="14769"/>
                    <a:pt x="38537" y="13934"/>
                    <a:pt x="38142" y="13175"/>
                  </a:cubicBezTo>
                  <a:cubicBezTo>
                    <a:pt x="38120" y="12325"/>
                    <a:pt x="37899" y="11483"/>
                    <a:pt x="37497" y="10732"/>
                  </a:cubicBezTo>
                  <a:cubicBezTo>
                    <a:pt x="37497" y="9874"/>
                    <a:pt x="37270" y="9032"/>
                    <a:pt x="36837" y="8288"/>
                  </a:cubicBezTo>
                  <a:cubicBezTo>
                    <a:pt x="36837" y="8242"/>
                    <a:pt x="36845" y="8205"/>
                    <a:pt x="36845" y="8159"/>
                  </a:cubicBezTo>
                  <a:cubicBezTo>
                    <a:pt x="36852" y="7339"/>
                    <a:pt x="36609" y="6535"/>
                    <a:pt x="36162" y="5852"/>
                  </a:cubicBezTo>
                  <a:cubicBezTo>
                    <a:pt x="36169" y="5746"/>
                    <a:pt x="36184" y="5647"/>
                    <a:pt x="36184" y="5541"/>
                  </a:cubicBezTo>
                  <a:cubicBezTo>
                    <a:pt x="36184" y="4774"/>
                    <a:pt x="35942" y="4031"/>
                    <a:pt x="35479" y="3416"/>
                  </a:cubicBezTo>
                  <a:cubicBezTo>
                    <a:pt x="35509" y="3257"/>
                    <a:pt x="35524" y="3097"/>
                    <a:pt x="35524" y="2930"/>
                  </a:cubicBezTo>
                  <a:cubicBezTo>
                    <a:pt x="35524" y="1321"/>
                    <a:pt x="34196" y="9"/>
                    <a:pt x="32557" y="1"/>
                  </a:cubicBezTo>
                  <a:cubicBezTo>
                    <a:pt x="32543" y="1"/>
                    <a:pt x="32529" y="1"/>
                    <a:pt x="32515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89685" y="-796807"/>
              <a:ext cx="3866881" cy="6592089"/>
            </a:xfrm>
            <a:custGeom>
              <a:avLst/>
              <a:gdLst/>
              <a:ahLst/>
              <a:cxnLst/>
              <a:rect l="l" t="t" r="r" b="b"/>
              <a:pathLst>
                <a:path w="79138" h="134911" extrusionOk="0">
                  <a:moveTo>
                    <a:pt x="75256" y="1"/>
                  </a:moveTo>
                  <a:cubicBezTo>
                    <a:pt x="73715" y="1"/>
                    <a:pt x="72050" y="847"/>
                    <a:pt x="71010" y="2306"/>
                  </a:cubicBezTo>
                  <a:cubicBezTo>
                    <a:pt x="70638" y="2814"/>
                    <a:pt x="70372" y="3383"/>
                    <a:pt x="70220" y="3990"/>
                  </a:cubicBezTo>
                  <a:cubicBezTo>
                    <a:pt x="69932" y="4264"/>
                    <a:pt x="69666" y="4567"/>
                    <a:pt x="69431" y="4886"/>
                  </a:cubicBezTo>
                  <a:cubicBezTo>
                    <a:pt x="69059" y="5410"/>
                    <a:pt x="68786" y="5986"/>
                    <a:pt x="68604" y="6601"/>
                  </a:cubicBezTo>
                  <a:cubicBezTo>
                    <a:pt x="68331" y="6867"/>
                    <a:pt x="68088" y="7155"/>
                    <a:pt x="67868" y="7466"/>
                  </a:cubicBezTo>
                  <a:cubicBezTo>
                    <a:pt x="67481" y="7990"/>
                    <a:pt x="67193" y="8574"/>
                    <a:pt x="67003" y="9204"/>
                  </a:cubicBezTo>
                  <a:cubicBezTo>
                    <a:pt x="66745" y="9462"/>
                    <a:pt x="66510" y="9743"/>
                    <a:pt x="66289" y="10046"/>
                  </a:cubicBezTo>
                  <a:cubicBezTo>
                    <a:pt x="65902" y="10585"/>
                    <a:pt x="65606" y="11177"/>
                    <a:pt x="65409" y="11807"/>
                  </a:cubicBezTo>
                  <a:cubicBezTo>
                    <a:pt x="65166" y="12065"/>
                    <a:pt x="64939" y="12338"/>
                    <a:pt x="64726" y="12627"/>
                  </a:cubicBezTo>
                  <a:cubicBezTo>
                    <a:pt x="64332" y="13173"/>
                    <a:pt x="64020" y="13780"/>
                    <a:pt x="63808" y="14417"/>
                  </a:cubicBezTo>
                  <a:cubicBezTo>
                    <a:pt x="63573" y="14668"/>
                    <a:pt x="63353" y="14926"/>
                    <a:pt x="63155" y="15207"/>
                  </a:cubicBezTo>
                  <a:cubicBezTo>
                    <a:pt x="62753" y="15768"/>
                    <a:pt x="62434" y="16383"/>
                    <a:pt x="62207" y="17036"/>
                  </a:cubicBezTo>
                  <a:cubicBezTo>
                    <a:pt x="61979" y="17278"/>
                    <a:pt x="61774" y="17529"/>
                    <a:pt x="61577" y="17795"/>
                  </a:cubicBezTo>
                  <a:cubicBezTo>
                    <a:pt x="61167" y="18364"/>
                    <a:pt x="60841" y="18986"/>
                    <a:pt x="60598" y="19646"/>
                  </a:cubicBezTo>
                  <a:cubicBezTo>
                    <a:pt x="60385" y="19874"/>
                    <a:pt x="60196" y="20117"/>
                    <a:pt x="60013" y="20375"/>
                  </a:cubicBezTo>
                  <a:cubicBezTo>
                    <a:pt x="59596" y="20959"/>
                    <a:pt x="59255" y="21589"/>
                    <a:pt x="58997" y="22257"/>
                  </a:cubicBezTo>
                  <a:cubicBezTo>
                    <a:pt x="58807" y="22469"/>
                    <a:pt x="58617" y="22712"/>
                    <a:pt x="58435" y="22955"/>
                  </a:cubicBezTo>
                  <a:cubicBezTo>
                    <a:pt x="58018" y="23539"/>
                    <a:pt x="57669" y="24169"/>
                    <a:pt x="57411" y="24845"/>
                  </a:cubicBezTo>
                  <a:cubicBezTo>
                    <a:pt x="57221" y="25065"/>
                    <a:pt x="57039" y="25292"/>
                    <a:pt x="56872" y="25535"/>
                  </a:cubicBezTo>
                  <a:cubicBezTo>
                    <a:pt x="56447" y="26127"/>
                    <a:pt x="56090" y="26764"/>
                    <a:pt x="55817" y="27440"/>
                  </a:cubicBezTo>
                  <a:cubicBezTo>
                    <a:pt x="55642" y="27660"/>
                    <a:pt x="55468" y="27880"/>
                    <a:pt x="55301" y="28115"/>
                  </a:cubicBezTo>
                  <a:cubicBezTo>
                    <a:pt x="54861" y="28722"/>
                    <a:pt x="54496" y="29375"/>
                    <a:pt x="54216" y="30073"/>
                  </a:cubicBezTo>
                  <a:cubicBezTo>
                    <a:pt x="54041" y="30271"/>
                    <a:pt x="53882" y="30475"/>
                    <a:pt x="53730" y="30696"/>
                  </a:cubicBezTo>
                  <a:cubicBezTo>
                    <a:pt x="53282" y="31310"/>
                    <a:pt x="52910" y="31978"/>
                    <a:pt x="52622" y="32676"/>
                  </a:cubicBezTo>
                  <a:cubicBezTo>
                    <a:pt x="52463" y="32866"/>
                    <a:pt x="52311" y="33071"/>
                    <a:pt x="52159" y="33276"/>
                  </a:cubicBezTo>
                  <a:cubicBezTo>
                    <a:pt x="51711" y="33906"/>
                    <a:pt x="51324" y="34581"/>
                    <a:pt x="51021" y="35287"/>
                  </a:cubicBezTo>
                  <a:lnTo>
                    <a:pt x="50581" y="35856"/>
                  </a:lnTo>
                  <a:cubicBezTo>
                    <a:pt x="50125" y="36493"/>
                    <a:pt x="49738" y="37176"/>
                    <a:pt x="49427" y="37897"/>
                  </a:cubicBezTo>
                  <a:lnTo>
                    <a:pt x="49017" y="38436"/>
                  </a:lnTo>
                  <a:cubicBezTo>
                    <a:pt x="48554" y="39081"/>
                    <a:pt x="48160" y="39772"/>
                    <a:pt x="47841" y="40508"/>
                  </a:cubicBezTo>
                  <a:lnTo>
                    <a:pt x="47446" y="41016"/>
                  </a:lnTo>
                  <a:cubicBezTo>
                    <a:pt x="46976" y="41669"/>
                    <a:pt x="46574" y="42367"/>
                    <a:pt x="46247" y="43103"/>
                  </a:cubicBezTo>
                  <a:cubicBezTo>
                    <a:pt x="46126" y="43263"/>
                    <a:pt x="45989" y="43437"/>
                    <a:pt x="45875" y="43596"/>
                  </a:cubicBezTo>
                  <a:cubicBezTo>
                    <a:pt x="45397" y="44257"/>
                    <a:pt x="44988" y="44970"/>
                    <a:pt x="44654" y="45714"/>
                  </a:cubicBezTo>
                  <a:lnTo>
                    <a:pt x="44305" y="46177"/>
                  </a:lnTo>
                  <a:cubicBezTo>
                    <a:pt x="43826" y="46852"/>
                    <a:pt x="43409" y="47573"/>
                    <a:pt x="43060" y="48324"/>
                  </a:cubicBezTo>
                  <a:lnTo>
                    <a:pt x="42741" y="48764"/>
                  </a:lnTo>
                  <a:cubicBezTo>
                    <a:pt x="42240" y="49447"/>
                    <a:pt x="41815" y="50176"/>
                    <a:pt x="41466" y="50942"/>
                  </a:cubicBezTo>
                  <a:cubicBezTo>
                    <a:pt x="41360" y="51071"/>
                    <a:pt x="41261" y="51208"/>
                    <a:pt x="41163" y="51345"/>
                  </a:cubicBezTo>
                  <a:cubicBezTo>
                    <a:pt x="40662" y="52035"/>
                    <a:pt x="40237" y="52779"/>
                    <a:pt x="39873" y="53545"/>
                  </a:cubicBezTo>
                  <a:lnTo>
                    <a:pt x="39592" y="53925"/>
                  </a:lnTo>
                  <a:cubicBezTo>
                    <a:pt x="39091" y="54638"/>
                    <a:pt x="38651" y="55382"/>
                    <a:pt x="38279" y="56164"/>
                  </a:cubicBezTo>
                  <a:cubicBezTo>
                    <a:pt x="38196" y="56277"/>
                    <a:pt x="38112" y="56384"/>
                    <a:pt x="38021" y="56505"/>
                  </a:cubicBezTo>
                  <a:cubicBezTo>
                    <a:pt x="37505" y="57218"/>
                    <a:pt x="37057" y="57977"/>
                    <a:pt x="36685" y="58774"/>
                  </a:cubicBezTo>
                  <a:lnTo>
                    <a:pt x="36450" y="59085"/>
                  </a:lnTo>
                  <a:cubicBezTo>
                    <a:pt x="35927" y="59814"/>
                    <a:pt x="35471" y="60588"/>
                    <a:pt x="35092" y="61392"/>
                  </a:cubicBezTo>
                  <a:cubicBezTo>
                    <a:pt x="35016" y="61483"/>
                    <a:pt x="34948" y="61574"/>
                    <a:pt x="34887" y="61665"/>
                  </a:cubicBezTo>
                  <a:cubicBezTo>
                    <a:pt x="34356" y="62402"/>
                    <a:pt x="33893" y="63183"/>
                    <a:pt x="33498" y="64003"/>
                  </a:cubicBezTo>
                  <a:lnTo>
                    <a:pt x="33308" y="64246"/>
                  </a:lnTo>
                  <a:cubicBezTo>
                    <a:pt x="32770" y="64989"/>
                    <a:pt x="32307" y="65786"/>
                    <a:pt x="31904" y="66613"/>
                  </a:cubicBezTo>
                  <a:cubicBezTo>
                    <a:pt x="31844" y="66682"/>
                    <a:pt x="31791" y="66750"/>
                    <a:pt x="31745" y="66826"/>
                  </a:cubicBezTo>
                  <a:cubicBezTo>
                    <a:pt x="31199" y="67577"/>
                    <a:pt x="30728" y="68374"/>
                    <a:pt x="30318" y="69209"/>
                  </a:cubicBezTo>
                  <a:lnTo>
                    <a:pt x="30167" y="69406"/>
                  </a:lnTo>
                  <a:cubicBezTo>
                    <a:pt x="29620" y="70173"/>
                    <a:pt x="29142" y="70977"/>
                    <a:pt x="28725" y="71819"/>
                  </a:cubicBezTo>
                  <a:lnTo>
                    <a:pt x="28596" y="71986"/>
                  </a:lnTo>
                  <a:cubicBezTo>
                    <a:pt x="28049" y="72760"/>
                    <a:pt x="27564" y="73580"/>
                    <a:pt x="27146" y="74430"/>
                  </a:cubicBezTo>
                  <a:lnTo>
                    <a:pt x="27032" y="74566"/>
                  </a:lnTo>
                  <a:cubicBezTo>
                    <a:pt x="26471" y="75348"/>
                    <a:pt x="25978" y="76168"/>
                    <a:pt x="25553" y="77025"/>
                  </a:cubicBezTo>
                  <a:cubicBezTo>
                    <a:pt x="25522" y="77071"/>
                    <a:pt x="25492" y="77109"/>
                    <a:pt x="25454" y="77147"/>
                  </a:cubicBezTo>
                  <a:cubicBezTo>
                    <a:pt x="24892" y="77936"/>
                    <a:pt x="24391" y="78771"/>
                    <a:pt x="23967" y="79636"/>
                  </a:cubicBezTo>
                  <a:cubicBezTo>
                    <a:pt x="23936" y="79666"/>
                    <a:pt x="23906" y="79697"/>
                    <a:pt x="23891" y="79742"/>
                  </a:cubicBezTo>
                  <a:cubicBezTo>
                    <a:pt x="23321" y="80531"/>
                    <a:pt x="22813" y="81366"/>
                    <a:pt x="22373" y="82231"/>
                  </a:cubicBezTo>
                  <a:lnTo>
                    <a:pt x="22312" y="82322"/>
                  </a:lnTo>
                  <a:cubicBezTo>
                    <a:pt x="21743" y="83119"/>
                    <a:pt x="21227" y="83961"/>
                    <a:pt x="20787" y="84842"/>
                  </a:cubicBezTo>
                  <a:lnTo>
                    <a:pt x="20749" y="84902"/>
                  </a:lnTo>
                  <a:cubicBezTo>
                    <a:pt x="20172" y="85707"/>
                    <a:pt x="19648" y="86564"/>
                    <a:pt x="19193" y="87452"/>
                  </a:cubicBezTo>
                  <a:cubicBezTo>
                    <a:pt x="19193" y="87460"/>
                    <a:pt x="19186" y="87467"/>
                    <a:pt x="19178" y="87483"/>
                  </a:cubicBezTo>
                  <a:cubicBezTo>
                    <a:pt x="18594" y="88295"/>
                    <a:pt x="18070" y="89160"/>
                    <a:pt x="17607" y="90048"/>
                  </a:cubicBezTo>
                  <a:lnTo>
                    <a:pt x="17599" y="90048"/>
                  </a:lnTo>
                  <a:cubicBezTo>
                    <a:pt x="17008" y="90882"/>
                    <a:pt x="16484" y="91755"/>
                    <a:pt x="16013" y="92658"/>
                  </a:cubicBezTo>
                  <a:cubicBezTo>
                    <a:pt x="15421" y="93485"/>
                    <a:pt x="14890" y="94358"/>
                    <a:pt x="14420" y="95269"/>
                  </a:cubicBezTo>
                  <a:cubicBezTo>
                    <a:pt x="13828" y="96104"/>
                    <a:pt x="13297" y="96976"/>
                    <a:pt x="12826" y="97887"/>
                  </a:cubicBezTo>
                  <a:cubicBezTo>
                    <a:pt x="12234" y="98714"/>
                    <a:pt x="11703" y="99594"/>
                    <a:pt x="11232" y="100505"/>
                  </a:cubicBezTo>
                  <a:cubicBezTo>
                    <a:pt x="10648" y="101340"/>
                    <a:pt x="10117" y="102205"/>
                    <a:pt x="9639" y="103108"/>
                  </a:cubicBezTo>
                  <a:cubicBezTo>
                    <a:pt x="9054" y="103950"/>
                    <a:pt x="8523" y="104823"/>
                    <a:pt x="8045" y="105726"/>
                  </a:cubicBezTo>
                  <a:cubicBezTo>
                    <a:pt x="7461" y="106569"/>
                    <a:pt x="6930" y="107434"/>
                    <a:pt x="6451" y="108337"/>
                  </a:cubicBezTo>
                  <a:cubicBezTo>
                    <a:pt x="1" y="117580"/>
                    <a:pt x="1504" y="128599"/>
                    <a:pt x="9851" y="133061"/>
                  </a:cubicBezTo>
                  <a:cubicBezTo>
                    <a:pt x="12202" y="134316"/>
                    <a:pt x="14865" y="134910"/>
                    <a:pt x="17626" y="134910"/>
                  </a:cubicBezTo>
                  <a:cubicBezTo>
                    <a:pt x="24670" y="134910"/>
                    <a:pt x="32351" y="131039"/>
                    <a:pt x="37110" y="124372"/>
                  </a:cubicBezTo>
                  <a:cubicBezTo>
                    <a:pt x="38841" y="121951"/>
                    <a:pt x="40017" y="119409"/>
                    <a:pt x="40662" y="116882"/>
                  </a:cubicBezTo>
                  <a:cubicBezTo>
                    <a:pt x="41041" y="115986"/>
                    <a:pt x="41345" y="115060"/>
                    <a:pt x="41588" y="114112"/>
                  </a:cubicBezTo>
                  <a:cubicBezTo>
                    <a:pt x="41960" y="113216"/>
                    <a:pt x="42271" y="112290"/>
                    <a:pt x="42521" y="111349"/>
                  </a:cubicBezTo>
                  <a:cubicBezTo>
                    <a:pt x="42893" y="110446"/>
                    <a:pt x="43204" y="109521"/>
                    <a:pt x="43447" y="108572"/>
                  </a:cubicBezTo>
                  <a:cubicBezTo>
                    <a:pt x="43826" y="107676"/>
                    <a:pt x="44130" y="106751"/>
                    <a:pt x="44373" y="105802"/>
                  </a:cubicBezTo>
                  <a:cubicBezTo>
                    <a:pt x="44752" y="104907"/>
                    <a:pt x="45063" y="103981"/>
                    <a:pt x="45299" y="103032"/>
                  </a:cubicBezTo>
                  <a:cubicBezTo>
                    <a:pt x="45678" y="102137"/>
                    <a:pt x="45989" y="101203"/>
                    <a:pt x="46232" y="100255"/>
                  </a:cubicBezTo>
                  <a:cubicBezTo>
                    <a:pt x="46612" y="99359"/>
                    <a:pt x="46923" y="98433"/>
                    <a:pt x="47158" y="97485"/>
                  </a:cubicBezTo>
                  <a:cubicBezTo>
                    <a:pt x="47545" y="96589"/>
                    <a:pt x="47856" y="95656"/>
                    <a:pt x="48091" y="94707"/>
                  </a:cubicBezTo>
                  <a:cubicBezTo>
                    <a:pt x="48471" y="93804"/>
                    <a:pt x="48782" y="92878"/>
                    <a:pt x="49017" y="91930"/>
                  </a:cubicBezTo>
                  <a:cubicBezTo>
                    <a:pt x="49404" y="91027"/>
                    <a:pt x="49715" y="90093"/>
                    <a:pt x="49951" y="89137"/>
                  </a:cubicBezTo>
                  <a:cubicBezTo>
                    <a:pt x="50338" y="88242"/>
                    <a:pt x="50649" y="87308"/>
                    <a:pt x="50877" y="86359"/>
                  </a:cubicBezTo>
                  <a:cubicBezTo>
                    <a:pt x="51271" y="85464"/>
                    <a:pt x="51582" y="84531"/>
                    <a:pt x="51810" y="83582"/>
                  </a:cubicBezTo>
                  <a:cubicBezTo>
                    <a:pt x="52205" y="82687"/>
                    <a:pt x="52516" y="81753"/>
                    <a:pt x="52736" y="80804"/>
                  </a:cubicBezTo>
                  <a:cubicBezTo>
                    <a:pt x="53138" y="79909"/>
                    <a:pt x="53449" y="78976"/>
                    <a:pt x="53669" y="78019"/>
                  </a:cubicBezTo>
                  <a:cubicBezTo>
                    <a:pt x="54064" y="77124"/>
                    <a:pt x="54375" y="76198"/>
                    <a:pt x="54595" y="75242"/>
                  </a:cubicBezTo>
                  <a:cubicBezTo>
                    <a:pt x="54997" y="74354"/>
                    <a:pt x="55308" y="73428"/>
                    <a:pt x="55528" y="72472"/>
                  </a:cubicBezTo>
                  <a:cubicBezTo>
                    <a:pt x="55931" y="71576"/>
                    <a:pt x="56242" y="70651"/>
                    <a:pt x="56454" y="69694"/>
                  </a:cubicBezTo>
                  <a:cubicBezTo>
                    <a:pt x="56857" y="68807"/>
                    <a:pt x="57168" y="67873"/>
                    <a:pt x="57373" y="66925"/>
                  </a:cubicBezTo>
                  <a:cubicBezTo>
                    <a:pt x="57782" y="66037"/>
                    <a:pt x="58101" y="65111"/>
                    <a:pt x="58306" y="64155"/>
                  </a:cubicBezTo>
                  <a:cubicBezTo>
                    <a:pt x="58716" y="63267"/>
                    <a:pt x="59027" y="62341"/>
                    <a:pt x="59232" y="61385"/>
                  </a:cubicBezTo>
                  <a:cubicBezTo>
                    <a:pt x="59649" y="60497"/>
                    <a:pt x="59953" y="59571"/>
                    <a:pt x="60158" y="58615"/>
                  </a:cubicBezTo>
                  <a:cubicBezTo>
                    <a:pt x="60575" y="57727"/>
                    <a:pt x="60886" y="56801"/>
                    <a:pt x="61084" y="55845"/>
                  </a:cubicBezTo>
                  <a:cubicBezTo>
                    <a:pt x="61501" y="54957"/>
                    <a:pt x="61812" y="54024"/>
                    <a:pt x="62002" y="53067"/>
                  </a:cubicBezTo>
                  <a:cubicBezTo>
                    <a:pt x="62434" y="52179"/>
                    <a:pt x="62753" y="51246"/>
                    <a:pt x="62935" y="50282"/>
                  </a:cubicBezTo>
                  <a:cubicBezTo>
                    <a:pt x="63368" y="49402"/>
                    <a:pt x="63679" y="48469"/>
                    <a:pt x="63861" y="47505"/>
                  </a:cubicBezTo>
                  <a:cubicBezTo>
                    <a:pt x="64301" y="46624"/>
                    <a:pt x="64612" y="45691"/>
                    <a:pt x="64794" y="44727"/>
                  </a:cubicBezTo>
                  <a:cubicBezTo>
                    <a:pt x="65235" y="43847"/>
                    <a:pt x="65546" y="42914"/>
                    <a:pt x="65720" y="41950"/>
                  </a:cubicBezTo>
                  <a:cubicBezTo>
                    <a:pt x="66160" y="41069"/>
                    <a:pt x="66472" y="40136"/>
                    <a:pt x="66646" y="39180"/>
                  </a:cubicBezTo>
                  <a:cubicBezTo>
                    <a:pt x="67094" y="38307"/>
                    <a:pt x="67405" y="37374"/>
                    <a:pt x="67564" y="36410"/>
                  </a:cubicBezTo>
                  <a:cubicBezTo>
                    <a:pt x="68027" y="35537"/>
                    <a:pt x="68338" y="34596"/>
                    <a:pt x="68490" y="33625"/>
                  </a:cubicBezTo>
                  <a:cubicBezTo>
                    <a:pt x="68961" y="32752"/>
                    <a:pt x="69272" y="31811"/>
                    <a:pt x="69424" y="30832"/>
                  </a:cubicBezTo>
                  <a:cubicBezTo>
                    <a:pt x="69887" y="29975"/>
                    <a:pt x="70190" y="29041"/>
                    <a:pt x="70334" y="28077"/>
                  </a:cubicBezTo>
                  <a:cubicBezTo>
                    <a:pt x="70812" y="27220"/>
                    <a:pt x="71124" y="26271"/>
                    <a:pt x="71253" y="25300"/>
                  </a:cubicBezTo>
                  <a:cubicBezTo>
                    <a:pt x="71738" y="24442"/>
                    <a:pt x="72057" y="23501"/>
                    <a:pt x="72171" y="22530"/>
                  </a:cubicBezTo>
                  <a:cubicBezTo>
                    <a:pt x="72679" y="21680"/>
                    <a:pt x="72990" y="20739"/>
                    <a:pt x="73104" y="19760"/>
                  </a:cubicBezTo>
                  <a:cubicBezTo>
                    <a:pt x="73613" y="18902"/>
                    <a:pt x="73931" y="17946"/>
                    <a:pt x="74022" y="16960"/>
                  </a:cubicBezTo>
                  <a:cubicBezTo>
                    <a:pt x="74554" y="16125"/>
                    <a:pt x="74872" y="15169"/>
                    <a:pt x="74941" y="14182"/>
                  </a:cubicBezTo>
                  <a:cubicBezTo>
                    <a:pt x="75510" y="13272"/>
                    <a:pt x="75813" y="12323"/>
                    <a:pt x="75851" y="11412"/>
                  </a:cubicBezTo>
                  <a:cubicBezTo>
                    <a:pt x="76413" y="10585"/>
                    <a:pt x="76732" y="9621"/>
                    <a:pt x="76777" y="8635"/>
                  </a:cubicBezTo>
                  <a:cubicBezTo>
                    <a:pt x="77384" y="7732"/>
                    <a:pt x="77688" y="6760"/>
                    <a:pt x="77688" y="5865"/>
                  </a:cubicBezTo>
                  <a:cubicBezTo>
                    <a:pt x="79137" y="3831"/>
                    <a:pt x="78826" y="1387"/>
                    <a:pt x="76975" y="409"/>
                  </a:cubicBezTo>
                  <a:cubicBezTo>
                    <a:pt x="76451" y="132"/>
                    <a:pt x="75863" y="1"/>
                    <a:pt x="75256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35203" y="-797638"/>
              <a:ext cx="3843866" cy="6593603"/>
            </a:xfrm>
            <a:custGeom>
              <a:avLst/>
              <a:gdLst/>
              <a:ahLst/>
              <a:cxnLst/>
              <a:rect l="l" t="t" r="r" b="b"/>
              <a:pathLst>
                <a:path w="78667" h="134942" extrusionOk="0">
                  <a:moveTo>
                    <a:pt x="3872" y="1"/>
                  </a:moveTo>
                  <a:cubicBezTo>
                    <a:pt x="3266" y="1"/>
                    <a:pt x="2681" y="132"/>
                    <a:pt x="2163" y="410"/>
                  </a:cubicBezTo>
                  <a:cubicBezTo>
                    <a:pt x="319" y="1397"/>
                    <a:pt x="0" y="3825"/>
                    <a:pt x="1442" y="5859"/>
                  </a:cubicBezTo>
                  <a:cubicBezTo>
                    <a:pt x="1442" y="6762"/>
                    <a:pt x="1730" y="7726"/>
                    <a:pt x="2338" y="8629"/>
                  </a:cubicBezTo>
                  <a:cubicBezTo>
                    <a:pt x="2360" y="9540"/>
                    <a:pt x="2664" y="10496"/>
                    <a:pt x="3241" y="11407"/>
                  </a:cubicBezTo>
                  <a:cubicBezTo>
                    <a:pt x="3301" y="12393"/>
                    <a:pt x="3620" y="13349"/>
                    <a:pt x="4151" y="14176"/>
                  </a:cubicBezTo>
                  <a:cubicBezTo>
                    <a:pt x="4227" y="15163"/>
                    <a:pt x="4531" y="16119"/>
                    <a:pt x="5054" y="16962"/>
                  </a:cubicBezTo>
                  <a:cubicBezTo>
                    <a:pt x="5145" y="17941"/>
                    <a:pt x="5457" y="18897"/>
                    <a:pt x="5965" y="19747"/>
                  </a:cubicBezTo>
                  <a:cubicBezTo>
                    <a:pt x="6071" y="20726"/>
                    <a:pt x="6382" y="21667"/>
                    <a:pt x="6876" y="22517"/>
                  </a:cubicBezTo>
                  <a:cubicBezTo>
                    <a:pt x="6997" y="23488"/>
                    <a:pt x="7301" y="24429"/>
                    <a:pt x="7786" y="25287"/>
                  </a:cubicBezTo>
                  <a:cubicBezTo>
                    <a:pt x="7915" y="26258"/>
                    <a:pt x="8226" y="27206"/>
                    <a:pt x="8697" y="28064"/>
                  </a:cubicBezTo>
                  <a:cubicBezTo>
                    <a:pt x="8834" y="29028"/>
                    <a:pt x="9145" y="29961"/>
                    <a:pt x="9608" y="30819"/>
                  </a:cubicBezTo>
                  <a:cubicBezTo>
                    <a:pt x="9744" y="31798"/>
                    <a:pt x="10055" y="32746"/>
                    <a:pt x="10518" y="33619"/>
                  </a:cubicBezTo>
                  <a:cubicBezTo>
                    <a:pt x="10670" y="34583"/>
                    <a:pt x="10981" y="35516"/>
                    <a:pt x="11429" y="36389"/>
                  </a:cubicBezTo>
                  <a:cubicBezTo>
                    <a:pt x="11596" y="37353"/>
                    <a:pt x="11899" y="38294"/>
                    <a:pt x="12347" y="39166"/>
                  </a:cubicBezTo>
                  <a:cubicBezTo>
                    <a:pt x="12514" y="40130"/>
                    <a:pt x="12818" y="41064"/>
                    <a:pt x="13258" y="41936"/>
                  </a:cubicBezTo>
                  <a:cubicBezTo>
                    <a:pt x="13425" y="42900"/>
                    <a:pt x="13728" y="43834"/>
                    <a:pt x="14169" y="44706"/>
                  </a:cubicBezTo>
                  <a:cubicBezTo>
                    <a:pt x="14343" y="45670"/>
                    <a:pt x="14654" y="46603"/>
                    <a:pt x="15087" y="47484"/>
                  </a:cubicBezTo>
                  <a:cubicBezTo>
                    <a:pt x="15269" y="48448"/>
                    <a:pt x="15580" y="49381"/>
                    <a:pt x="15997" y="50261"/>
                  </a:cubicBezTo>
                  <a:cubicBezTo>
                    <a:pt x="16187" y="51225"/>
                    <a:pt x="16498" y="52159"/>
                    <a:pt x="16923" y="53039"/>
                  </a:cubicBezTo>
                  <a:cubicBezTo>
                    <a:pt x="17113" y="54003"/>
                    <a:pt x="17417" y="54928"/>
                    <a:pt x="17834" y="55809"/>
                  </a:cubicBezTo>
                  <a:cubicBezTo>
                    <a:pt x="18031" y="56765"/>
                    <a:pt x="18342" y="57698"/>
                    <a:pt x="18752" y="58586"/>
                  </a:cubicBezTo>
                  <a:cubicBezTo>
                    <a:pt x="18950" y="59535"/>
                    <a:pt x="19261" y="60468"/>
                    <a:pt x="19663" y="61356"/>
                  </a:cubicBezTo>
                  <a:cubicBezTo>
                    <a:pt x="19860" y="62312"/>
                    <a:pt x="20171" y="63246"/>
                    <a:pt x="20581" y="64134"/>
                  </a:cubicBezTo>
                  <a:cubicBezTo>
                    <a:pt x="20786" y="65082"/>
                    <a:pt x="21090" y="66016"/>
                    <a:pt x="21492" y="66904"/>
                  </a:cubicBezTo>
                  <a:cubicBezTo>
                    <a:pt x="21704" y="67852"/>
                    <a:pt x="22008" y="68786"/>
                    <a:pt x="22410" y="69673"/>
                  </a:cubicBezTo>
                  <a:cubicBezTo>
                    <a:pt x="22623" y="70622"/>
                    <a:pt x="22926" y="71548"/>
                    <a:pt x="23321" y="72443"/>
                  </a:cubicBezTo>
                  <a:cubicBezTo>
                    <a:pt x="23533" y="73392"/>
                    <a:pt x="23844" y="74325"/>
                    <a:pt x="24247" y="75213"/>
                  </a:cubicBezTo>
                  <a:cubicBezTo>
                    <a:pt x="24451" y="76162"/>
                    <a:pt x="24755" y="77088"/>
                    <a:pt x="25157" y="77983"/>
                  </a:cubicBezTo>
                  <a:cubicBezTo>
                    <a:pt x="25370" y="78939"/>
                    <a:pt x="25681" y="79873"/>
                    <a:pt x="26075" y="80768"/>
                  </a:cubicBezTo>
                  <a:cubicBezTo>
                    <a:pt x="26296" y="81725"/>
                    <a:pt x="26607" y="82650"/>
                    <a:pt x="26994" y="83553"/>
                  </a:cubicBezTo>
                  <a:cubicBezTo>
                    <a:pt x="27214" y="84502"/>
                    <a:pt x="27525" y="85435"/>
                    <a:pt x="27912" y="86331"/>
                  </a:cubicBezTo>
                  <a:cubicBezTo>
                    <a:pt x="28140" y="87280"/>
                    <a:pt x="28451" y="88213"/>
                    <a:pt x="28838" y="89108"/>
                  </a:cubicBezTo>
                  <a:cubicBezTo>
                    <a:pt x="29065" y="90057"/>
                    <a:pt x="29369" y="90990"/>
                    <a:pt x="29748" y="91886"/>
                  </a:cubicBezTo>
                  <a:cubicBezTo>
                    <a:pt x="29984" y="92835"/>
                    <a:pt x="30287" y="93760"/>
                    <a:pt x="30667" y="94656"/>
                  </a:cubicBezTo>
                  <a:cubicBezTo>
                    <a:pt x="30902" y="95604"/>
                    <a:pt x="31205" y="96538"/>
                    <a:pt x="31585" y="97441"/>
                  </a:cubicBezTo>
                  <a:cubicBezTo>
                    <a:pt x="31820" y="98382"/>
                    <a:pt x="32131" y="99308"/>
                    <a:pt x="32503" y="100211"/>
                  </a:cubicBezTo>
                  <a:cubicBezTo>
                    <a:pt x="32731" y="101152"/>
                    <a:pt x="33034" y="102078"/>
                    <a:pt x="33414" y="102981"/>
                  </a:cubicBezTo>
                  <a:cubicBezTo>
                    <a:pt x="33649" y="103922"/>
                    <a:pt x="33960" y="104848"/>
                    <a:pt x="34340" y="105751"/>
                  </a:cubicBezTo>
                  <a:cubicBezTo>
                    <a:pt x="34575" y="106692"/>
                    <a:pt x="34878" y="107618"/>
                    <a:pt x="35250" y="108521"/>
                  </a:cubicBezTo>
                  <a:cubicBezTo>
                    <a:pt x="35493" y="109462"/>
                    <a:pt x="35797" y="110388"/>
                    <a:pt x="36169" y="111291"/>
                  </a:cubicBezTo>
                  <a:cubicBezTo>
                    <a:pt x="36411" y="112232"/>
                    <a:pt x="36715" y="113157"/>
                    <a:pt x="37087" y="114061"/>
                  </a:cubicBezTo>
                  <a:cubicBezTo>
                    <a:pt x="37322" y="115002"/>
                    <a:pt x="37626" y="115935"/>
                    <a:pt x="37997" y="116838"/>
                  </a:cubicBezTo>
                  <a:cubicBezTo>
                    <a:pt x="38718" y="119555"/>
                    <a:pt x="39925" y="122112"/>
                    <a:pt x="41572" y="124389"/>
                  </a:cubicBezTo>
                  <a:cubicBezTo>
                    <a:pt x="46334" y="131058"/>
                    <a:pt x="53968" y="134942"/>
                    <a:pt x="61013" y="134942"/>
                  </a:cubicBezTo>
                  <a:cubicBezTo>
                    <a:pt x="63779" y="134942"/>
                    <a:pt x="66455" y="134343"/>
                    <a:pt x="68831" y="133078"/>
                  </a:cubicBezTo>
                  <a:cubicBezTo>
                    <a:pt x="77255" y="128593"/>
                    <a:pt x="78666" y="117650"/>
                    <a:pt x="72269" y="108422"/>
                  </a:cubicBezTo>
                  <a:cubicBezTo>
                    <a:pt x="71798" y="107519"/>
                    <a:pt x="71275" y="106639"/>
                    <a:pt x="70690" y="105804"/>
                  </a:cubicBezTo>
                  <a:cubicBezTo>
                    <a:pt x="70220" y="104901"/>
                    <a:pt x="69688" y="104028"/>
                    <a:pt x="69104" y="103193"/>
                  </a:cubicBezTo>
                  <a:cubicBezTo>
                    <a:pt x="68634" y="102290"/>
                    <a:pt x="68110" y="101410"/>
                    <a:pt x="67518" y="100575"/>
                  </a:cubicBezTo>
                  <a:cubicBezTo>
                    <a:pt x="67055" y="99672"/>
                    <a:pt x="66532" y="98799"/>
                    <a:pt x="65947" y="97972"/>
                  </a:cubicBezTo>
                  <a:cubicBezTo>
                    <a:pt x="65477" y="97062"/>
                    <a:pt x="64953" y="96181"/>
                    <a:pt x="64361" y="95354"/>
                  </a:cubicBezTo>
                  <a:cubicBezTo>
                    <a:pt x="63898" y="94443"/>
                    <a:pt x="63367" y="93571"/>
                    <a:pt x="62775" y="92744"/>
                  </a:cubicBezTo>
                  <a:cubicBezTo>
                    <a:pt x="62320" y="91833"/>
                    <a:pt x="61788" y="90953"/>
                    <a:pt x="61189" y="90125"/>
                  </a:cubicBezTo>
                  <a:cubicBezTo>
                    <a:pt x="60734" y="89215"/>
                    <a:pt x="60202" y="88342"/>
                    <a:pt x="59618" y="87507"/>
                  </a:cubicBezTo>
                  <a:cubicBezTo>
                    <a:pt x="59163" y="86597"/>
                    <a:pt x="58632" y="85731"/>
                    <a:pt x="58032" y="84904"/>
                  </a:cubicBezTo>
                  <a:cubicBezTo>
                    <a:pt x="57584" y="84009"/>
                    <a:pt x="57061" y="83151"/>
                    <a:pt x="56476" y="82339"/>
                  </a:cubicBezTo>
                  <a:cubicBezTo>
                    <a:pt x="56469" y="82324"/>
                    <a:pt x="56461" y="82309"/>
                    <a:pt x="56461" y="82301"/>
                  </a:cubicBezTo>
                  <a:cubicBezTo>
                    <a:pt x="56013" y="81413"/>
                    <a:pt x="55497" y="80563"/>
                    <a:pt x="54921" y="79759"/>
                  </a:cubicBezTo>
                  <a:lnTo>
                    <a:pt x="54875" y="79698"/>
                  </a:lnTo>
                  <a:cubicBezTo>
                    <a:pt x="54435" y="78818"/>
                    <a:pt x="53926" y="77968"/>
                    <a:pt x="53357" y="77164"/>
                  </a:cubicBezTo>
                  <a:lnTo>
                    <a:pt x="53297" y="77088"/>
                  </a:lnTo>
                  <a:cubicBezTo>
                    <a:pt x="52864" y="76215"/>
                    <a:pt x="52363" y="75373"/>
                    <a:pt x="51802" y="74576"/>
                  </a:cubicBezTo>
                  <a:cubicBezTo>
                    <a:pt x="51771" y="74546"/>
                    <a:pt x="51748" y="74508"/>
                    <a:pt x="51726" y="74470"/>
                  </a:cubicBezTo>
                  <a:cubicBezTo>
                    <a:pt x="51293" y="73612"/>
                    <a:pt x="50792" y="72785"/>
                    <a:pt x="50238" y="71996"/>
                  </a:cubicBezTo>
                  <a:cubicBezTo>
                    <a:pt x="50208" y="71950"/>
                    <a:pt x="50178" y="71912"/>
                    <a:pt x="50140" y="71874"/>
                  </a:cubicBezTo>
                  <a:cubicBezTo>
                    <a:pt x="49722" y="71017"/>
                    <a:pt x="49237" y="70190"/>
                    <a:pt x="48683" y="69415"/>
                  </a:cubicBezTo>
                  <a:lnTo>
                    <a:pt x="48569" y="69264"/>
                  </a:lnTo>
                  <a:cubicBezTo>
                    <a:pt x="48151" y="68421"/>
                    <a:pt x="47666" y="67609"/>
                    <a:pt x="47127" y="66835"/>
                  </a:cubicBezTo>
                  <a:cubicBezTo>
                    <a:pt x="47074" y="66782"/>
                    <a:pt x="47028" y="66721"/>
                    <a:pt x="46990" y="66653"/>
                  </a:cubicBezTo>
                  <a:cubicBezTo>
                    <a:pt x="46580" y="65818"/>
                    <a:pt x="46102" y="65014"/>
                    <a:pt x="45564" y="64255"/>
                  </a:cubicBezTo>
                  <a:lnTo>
                    <a:pt x="45412" y="64050"/>
                  </a:lnTo>
                  <a:cubicBezTo>
                    <a:pt x="45010" y="63215"/>
                    <a:pt x="44539" y="62426"/>
                    <a:pt x="44008" y="61675"/>
                  </a:cubicBezTo>
                  <a:lnTo>
                    <a:pt x="43826" y="61432"/>
                  </a:lnTo>
                  <a:cubicBezTo>
                    <a:pt x="43431" y="60612"/>
                    <a:pt x="42968" y="59831"/>
                    <a:pt x="42437" y="59095"/>
                  </a:cubicBezTo>
                  <a:lnTo>
                    <a:pt x="42240" y="58821"/>
                  </a:lnTo>
                  <a:cubicBezTo>
                    <a:pt x="41860" y="58009"/>
                    <a:pt x="41405" y="57243"/>
                    <a:pt x="40881" y="56514"/>
                  </a:cubicBezTo>
                  <a:lnTo>
                    <a:pt x="40654" y="56211"/>
                  </a:lnTo>
                  <a:cubicBezTo>
                    <a:pt x="40282" y="55414"/>
                    <a:pt x="39834" y="54648"/>
                    <a:pt x="39318" y="53934"/>
                  </a:cubicBezTo>
                  <a:lnTo>
                    <a:pt x="39068" y="53593"/>
                  </a:lnTo>
                  <a:cubicBezTo>
                    <a:pt x="38703" y="52811"/>
                    <a:pt x="38271" y="52060"/>
                    <a:pt x="37762" y="51354"/>
                  </a:cubicBezTo>
                  <a:cubicBezTo>
                    <a:pt x="37679" y="51225"/>
                    <a:pt x="37588" y="51104"/>
                    <a:pt x="37489" y="50982"/>
                  </a:cubicBezTo>
                  <a:cubicBezTo>
                    <a:pt x="37132" y="50208"/>
                    <a:pt x="36700" y="49472"/>
                    <a:pt x="36207" y="48774"/>
                  </a:cubicBezTo>
                  <a:lnTo>
                    <a:pt x="35903" y="48364"/>
                  </a:lnTo>
                  <a:cubicBezTo>
                    <a:pt x="35554" y="47598"/>
                    <a:pt x="35137" y="46869"/>
                    <a:pt x="34643" y="46186"/>
                  </a:cubicBezTo>
                  <a:lnTo>
                    <a:pt x="34317" y="45761"/>
                  </a:lnTo>
                  <a:cubicBezTo>
                    <a:pt x="33983" y="45002"/>
                    <a:pt x="33573" y="44274"/>
                    <a:pt x="33088" y="43606"/>
                  </a:cubicBezTo>
                  <a:cubicBezTo>
                    <a:pt x="32974" y="43454"/>
                    <a:pt x="32860" y="43295"/>
                    <a:pt x="32738" y="43143"/>
                  </a:cubicBezTo>
                  <a:cubicBezTo>
                    <a:pt x="32405" y="42392"/>
                    <a:pt x="31995" y="41686"/>
                    <a:pt x="31524" y="41026"/>
                  </a:cubicBezTo>
                  <a:lnTo>
                    <a:pt x="31160" y="40540"/>
                  </a:lnTo>
                  <a:cubicBezTo>
                    <a:pt x="30834" y="39804"/>
                    <a:pt x="30431" y="39098"/>
                    <a:pt x="29969" y="38446"/>
                  </a:cubicBezTo>
                  <a:lnTo>
                    <a:pt x="29574" y="37929"/>
                  </a:lnTo>
                  <a:cubicBezTo>
                    <a:pt x="29255" y="37201"/>
                    <a:pt x="28868" y="36510"/>
                    <a:pt x="28405" y="35865"/>
                  </a:cubicBezTo>
                  <a:lnTo>
                    <a:pt x="27988" y="35327"/>
                  </a:lnTo>
                  <a:cubicBezTo>
                    <a:pt x="27684" y="34606"/>
                    <a:pt x="27297" y="33923"/>
                    <a:pt x="26842" y="33285"/>
                  </a:cubicBezTo>
                  <a:cubicBezTo>
                    <a:pt x="26698" y="33088"/>
                    <a:pt x="26561" y="32898"/>
                    <a:pt x="26409" y="32716"/>
                  </a:cubicBezTo>
                  <a:cubicBezTo>
                    <a:pt x="26113" y="32003"/>
                    <a:pt x="25734" y="31327"/>
                    <a:pt x="25286" y="30705"/>
                  </a:cubicBezTo>
                  <a:cubicBezTo>
                    <a:pt x="25134" y="30492"/>
                    <a:pt x="24983" y="30295"/>
                    <a:pt x="24823" y="30098"/>
                  </a:cubicBezTo>
                  <a:cubicBezTo>
                    <a:pt x="24535" y="29400"/>
                    <a:pt x="24163" y="28739"/>
                    <a:pt x="23723" y="28125"/>
                  </a:cubicBezTo>
                  <a:cubicBezTo>
                    <a:pt x="23571" y="27897"/>
                    <a:pt x="23397" y="27685"/>
                    <a:pt x="23230" y="27480"/>
                  </a:cubicBezTo>
                  <a:cubicBezTo>
                    <a:pt x="22949" y="26797"/>
                    <a:pt x="22592" y="26144"/>
                    <a:pt x="22167" y="25545"/>
                  </a:cubicBezTo>
                  <a:cubicBezTo>
                    <a:pt x="22008" y="25309"/>
                    <a:pt x="21826" y="25089"/>
                    <a:pt x="21644" y="24869"/>
                  </a:cubicBezTo>
                  <a:cubicBezTo>
                    <a:pt x="21378" y="24194"/>
                    <a:pt x="21036" y="23556"/>
                    <a:pt x="20611" y="22964"/>
                  </a:cubicBezTo>
                  <a:cubicBezTo>
                    <a:pt x="20445" y="22729"/>
                    <a:pt x="20262" y="22501"/>
                    <a:pt x="20073" y="22281"/>
                  </a:cubicBezTo>
                  <a:cubicBezTo>
                    <a:pt x="19815" y="21606"/>
                    <a:pt x="19473" y="20968"/>
                    <a:pt x="19048" y="20384"/>
                  </a:cubicBezTo>
                  <a:cubicBezTo>
                    <a:pt x="18866" y="20134"/>
                    <a:pt x="18676" y="19898"/>
                    <a:pt x="18479" y="19671"/>
                  </a:cubicBezTo>
                  <a:cubicBezTo>
                    <a:pt x="18122" y="18699"/>
                    <a:pt x="17584" y="17812"/>
                    <a:pt x="16885" y="17053"/>
                  </a:cubicBezTo>
                  <a:cubicBezTo>
                    <a:pt x="16650" y="16400"/>
                    <a:pt x="16331" y="15778"/>
                    <a:pt x="15922" y="15216"/>
                  </a:cubicBezTo>
                  <a:cubicBezTo>
                    <a:pt x="15732" y="14943"/>
                    <a:pt x="15519" y="14693"/>
                    <a:pt x="15299" y="14442"/>
                  </a:cubicBezTo>
                  <a:cubicBezTo>
                    <a:pt x="15079" y="13797"/>
                    <a:pt x="14768" y="13190"/>
                    <a:pt x="14366" y="12636"/>
                  </a:cubicBezTo>
                  <a:cubicBezTo>
                    <a:pt x="14169" y="12355"/>
                    <a:pt x="13948" y="12082"/>
                    <a:pt x="13706" y="11839"/>
                  </a:cubicBezTo>
                  <a:cubicBezTo>
                    <a:pt x="13501" y="11202"/>
                    <a:pt x="13197" y="10595"/>
                    <a:pt x="12810" y="10048"/>
                  </a:cubicBezTo>
                  <a:cubicBezTo>
                    <a:pt x="12598" y="9760"/>
                    <a:pt x="12362" y="9487"/>
                    <a:pt x="12112" y="9229"/>
                  </a:cubicBezTo>
                  <a:cubicBezTo>
                    <a:pt x="11922" y="8599"/>
                    <a:pt x="11634" y="8007"/>
                    <a:pt x="11247" y="7476"/>
                  </a:cubicBezTo>
                  <a:cubicBezTo>
                    <a:pt x="11027" y="7164"/>
                    <a:pt x="10784" y="6884"/>
                    <a:pt x="10518" y="6618"/>
                  </a:cubicBezTo>
                  <a:cubicBezTo>
                    <a:pt x="10351" y="5996"/>
                    <a:pt x="10071" y="5411"/>
                    <a:pt x="9691" y="4895"/>
                  </a:cubicBezTo>
                  <a:cubicBezTo>
                    <a:pt x="9463" y="4577"/>
                    <a:pt x="9205" y="4288"/>
                    <a:pt x="8925" y="4015"/>
                  </a:cubicBezTo>
                  <a:cubicBezTo>
                    <a:pt x="8773" y="3400"/>
                    <a:pt x="8500" y="2824"/>
                    <a:pt x="8128" y="2308"/>
                  </a:cubicBezTo>
                  <a:cubicBezTo>
                    <a:pt x="7087" y="853"/>
                    <a:pt x="5413" y="1"/>
                    <a:pt x="3872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4421263" y="-811521"/>
            <a:ext cx="17986526" cy="4945050"/>
            <a:chOff x="-1362075" y="-1252570"/>
            <a:chExt cx="12298479" cy="4071676"/>
          </a:xfrm>
        </p:grpSpPr>
        <p:sp>
          <p:nvSpPr>
            <p:cNvPr id="15" name="Google Shape;15;p2"/>
            <p:cNvSpPr/>
            <p:nvPr/>
          </p:nvSpPr>
          <p:spPr>
            <a:xfrm>
              <a:off x="-1362075" y="-1146627"/>
              <a:ext cx="12298479" cy="3965732"/>
            </a:xfrm>
            <a:custGeom>
              <a:avLst/>
              <a:gdLst/>
              <a:ahLst/>
              <a:cxnLst/>
              <a:rect l="l" t="t" r="r" b="b"/>
              <a:pathLst>
                <a:path w="285331" h="92007" extrusionOk="0">
                  <a:moveTo>
                    <a:pt x="142671" y="1235"/>
                  </a:moveTo>
                  <a:cubicBezTo>
                    <a:pt x="180548" y="1235"/>
                    <a:pt x="216159" y="5947"/>
                    <a:pt x="242935" y="14498"/>
                  </a:cubicBezTo>
                  <a:cubicBezTo>
                    <a:pt x="255904" y="18644"/>
                    <a:pt x="265951" y="23356"/>
                    <a:pt x="273189" y="28827"/>
                  </a:cubicBezTo>
                  <a:cubicBezTo>
                    <a:pt x="280426" y="34286"/>
                    <a:pt x="284108" y="40085"/>
                    <a:pt x="284108" y="45998"/>
                  </a:cubicBezTo>
                  <a:cubicBezTo>
                    <a:pt x="284108" y="51922"/>
                    <a:pt x="280291" y="57812"/>
                    <a:pt x="273189" y="63169"/>
                  </a:cubicBezTo>
                  <a:cubicBezTo>
                    <a:pt x="266076" y="68538"/>
                    <a:pt x="255904" y="73352"/>
                    <a:pt x="242935" y="77509"/>
                  </a:cubicBezTo>
                  <a:cubicBezTo>
                    <a:pt x="216159" y="86060"/>
                    <a:pt x="180559" y="90772"/>
                    <a:pt x="142671" y="90772"/>
                  </a:cubicBezTo>
                  <a:cubicBezTo>
                    <a:pt x="104783" y="90772"/>
                    <a:pt x="69183" y="86060"/>
                    <a:pt x="42407" y="77509"/>
                  </a:cubicBezTo>
                  <a:cubicBezTo>
                    <a:pt x="29438" y="73352"/>
                    <a:pt x="19380" y="68651"/>
                    <a:pt x="12154" y="63169"/>
                  </a:cubicBezTo>
                  <a:cubicBezTo>
                    <a:pt x="4916" y="57698"/>
                    <a:pt x="1235" y="51922"/>
                    <a:pt x="1235" y="45998"/>
                  </a:cubicBezTo>
                  <a:cubicBezTo>
                    <a:pt x="1235" y="40085"/>
                    <a:pt x="5040" y="34195"/>
                    <a:pt x="12154" y="28827"/>
                  </a:cubicBezTo>
                  <a:cubicBezTo>
                    <a:pt x="19255" y="23458"/>
                    <a:pt x="29438" y="18644"/>
                    <a:pt x="42407" y="14498"/>
                  </a:cubicBezTo>
                  <a:cubicBezTo>
                    <a:pt x="69183" y="5947"/>
                    <a:pt x="104783" y="1235"/>
                    <a:pt x="142671" y="1235"/>
                  </a:cubicBezTo>
                  <a:close/>
                  <a:moveTo>
                    <a:pt x="142671" y="0"/>
                  </a:moveTo>
                  <a:cubicBezTo>
                    <a:pt x="123461" y="0"/>
                    <a:pt x="104829" y="1190"/>
                    <a:pt x="87284" y="3568"/>
                  </a:cubicBezTo>
                  <a:cubicBezTo>
                    <a:pt x="70339" y="5856"/>
                    <a:pt x="55116" y="9130"/>
                    <a:pt x="42033" y="13320"/>
                  </a:cubicBezTo>
                  <a:cubicBezTo>
                    <a:pt x="14929" y="21974"/>
                    <a:pt x="0" y="33584"/>
                    <a:pt x="0" y="45998"/>
                  </a:cubicBezTo>
                  <a:cubicBezTo>
                    <a:pt x="0" y="58423"/>
                    <a:pt x="14929" y="70033"/>
                    <a:pt x="42033" y="78675"/>
                  </a:cubicBezTo>
                  <a:cubicBezTo>
                    <a:pt x="55116" y="82866"/>
                    <a:pt x="70339" y="86140"/>
                    <a:pt x="87284" y="88439"/>
                  </a:cubicBezTo>
                  <a:cubicBezTo>
                    <a:pt x="104829" y="90795"/>
                    <a:pt x="123461" y="92007"/>
                    <a:pt x="142671" y="92007"/>
                  </a:cubicBezTo>
                  <a:cubicBezTo>
                    <a:pt x="161870" y="92007"/>
                    <a:pt x="180502" y="90795"/>
                    <a:pt x="198047" y="88439"/>
                  </a:cubicBezTo>
                  <a:cubicBezTo>
                    <a:pt x="214992" y="86140"/>
                    <a:pt x="230215" y="82866"/>
                    <a:pt x="243298" y="78675"/>
                  </a:cubicBezTo>
                  <a:cubicBezTo>
                    <a:pt x="270414" y="70033"/>
                    <a:pt x="285331" y="58423"/>
                    <a:pt x="285331" y="45998"/>
                  </a:cubicBezTo>
                  <a:cubicBezTo>
                    <a:pt x="285331" y="33584"/>
                    <a:pt x="270414" y="21974"/>
                    <a:pt x="243298" y="13320"/>
                  </a:cubicBezTo>
                  <a:cubicBezTo>
                    <a:pt x="230215" y="9130"/>
                    <a:pt x="214992" y="5867"/>
                    <a:pt x="198047" y="3568"/>
                  </a:cubicBezTo>
                  <a:cubicBezTo>
                    <a:pt x="180502" y="1190"/>
                    <a:pt x="161893" y="0"/>
                    <a:pt x="142671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33847" y="-1252570"/>
              <a:ext cx="10041977" cy="3765090"/>
            </a:xfrm>
            <a:custGeom>
              <a:avLst/>
              <a:gdLst/>
              <a:ahLst/>
              <a:cxnLst/>
              <a:rect l="l" t="t" r="r" b="b"/>
              <a:pathLst>
                <a:path w="232979" h="87352" extrusionOk="0">
                  <a:moveTo>
                    <a:pt x="116495" y="816"/>
                  </a:moveTo>
                  <a:cubicBezTo>
                    <a:pt x="147451" y="816"/>
                    <a:pt x="176549" y="5324"/>
                    <a:pt x="198421" y="13479"/>
                  </a:cubicBezTo>
                  <a:cubicBezTo>
                    <a:pt x="209034" y="17421"/>
                    <a:pt x="217212" y="21895"/>
                    <a:pt x="223170" y="27150"/>
                  </a:cubicBezTo>
                  <a:cubicBezTo>
                    <a:pt x="229128" y="32406"/>
                    <a:pt x="232163" y="37956"/>
                    <a:pt x="232163" y="43676"/>
                  </a:cubicBezTo>
                  <a:cubicBezTo>
                    <a:pt x="232163" y="49396"/>
                    <a:pt x="228969" y="55082"/>
                    <a:pt x="223170" y="60213"/>
                  </a:cubicBezTo>
                  <a:cubicBezTo>
                    <a:pt x="217359" y="65333"/>
                    <a:pt x="209034" y="69943"/>
                    <a:pt x="198421" y="73884"/>
                  </a:cubicBezTo>
                  <a:cubicBezTo>
                    <a:pt x="176549" y="82039"/>
                    <a:pt x="147462" y="86536"/>
                    <a:pt x="116495" y="86536"/>
                  </a:cubicBezTo>
                  <a:cubicBezTo>
                    <a:pt x="85539" y="86536"/>
                    <a:pt x="56441" y="82039"/>
                    <a:pt x="34569" y="73884"/>
                  </a:cubicBezTo>
                  <a:cubicBezTo>
                    <a:pt x="23945" y="69943"/>
                    <a:pt x="15778" y="65469"/>
                    <a:pt x="9820" y="60213"/>
                  </a:cubicBezTo>
                  <a:cubicBezTo>
                    <a:pt x="3851" y="54957"/>
                    <a:pt x="827" y="49385"/>
                    <a:pt x="827" y="43676"/>
                  </a:cubicBezTo>
                  <a:cubicBezTo>
                    <a:pt x="827" y="37967"/>
                    <a:pt x="4010" y="32281"/>
                    <a:pt x="9820" y="27150"/>
                  </a:cubicBezTo>
                  <a:cubicBezTo>
                    <a:pt x="15620" y="22031"/>
                    <a:pt x="23945" y="17421"/>
                    <a:pt x="34569" y="13479"/>
                  </a:cubicBezTo>
                  <a:cubicBezTo>
                    <a:pt x="56441" y="5324"/>
                    <a:pt x="85539" y="816"/>
                    <a:pt x="116495" y="816"/>
                  </a:cubicBezTo>
                  <a:close/>
                  <a:moveTo>
                    <a:pt x="116495" y="0"/>
                  </a:moveTo>
                  <a:cubicBezTo>
                    <a:pt x="85437" y="0"/>
                    <a:pt x="56237" y="4508"/>
                    <a:pt x="34263" y="12698"/>
                  </a:cubicBezTo>
                  <a:cubicBezTo>
                    <a:pt x="23560" y="16685"/>
                    <a:pt x="15155" y="21351"/>
                    <a:pt x="9265" y="26527"/>
                  </a:cubicBezTo>
                  <a:cubicBezTo>
                    <a:pt x="3115" y="31953"/>
                    <a:pt x="0" y="37696"/>
                    <a:pt x="0" y="43676"/>
                  </a:cubicBezTo>
                  <a:cubicBezTo>
                    <a:pt x="0" y="49645"/>
                    <a:pt x="3115" y="55410"/>
                    <a:pt x="9265" y="60836"/>
                  </a:cubicBezTo>
                  <a:cubicBezTo>
                    <a:pt x="15155" y="66012"/>
                    <a:pt x="23560" y="70679"/>
                    <a:pt x="34263" y="74666"/>
                  </a:cubicBezTo>
                  <a:cubicBezTo>
                    <a:pt x="56237" y="82855"/>
                    <a:pt x="85437" y="87352"/>
                    <a:pt x="116495" y="87352"/>
                  </a:cubicBezTo>
                  <a:cubicBezTo>
                    <a:pt x="147553" y="87352"/>
                    <a:pt x="176742" y="82855"/>
                    <a:pt x="198716" y="74666"/>
                  </a:cubicBezTo>
                  <a:cubicBezTo>
                    <a:pt x="209419" y="70679"/>
                    <a:pt x="217835" y="66012"/>
                    <a:pt x="223725" y="60836"/>
                  </a:cubicBezTo>
                  <a:cubicBezTo>
                    <a:pt x="229864" y="55410"/>
                    <a:pt x="232979" y="49634"/>
                    <a:pt x="232979" y="43676"/>
                  </a:cubicBezTo>
                  <a:cubicBezTo>
                    <a:pt x="232979" y="37718"/>
                    <a:pt x="229864" y="31953"/>
                    <a:pt x="223725" y="26527"/>
                  </a:cubicBezTo>
                  <a:cubicBezTo>
                    <a:pt x="217835" y="21351"/>
                    <a:pt x="209419" y="16685"/>
                    <a:pt x="198716" y="12698"/>
                  </a:cubicBezTo>
                  <a:cubicBezTo>
                    <a:pt x="176742" y="4508"/>
                    <a:pt x="147564" y="0"/>
                    <a:pt x="116495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5596083" y="4291056"/>
            <a:ext cx="20336146" cy="3511718"/>
            <a:chOff x="-5596083" y="4138656"/>
            <a:chExt cx="20336146" cy="3511718"/>
          </a:xfrm>
        </p:grpSpPr>
        <p:sp>
          <p:nvSpPr>
            <p:cNvPr id="18" name="Google Shape;18;p2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" name="Google Shape;43;p2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44" name="Google Shape;44;p2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95" name="Google Shape;95;p2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1826100" y="859800"/>
            <a:ext cx="5491800" cy="2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2437350" y="2821275"/>
            <a:ext cx="4269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6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37825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3" name="Google Shape;153;p3"/>
          <p:cNvSpPr txBox="1">
            <a:spLocks noGrp="1"/>
          </p:cNvSpPr>
          <p:nvPr>
            <p:ph type="subTitle" idx="1"/>
          </p:nvPr>
        </p:nvSpPr>
        <p:spPr>
          <a:xfrm>
            <a:off x="720000" y="29035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3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156" name="Google Shape;156;p3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161" name="Google Shape;161;p3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3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170" name="Google Shape;170;p3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" name="Google Shape;176;p3"/>
          <p:cNvGrpSpPr/>
          <p:nvPr/>
        </p:nvGrpSpPr>
        <p:grpSpPr>
          <a:xfrm rot="10800000">
            <a:off x="6423677" y="-389126"/>
            <a:ext cx="3672473" cy="6031299"/>
            <a:chOff x="237850" y="660025"/>
            <a:chExt cx="2725600" cy="4476250"/>
          </a:xfrm>
        </p:grpSpPr>
        <p:sp>
          <p:nvSpPr>
            <p:cNvPr id="177" name="Google Shape;177;p3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99381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"/>
          <p:cNvSpPr txBox="1">
            <a:spLocks noGrp="1"/>
          </p:cNvSpPr>
          <p:nvPr>
            <p:ph type="body" idx="1"/>
          </p:nvPr>
        </p:nvSpPr>
        <p:spPr>
          <a:xfrm>
            <a:off x="720000" y="1132875"/>
            <a:ext cx="7704000" cy="3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5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9" name="Google Shape;22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231" name="Google Shape;231;p4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" name="Google Shape;244;p4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245" name="Google Shape;245;p4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1731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>
            <a:spLocks noGrp="1"/>
          </p:cNvSpPr>
          <p:nvPr>
            <p:ph type="title"/>
          </p:nvPr>
        </p:nvSpPr>
        <p:spPr>
          <a:xfrm>
            <a:off x="1464614" y="31211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5"/>
          <p:cNvSpPr txBox="1">
            <a:spLocks noGrp="1"/>
          </p:cNvSpPr>
          <p:nvPr>
            <p:ph type="title" idx="2"/>
          </p:nvPr>
        </p:nvSpPr>
        <p:spPr>
          <a:xfrm>
            <a:off x="4936786" y="312112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3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"/>
          <p:cNvSpPr txBox="1">
            <a:spLocks noGrp="1"/>
          </p:cNvSpPr>
          <p:nvPr>
            <p:ph type="subTitle" idx="1"/>
          </p:nvPr>
        </p:nvSpPr>
        <p:spPr>
          <a:xfrm>
            <a:off x="5055286" y="3608747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0" name="Google Shape;260;p5"/>
          <p:cNvSpPr txBox="1">
            <a:spLocks noGrp="1"/>
          </p:cNvSpPr>
          <p:nvPr>
            <p:ph type="subTitle" idx="3"/>
          </p:nvPr>
        </p:nvSpPr>
        <p:spPr>
          <a:xfrm>
            <a:off x="1583289" y="3608747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5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264" name="Google Shape;264;p5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5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269" name="Google Shape;269;p5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5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9281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86" name="Google Shape;286;p6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287" name="Google Shape;287;p6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" name="Google Shape;300;p6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301" name="Google Shape;301;p6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6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6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6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6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6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6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6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516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 txBox="1">
            <a:spLocks noGrp="1"/>
          </p:cNvSpPr>
          <p:nvPr>
            <p:ph type="title"/>
          </p:nvPr>
        </p:nvSpPr>
        <p:spPr>
          <a:xfrm>
            <a:off x="720000" y="10157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7"/>
          <p:cNvSpPr txBox="1">
            <a:spLocks noGrp="1"/>
          </p:cNvSpPr>
          <p:nvPr>
            <p:ph type="subTitle" idx="1"/>
          </p:nvPr>
        </p:nvSpPr>
        <p:spPr>
          <a:xfrm>
            <a:off x="720000" y="18294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7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317" name="Google Shape;317;p7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322" name="Google Shape;322;p7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323" name="Google Shape;323;p7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7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7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7" name="Google Shape;337;p7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338" name="Google Shape;338;p7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8071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93" name="Google Shape;393;p8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394" name="Google Shape;394;p8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8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9" name="Google Shape;419;p8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420" name="Google Shape;420;p8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8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8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8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471" name="Google Shape;471;p8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2184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32985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9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529" name="Google Shape;529;p9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9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534" name="Google Shape;534;p9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535" name="Google Shape;535;p9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9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9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2" name="Google Shape;542;p9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543" name="Google Shape;543;p9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9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9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9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4661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51" name="Google Shape;551;p10"/>
          <p:cNvGrpSpPr/>
          <p:nvPr/>
        </p:nvGrpSpPr>
        <p:grpSpPr>
          <a:xfrm>
            <a:off x="-5596073" y="4700231"/>
            <a:ext cx="20336146" cy="3511718"/>
            <a:chOff x="-5596083" y="4138656"/>
            <a:chExt cx="20336146" cy="3511718"/>
          </a:xfrm>
        </p:grpSpPr>
        <p:sp>
          <p:nvSpPr>
            <p:cNvPr id="552" name="Google Shape;552;p10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0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0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0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0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0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0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0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5" name="Google Shape;565;p10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566" name="Google Shape;566;p10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0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0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0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0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0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0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0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0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0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5269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149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96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0" name="Google Shape;580;p11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1" name="Google Shape;581;p11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582" name="Google Shape;582;p11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11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587" name="Google Shape;587;p11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588" name="Google Shape;588;p11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5" name="Google Shape;595;p11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596" name="Google Shape;596;p1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1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2" name="Google Shape;602;p11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603" name="Google Shape;603;p11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" name="Google Shape;653;p11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654" name="Google Shape;654;p11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1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3667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839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3"/>
          <p:cNvSpPr/>
          <p:nvPr/>
        </p:nvSpPr>
        <p:spPr>
          <a:xfrm>
            <a:off x="-125" y="2821283"/>
            <a:ext cx="9143970" cy="4735597"/>
          </a:xfrm>
          <a:custGeom>
            <a:avLst/>
            <a:gdLst/>
            <a:ahLst/>
            <a:cxnLst/>
            <a:rect l="l" t="t" r="r" b="b"/>
            <a:pathLst>
              <a:path w="38535" h="19957" extrusionOk="0">
                <a:moveTo>
                  <a:pt x="0" y="1"/>
                </a:moveTo>
                <a:lnTo>
                  <a:pt x="0" y="19957"/>
                </a:lnTo>
                <a:lnTo>
                  <a:pt x="38534" y="19833"/>
                </a:lnTo>
                <a:lnTo>
                  <a:pt x="38534" y="140"/>
                </a:lnTo>
                <a:lnTo>
                  <a:pt x="19266" y="4680"/>
                </a:lnTo>
                <a:close/>
              </a:path>
            </a:pathLst>
          </a:custGeom>
          <a:solidFill>
            <a:srgbClr val="0E0F21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0" name="Google Shape;710;p13"/>
          <p:cNvGrpSpPr/>
          <p:nvPr/>
        </p:nvGrpSpPr>
        <p:grpSpPr>
          <a:xfrm>
            <a:off x="-5596083" y="4291056"/>
            <a:ext cx="20336146" cy="3511718"/>
            <a:chOff x="-5596083" y="4138656"/>
            <a:chExt cx="20336146" cy="3511718"/>
          </a:xfrm>
        </p:grpSpPr>
        <p:sp>
          <p:nvSpPr>
            <p:cNvPr id="711" name="Google Shape;711;p13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4" name="Google Shape;724;p13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725" name="Google Shape;725;p13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3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3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3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3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3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3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3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3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3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6" name="Google Shape;736;p13"/>
          <p:cNvSpPr txBox="1">
            <a:spLocks noGrp="1"/>
          </p:cNvSpPr>
          <p:nvPr>
            <p:ph type="title"/>
          </p:nvPr>
        </p:nvSpPr>
        <p:spPr>
          <a:xfrm>
            <a:off x="2192700" y="539500"/>
            <a:ext cx="4758600" cy="12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13"/>
          <p:cNvSpPr txBox="1">
            <a:spLocks noGrp="1"/>
          </p:cNvSpPr>
          <p:nvPr>
            <p:ph type="subTitle" idx="1"/>
          </p:nvPr>
        </p:nvSpPr>
        <p:spPr>
          <a:xfrm>
            <a:off x="2192700" y="1760800"/>
            <a:ext cx="4758600" cy="122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8" name="Google Shape;738;p13"/>
          <p:cNvGrpSpPr/>
          <p:nvPr/>
        </p:nvGrpSpPr>
        <p:grpSpPr>
          <a:xfrm rot="5400000">
            <a:off x="-1347540" y="-1906916"/>
            <a:ext cx="4429134" cy="4534941"/>
            <a:chOff x="-1647359" y="2381552"/>
            <a:chExt cx="3867226" cy="3959610"/>
          </a:xfrm>
        </p:grpSpPr>
        <p:sp>
          <p:nvSpPr>
            <p:cNvPr id="739" name="Google Shape;739;p13"/>
            <p:cNvSpPr/>
            <p:nvPr/>
          </p:nvSpPr>
          <p:spPr>
            <a:xfrm rot="8100000">
              <a:off x="-926315" y="2908239"/>
              <a:ext cx="2407148" cy="3024847"/>
            </a:xfrm>
            <a:custGeom>
              <a:avLst/>
              <a:gdLst/>
              <a:ahLst/>
              <a:cxnLst/>
              <a:rect l="l" t="t" r="r" b="b"/>
              <a:pathLst>
                <a:path w="160048" h="201118" extrusionOk="0">
                  <a:moveTo>
                    <a:pt x="70638" y="13459"/>
                  </a:moveTo>
                  <a:cubicBezTo>
                    <a:pt x="72126" y="13459"/>
                    <a:pt x="73616" y="13692"/>
                    <a:pt x="75049" y="14146"/>
                  </a:cubicBezTo>
                  <a:cubicBezTo>
                    <a:pt x="75049" y="14146"/>
                    <a:pt x="76680" y="14604"/>
                    <a:pt x="77877" y="15378"/>
                  </a:cubicBezTo>
                  <a:cubicBezTo>
                    <a:pt x="78663" y="15818"/>
                    <a:pt x="79403" y="16329"/>
                    <a:pt x="80095" y="16904"/>
                  </a:cubicBezTo>
                  <a:cubicBezTo>
                    <a:pt x="81503" y="18089"/>
                    <a:pt x="82770" y="19397"/>
                    <a:pt x="84313" y="20412"/>
                  </a:cubicBezTo>
                  <a:cubicBezTo>
                    <a:pt x="85053" y="20882"/>
                    <a:pt x="85862" y="21245"/>
                    <a:pt x="86707" y="21480"/>
                  </a:cubicBezTo>
                  <a:cubicBezTo>
                    <a:pt x="89623" y="24320"/>
                    <a:pt x="97004" y="25552"/>
                    <a:pt x="99298" y="26244"/>
                  </a:cubicBezTo>
                  <a:cubicBezTo>
                    <a:pt x="101258" y="26819"/>
                    <a:pt x="102901" y="27770"/>
                    <a:pt x="103077" y="29835"/>
                  </a:cubicBezTo>
                  <a:cubicBezTo>
                    <a:pt x="103065" y="29929"/>
                    <a:pt x="103071" y="30023"/>
                    <a:pt x="103083" y="30117"/>
                  </a:cubicBezTo>
                  <a:cubicBezTo>
                    <a:pt x="103083" y="30181"/>
                    <a:pt x="103089" y="30240"/>
                    <a:pt x="103089" y="30299"/>
                  </a:cubicBezTo>
                  <a:cubicBezTo>
                    <a:pt x="103030" y="32857"/>
                    <a:pt x="100220" y="34992"/>
                    <a:pt x="98424" y="36436"/>
                  </a:cubicBezTo>
                  <a:cubicBezTo>
                    <a:pt x="93906" y="40062"/>
                    <a:pt x="88268" y="42808"/>
                    <a:pt x="82835" y="44744"/>
                  </a:cubicBezTo>
                  <a:cubicBezTo>
                    <a:pt x="80887" y="45442"/>
                    <a:pt x="78962" y="45976"/>
                    <a:pt x="77032" y="46293"/>
                  </a:cubicBezTo>
                  <a:cubicBezTo>
                    <a:pt x="76242" y="45973"/>
                    <a:pt x="75115" y="45929"/>
                    <a:pt x="74367" y="45929"/>
                  </a:cubicBezTo>
                  <a:cubicBezTo>
                    <a:pt x="74127" y="45929"/>
                    <a:pt x="73926" y="45934"/>
                    <a:pt x="73788" y="45935"/>
                  </a:cubicBezTo>
                  <a:cubicBezTo>
                    <a:pt x="73224" y="45941"/>
                    <a:pt x="70883" y="46064"/>
                    <a:pt x="70115" y="46340"/>
                  </a:cubicBezTo>
                  <a:cubicBezTo>
                    <a:pt x="68636" y="46088"/>
                    <a:pt x="67193" y="45659"/>
                    <a:pt x="65814" y="45067"/>
                  </a:cubicBezTo>
                  <a:cubicBezTo>
                    <a:pt x="61243" y="43130"/>
                    <a:pt x="57318" y="40062"/>
                    <a:pt x="52589" y="38448"/>
                  </a:cubicBezTo>
                  <a:cubicBezTo>
                    <a:pt x="50431" y="37715"/>
                    <a:pt x="48136" y="37255"/>
                    <a:pt x="45853" y="37255"/>
                  </a:cubicBezTo>
                  <a:cubicBezTo>
                    <a:pt x="45542" y="37255"/>
                    <a:pt x="45231" y="37263"/>
                    <a:pt x="44921" y="37281"/>
                  </a:cubicBezTo>
                  <a:cubicBezTo>
                    <a:pt x="47561" y="35339"/>
                    <a:pt x="49908" y="33039"/>
                    <a:pt x="51908" y="30445"/>
                  </a:cubicBezTo>
                  <a:cubicBezTo>
                    <a:pt x="55265" y="26098"/>
                    <a:pt x="57353" y="20670"/>
                    <a:pt x="61472" y="16951"/>
                  </a:cubicBezTo>
                  <a:cubicBezTo>
                    <a:pt x="64095" y="14586"/>
                    <a:pt x="67361" y="13459"/>
                    <a:pt x="70638" y="13459"/>
                  </a:cubicBezTo>
                  <a:close/>
                  <a:moveTo>
                    <a:pt x="106256" y="30869"/>
                  </a:moveTo>
                  <a:cubicBezTo>
                    <a:pt x="109922" y="30869"/>
                    <a:pt x="113711" y="32706"/>
                    <a:pt x="117158" y="33578"/>
                  </a:cubicBezTo>
                  <a:cubicBezTo>
                    <a:pt x="117522" y="33672"/>
                    <a:pt x="117898" y="33754"/>
                    <a:pt x="118267" y="33831"/>
                  </a:cubicBezTo>
                  <a:cubicBezTo>
                    <a:pt x="117499" y="34206"/>
                    <a:pt x="116777" y="34658"/>
                    <a:pt x="116108" y="35180"/>
                  </a:cubicBezTo>
                  <a:cubicBezTo>
                    <a:pt x="109132" y="40631"/>
                    <a:pt x="107695" y="52178"/>
                    <a:pt x="98641" y="55217"/>
                  </a:cubicBezTo>
                  <a:cubicBezTo>
                    <a:pt x="97573" y="55577"/>
                    <a:pt x="96492" y="55737"/>
                    <a:pt x="95417" y="55737"/>
                  </a:cubicBezTo>
                  <a:cubicBezTo>
                    <a:pt x="91543" y="55737"/>
                    <a:pt x="87733" y="53657"/>
                    <a:pt x="84771" y="51315"/>
                  </a:cubicBezTo>
                  <a:cubicBezTo>
                    <a:pt x="83210" y="50077"/>
                    <a:pt x="81697" y="48880"/>
                    <a:pt x="80101" y="47877"/>
                  </a:cubicBezTo>
                  <a:cubicBezTo>
                    <a:pt x="83111" y="47050"/>
                    <a:pt x="86056" y="45794"/>
                    <a:pt x="88761" y="44550"/>
                  </a:cubicBezTo>
                  <a:cubicBezTo>
                    <a:pt x="92627" y="42767"/>
                    <a:pt x="104286" y="37023"/>
                    <a:pt x="105277" y="30915"/>
                  </a:cubicBezTo>
                  <a:cubicBezTo>
                    <a:pt x="105602" y="30883"/>
                    <a:pt x="105928" y="30869"/>
                    <a:pt x="106256" y="30869"/>
                  </a:cubicBezTo>
                  <a:close/>
                  <a:moveTo>
                    <a:pt x="70179" y="48499"/>
                  </a:moveTo>
                  <a:cubicBezTo>
                    <a:pt x="71083" y="48663"/>
                    <a:pt x="71992" y="48763"/>
                    <a:pt x="72902" y="48810"/>
                  </a:cubicBezTo>
                  <a:cubicBezTo>
                    <a:pt x="73160" y="48820"/>
                    <a:pt x="73418" y="48825"/>
                    <a:pt x="73677" y="48825"/>
                  </a:cubicBezTo>
                  <a:cubicBezTo>
                    <a:pt x="74791" y="48825"/>
                    <a:pt x="75903" y="48733"/>
                    <a:pt x="77003" y="48552"/>
                  </a:cubicBezTo>
                  <a:cubicBezTo>
                    <a:pt x="79801" y="49866"/>
                    <a:pt x="82131" y="51925"/>
                    <a:pt x="84730" y="53885"/>
                  </a:cubicBezTo>
                  <a:cubicBezTo>
                    <a:pt x="87736" y="56147"/>
                    <a:pt x="91554" y="57768"/>
                    <a:pt x="95382" y="57768"/>
                  </a:cubicBezTo>
                  <a:cubicBezTo>
                    <a:pt x="95992" y="57768"/>
                    <a:pt x="96602" y="57727"/>
                    <a:pt x="97210" y="57640"/>
                  </a:cubicBezTo>
                  <a:lnTo>
                    <a:pt x="97444" y="57605"/>
                  </a:lnTo>
                  <a:lnTo>
                    <a:pt x="97444" y="57605"/>
                  </a:lnTo>
                  <a:cubicBezTo>
                    <a:pt x="91906" y="61395"/>
                    <a:pt x="92029" y="68999"/>
                    <a:pt x="92410" y="75324"/>
                  </a:cubicBezTo>
                  <a:cubicBezTo>
                    <a:pt x="92645" y="79208"/>
                    <a:pt x="93132" y="83227"/>
                    <a:pt x="92428" y="87094"/>
                  </a:cubicBezTo>
                  <a:cubicBezTo>
                    <a:pt x="91724" y="90960"/>
                    <a:pt x="89359" y="95261"/>
                    <a:pt x="85317" y="96182"/>
                  </a:cubicBezTo>
                  <a:cubicBezTo>
                    <a:pt x="84717" y="96319"/>
                    <a:pt x="84096" y="96380"/>
                    <a:pt x="83463" y="96380"/>
                  </a:cubicBezTo>
                  <a:cubicBezTo>
                    <a:pt x="80269" y="96380"/>
                    <a:pt x="76763" y="94820"/>
                    <a:pt x="74104" y="93542"/>
                  </a:cubicBezTo>
                  <a:cubicBezTo>
                    <a:pt x="71200" y="92140"/>
                    <a:pt x="68284" y="90479"/>
                    <a:pt x="65069" y="89934"/>
                  </a:cubicBezTo>
                  <a:cubicBezTo>
                    <a:pt x="64644" y="89857"/>
                    <a:pt x="64213" y="89822"/>
                    <a:pt x="63783" y="89822"/>
                  </a:cubicBezTo>
                  <a:cubicBezTo>
                    <a:pt x="63750" y="89822"/>
                    <a:pt x="63717" y="89822"/>
                    <a:pt x="63684" y="89822"/>
                  </a:cubicBezTo>
                  <a:cubicBezTo>
                    <a:pt x="63766" y="86666"/>
                    <a:pt x="62569" y="83028"/>
                    <a:pt x="61578" y="80640"/>
                  </a:cubicBezTo>
                  <a:cubicBezTo>
                    <a:pt x="59020" y="74421"/>
                    <a:pt x="56063" y="68195"/>
                    <a:pt x="58533" y="61419"/>
                  </a:cubicBezTo>
                  <a:cubicBezTo>
                    <a:pt x="59759" y="58051"/>
                    <a:pt x="62628" y="55563"/>
                    <a:pt x="64969" y="52958"/>
                  </a:cubicBezTo>
                  <a:cubicBezTo>
                    <a:pt x="66377" y="51397"/>
                    <a:pt x="68137" y="49408"/>
                    <a:pt x="70179" y="48499"/>
                  </a:cubicBezTo>
                  <a:close/>
                  <a:moveTo>
                    <a:pt x="41824" y="93238"/>
                  </a:moveTo>
                  <a:cubicBezTo>
                    <a:pt x="44143" y="93238"/>
                    <a:pt x="46753" y="94157"/>
                    <a:pt x="48523" y="94669"/>
                  </a:cubicBezTo>
                  <a:cubicBezTo>
                    <a:pt x="51159" y="95429"/>
                    <a:pt x="53784" y="96273"/>
                    <a:pt x="56486" y="96273"/>
                  </a:cubicBezTo>
                  <a:cubicBezTo>
                    <a:pt x="57140" y="96273"/>
                    <a:pt x="57798" y="96224"/>
                    <a:pt x="58462" y="96112"/>
                  </a:cubicBezTo>
                  <a:lnTo>
                    <a:pt x="58462" y="96112"/>
                  </a:lnTo>
                  <a:cubicBezTo>
                    <a:pt x="58368" y="99585"/>
                    <a:pt x="59888" y="103288"/>
                    <a:pt x="61214" y="106227"/>
                  </a:cubicBezTo>
                  <a:cubicBezTo>
                    <a:pt x="63414" y="111120"/>
                    <a:pt x="66495" y="115697"/>
                    <a:pt x="67709" y="120983"/>
                  </a:cubicBezTo>
                  <a:cubicBezTo>
                    <a:pt x="68442" y="124146"/>
                    <a:pt x="69053" y="127502"/>
                    <a:pt x="68894" y="130758"/>
                  </a:cubicBezTo>
                  <a:cubicBezTo>
                    <a:pt x="68841" y="131979"/>
                    <a:pt x="68577" y="133686"/>
                    <a:pt x="67240" y="134126"/>
                  </a:cubicBezTo>
                  <a:cubicBezTo>
                    <a:pt x="66997" y="134206"/>
                    <a:pt x="66744" y="134241"/>
                    <a:pt x="66486" y="134241"/>
                  </a:cubicBezTo>
                  <a:cubicBezTo>
                    <a:pt x="65327" y="134241"/>
                    <a:pt x="64062" y="133536"/>
                    <a:pt x="63150" y="133047"/>
                  </a:cubicBezTo>
                  <a:cubicBezTo>
                    <a:pt x="59876" y="131327"/>
                    <a:pt x="56896" y="129098"/>
                    <a:pt x="53686" y="127256"/>
                  </a:cubicBezTo>
                  <a:cubicBezTo>
                    <a:pt x="50762" y="125566"/>
                    <a:pt x="47468" y="123964"/>
                    <a:pt x="44016" y="123964"/>
                  </a:cubicBezTo>
                  <a:cubicBezTo>
                    <a:pt x="43991" y="123964"/>
                    <a:pt x="43966" y="123964"/>
                    <a:pt x="43941" y="123964"/>
                  </a:cubicBezTo>
                  <a:cubicBezTo>
                    <a:pt x="42409" y="123970"/>
                    <a:pt x="40796" y="124510"/>
                    <a:pt x="39587" y="125489"/>
                  </a:cubicBezTo>
                  <a:cubicBezTo>
                    <a:pt x="39863" y="120297"/>
                    <a:pt x="38830" y="115445"/>
                    <a:pt x="37592" y="110428"/>
                  </a:cubicBezTo>
                  <a:cubicBezTo>
                    <a:pt x="36454" y="105846"/>
                    <a:pt x="34424" y="98576"/>
                    <a:pt x="38126" y="94604"/>
                  </a:cubicBezTo>
                  <a:cubicBezTo>
                    <a:pt x="39070" y="93589"/>
                    <a:pt x="40391" y="93238"/>
                    <a:pt x="41824" y="93238"/>
                  </a:cubicBezTo>
                  <a:close/>
                  <a:moveTo>
                    <a:pt x="79178" y="1"/>
                  </a:moveTo>
                  <a:cubicBezTo>
                    <a:pt x="78945" y="1"/>
                    <a:pt x="78704" y="87"/>
                    <a:pt x="78487" y="293"/>
                  </a:cubicBezTo>
                  <a:cubicBezTo>
                    <a:pt x="76052" y="2605"/>
                    <a:pt x="73506" y="6742"/>
                    <a:pt x="73576" y="10326"/>
                  </a:cubicBezTo>
                  <a:cubicBezTo>
                    <a:pt x="72192" y="10611"/>
                    <a:pt x="70783" y="10769"/>
                    <a:pt x="69371" y="10769"/>
                  </a:cubicBezTo>
                  <a:cubicBezTo>
                    <a:pt x="68222" y="10769"/>
                    <a:pt x="67071" y="10664"/>
                    <a:pt x="65931" y="10438"/>
                  </a:cubicBezTo>
                  <a:cubicBezTo>
                    <a:pt x="63068" y="9863"/>
                    <a:pt x="61149" y="7897"/>
                    <a:pt x="58756" y="6442"/>
                  </a:cubicBezTo>
                  <a:cubicBezTo>
                    <a:pt x="57450" y="5643"/>
                    <a:pt x="56128" y="5303"/>
                    <a:pt x="54824" y="5303"/>
                  </a:cubicBezTo>
                  <a:cubicBezTo>
                    <a:pt x="51503" y="5303"/>
                    <a:pt x="48293" y="7506"/>
                    <a:pt x="45736" y="9945"/>
                  </a:cubicBezTo>
                  <a:cubicBezTo>
                    <a:pt x="45050" y="10602"/>
                    <a:pt x="44821" y="11258"/>
                    <a:pt x="45087" y="11258"/>
                  </a:cubicBezTo>
                  <a:cubicBezTo>
                    <a:pt x="45197" y="11258"/>
                    <a:pt x="45391" y="11147"/>
                    <a:pt x="45672" y="10878"/>
                  </a:cubicBezTo>
                  <a:cubicBezTo>
                    <a:pt x="47989" y="8672"/>
                    <a:pt x="50829" y="7410"/>
                    <a:pt x="54038" y="7381"/>
                  </a:cubicBezTo>
                  <a:cubicBezTo>
                    <a:pt x="54062" y="7381"/>
                    <a:pt x="54086" y="7381"/>
                    <a:pt x="54109" y="7381"/>
                  </a:cubicBezTo>
                  <a:cubicBezTo>
                    <a:pt x="57145" y="7381"/>
                    <a:pt x="58833" y="9246"/>
                    <a:pt x="61226" y="10714"/>
                  </a:cubicBezTo>
                  <a:cubicBezTo>
                    <a:pt x="62481" y="11482"/>
                    <a:pt x="63854" y="12040"/>
                    <a:pt x="65286" y="12380"/>
                  </a:cubicBezTo>
                  <a:cubicBezTo>
                    <a:pt x="64042" y="12826"/>
                    <a:pt x="62863" y="13418"/>
                    <a:pt x="61754" y="14134"/>
                  </a:cubicBezTo>
                  <a:cubicBezTo>
                    <a:pt x="57031" y="17215"/>
                    <a:pt x="54930" y="22595"/>
                    <a:pt x="51791" y="27036"/>
                  </a:cubicBezTo>
                  <a:cubicBezTo>
                    <a:pt x="48036" y="32335"/>
                    <a:pt x="43559" y="36547"/>
                    <a:pt x="37510" y="39105"/>
                  </a:cubicBezTo>
                  <a:cubicBezTo>
                    <a:pt x="36877" y="39369"/>
                    <a:pt x="36859" y="39974"/>
                    <a:pt x="37141" y="40426"/>
                  </a:cubicBezTo>
                  <a:lnTo>
                    <a:pt x="37011" y="40549"/>
                  </a:lnTo>
                  <a:cubicBezTo>
                    <a:pt x="36464" y="40646"/>
                    <a:pt x="35885" y="40689"/>
                    <a:pt x="35281" y="40689"/>
                  </a:cubicBezTo>
                  <a:cubicBezTo>
                    <a:pt x="30773" y="40689"/>
                    <a:pt x="24876" y="38298"/>
                    <a:pt x="20037" y="38231"/>
                  </a:cubicBezTo>
                  <a:cubicBezTo>
                    <a:pt x="19938" y="38349"/>
                    <a:pt x="19832" y="38478"/>
                    <a:pt x="19727" y="38595"/>
                  </a:cubicBezTo>
                  <a:cubicBezTo>
                    <a:pt x="19198" y="39229"/>
                    <a:pt x="18729" y="39921"/>
                    <a:pt x="18236" y="40590"/>
                  </a:cubicBezTo>
                  <a:cubicBezTo>
                    <a:pt x="18825" y="40473"/>
                    <a:pt x="19443" y="40425"/>
                    <a:pt x="20074" y="40425"/>
                  </a:cubicBezTo>
                  <a:cubicBezTo>
                    <a:pt x="22046" y="40425"/>
                    <a:pt x="24146" y="40900"/>
                    <a:pt x="25893" y="41265"/>
                  </a:cubicBezTo>
                  <a:cubicBezTo>
                    <a:pt x="28791" y="41862"/>
                    <a:pt x="31959" y="42808"/>
                    <a:pt x="35028" y="42808"/>
                  </a:cubicBezTo>
                  <a:cubicBezTo>
                    <a:pt x="35065" y="42808"/>
                    <a:pt x="35103" y="42808"/>
                    <a:pt x="35140" y="42808"/>
                  </a:cubicBezTo>
                  <a:lnTo>
                    <a:pt x="35140" y="42808"/>
                  </a:lnTo>
                  <a:cubicBezTo>
                    <a:pt x="34002" y="44462"/>
                    <a:pt x="33104" y="46293"/>
                    <a:pt x="32347" y="47989"/>
                  </a:cubicBezTo>
                  <a:cubicBezTo>
                    <a:pt x="30528" y="52072"/>
                    <a:pt x="29290" y="56390"/>
                    <a:pt x="28662" y="60814"/>
                  </a:cubicBezTo>
                  <a:cubicBezTo>
                    <a:pt x="28076" y="64980"/>
                    <a:pt x="29243" y="68465"/>
                    <a:pt x="31461" y="71968"/>
                  </a:cubicBezTo>
                  <a:cubicBezTo>
                    <a:pt x="33784" y="75647"/>
                    <a:pt x="36976" y="79097"/>
                    <a:pt x="37017" y="83691"/>
                  </a:cubicBezTo>
                  <a:cubicBezTo>
                    <a:pt x="37035" y="85392"/>
                    <a:pt x="36190" y="87282"/>
                    <a:pt x="35615" y="88854"/>
                  </a:cubicBezTo>
                  <a:cubicBezTo>
                    <a:pt x="34906" y="90793"/>
                    <a:pt x="34109" y="93208"/>
                    <a:pt x="31865" y="93208"/>
                  </a:cubicBezTo>
                  <a:cubicBezTo>
                    <a:pt x="31657" y="93208"/>
                    <a:pt x="31437" y="93187"/>
                    <a:pt x="31203" y="93143"/>
                  </a:cubicBezTo>
                  <a:cubicBezTo>
                    <a:pt x="28950" y="92721"/>
                    <a:pt x="26890" y="90966"/>
                    <a:pt x="25042" y="89699"/>
                  </a:cubicBezTo>
                  <a:cubicBezTo>
                    <a:pt x="23458" y="88614"/>
                    <a:pt x="21845" y="87563"/>
                    <a:pt x="20167" y="86625"/>
                  </a:cubicBezTo>
                  <a:cubicBezTo>
                    <a:pt x="18717" y="85809"/>
                    <a:pt x="17157" y="85046"/>
                    <a:pt x="15537" y="84542"/>
                  </a:cubicBezTo>
                  <a:cubicBezTo>
                    <a:pt x="15567" y="84102"/>
                    <a:pt x="15361" y="83656"/>
                    <a:pt x="14816" y="83497"/>
                  </a:cubicBezTo>
                  <a:cubicBezTo>
                    <a:pt x="10122" y="82148"/>
                    <a:pt x="3809" y="81579"/>
                    <a:pt x="2565" y="75952"/>
                  </a:cubicBezTo>
                  <a:cubicBezTo>
                    <a:pt x="1790" y="72479"/>
                    <a:pt x="2160" y="68518"/>
                    <a:pt x="3216" y="64851"/>
                  </a:cubicBezTo>
                  <a:lnTo>
                    <a:pt x="3216" y="64851"/>
                  </a:lnTo>
                  <a:cubicBezTo>
                    <a:pt x="2430" y="65925"/>
                    <a:pt x="1556" y="67028"/>
                    <a:pt x="476" y="67843"/>
                  </a:cubicBezTo>
                  <a:cubicBezTo>
                    <a:pt x="1" y="70941"/>
                    <a:pt x="30" y="74104"/>
                    <a:pt x="681" y="77049"/>
                  </a:cubicBezTo>
                  <a:cubicBezTo>
                    <a:pt x="1638" y="81373"/>
                    <a:pt x="5563" y="83087"/>
                    <a:pt x="9541" y="84237"/>
                  </a:cubicBezTo>
                  <a:cubicBezTo>
                    <a:pt x="6191" y="85310"/>
                    <a:pt x="5123" y="89365"/>
                    <a:pt x="4847" y="92533"/>
                  </a:cubicBezTo>
                  <a:cubicBezTo>
                    <a:pt x="4348" y="98388"/>
                    <a:pt x="6384" y="104314"/>
                    <a:pt x="7734" y="109924"/>
                  </a:cubicBezTo>
                  <a:cubicBezTo>
                    <a:pt x="7860" y="110440"/>
                    <a:pt x="8253" y="110663"/>
                    <a:pt x="8660" y="110663"/>
                  </a:cubicBezTo>
                  <a:cubicBezTo>
                    <a:pt x="9276" y="110663"/>
                    <a:pt x="9925" y="110153"/>
                    <a:pt x="9735" y="109372"/>
                  </a:cubicBezTo>
                  <a:cubicBezTo>
                    <a:pt x="8442" y="104011"/>
                    <a:pt x="3092" y="86035"/>
                    <a:pt x="12038" y="86035"/>
                  </a:cubicBezTo>
                  <a:cubicBezTo>
                    <a:pt x="12835" y="86035"/>
                    <a:pt x="13744" y="86177"/>
                    <a:pt x="14780" y="86484"/>
                  </a:cubicBezTo>
                  <a:cubicBezTo>
                    <a:pt x="18477" y="87569"/>
                    <a:pt x="21780" y="89957"/>
                    <a:pt x="24919" y="92116"/>
                  </a:cubicBezTo>
                  <a:cubicBezTo>
                    <a:pt x="26771" y="93394"/>
                    <a:pt x="29631" y="95340"/>
                    <a:pt x="32179" y="95340"/>
                  </a:cubicBezTo>
                  <a:cubicBezTo>
                    <a:pt x="33329" y="95340"/>
                    <a:pt x="34415" y="94944"/>
                    <a:pt x="35316" y="93912"/>
                  </a:cubicBezTo>
                  <a:cubicBezTo>
                    <a:pt x="36413" y="92650"/>
                    <a:pt x="37023" y="90943"/>
                    <a:pt x="37610" y="89400"/>
                  </a:cubicBezTo>
                  <a:cubicBezTo>
                    <a:pt x="38197" y="87863"/>
                    <a:pt x="39000" y="85932"/>
                    <a:pt x="39071" y="84219"/>
                  </a:cubicBezTo>
                  <a:cubicBezTo>
                    <a:pt x="39253" y="79948"/>
                    <a:pt x="37035" y="76474"/>
                    <a:pt x="34700" y="73083"/>
                  </a:cubicBezTo>
                  <a:cubicBezTo>
                    <a:pt x="32065" y="69257"/>
                    <a:pt x="30053" y="65690"/>
                    <a:pt x="30728" y="60902"/>
                  </a:cubicBezTo>
                  <a:cubicBezTo>
                    <a:pt x="31379" y="56302"/>
                    <a:pt x="32828" y="51702"/>
                    <a:pt x="34841" y="47519"/>
                  </a:cubicBezTo>
                  <a:cubicBezTo>
                    <a:pt x="35773" y="45571"/>
                    <a:pt x="36894" y="43793"/>
                    <a:pt x="38302" y="42374"/>
                  </a:cubicBezTo>
                  <a:lnTo>
                    <a:pt x="38308" y="42374"/>
                  </a:lnTo>
                  <a:cubicBezTo>
                    <a:pt x="38625" y="42303"/>
                    <a:pt x="38877" y="42068"/>
                    <a:pt x="38977" y="41757"/>
                  </a:cubicBezTo>
                  <a:cubicBezTo>
                    <a:pt x="40573" y="40390"/>
                    <a:pt x="42527" y="39481"/>
                    <a:pt x="44956" y="39323"/>
                  </a:cubicBezTo>
                  <a:cubicBezTo>
                    <a:pt x="45276" y="39302"/>
                    <a:pt x="45595" y="39292"/>
                    <a:pt x="45913" y="39292"/>
                  </a:cubicBezTo>
                  <a:cubicBezTo>
                    <a:pt x="50689" y="39292"/>
                    <a:pt x="55180" y="41573"/>
                    <a:pt x="59202" y="43922"/>
                  </a:cubicBezTo>
                  <a:cubicBezTo>
                    <a:pt x="61865" y="45483"/>
                    <a:pt x="64558" y="46903"/>
                    <a:pt x="67416" y="47801"/>
                  </a:cubicBezTo>
                  <a:cubicBezTo>
                    <a:pt x="66119" y="48757"/>
                    <a:pt x="64940" y="49936"/>
                    <a:pt x="63884" y="51081"/>
                  </a:cubicBezTo>
                  <a:cubicBezTo>
                    <a:pt x="60651" y="54560"/>
                    <a:pt x="57289" y="57857"/>
                    <a:pt x="55992" y="62557"/>
                  </a:cubicBezTo>
                  <a:cubicBezTo>
                    <a:pt x="53551" y="71387"/>
                    <a:pt x="59712" y="78704"/>
                    <a:pt x="61408" y="86918"/>
                  </a:cubicBezTo>
                  <a:cubicBezTo>
                    <a:pt x="61660" y="88091"/>
                    <a:pt x="61724" y="89241"/>
                    <a:pt x="61572" y="90268"/>
                  </a:cubicBezTo>
                  <a:cubicBezTo>
                    <a:pt x="60398" y="90790"/>
                    <a:pt x="59489" y="91770"/>
                    <a:pt x="58961" y="93255"/>
                  </a:cubicBezTo>
                  <a:cubicBezTo>
                    <a:pt x="58891" y="93454"/>
                    <a:pt x="58838" y="93659"/>
                    <a:pt x="58779" y="93865"/>
                  </a:cubicBezTo>
                  <a:cubicBezTo>
                    <a:pt x="58304" y="94035"/>
                    <a:pt x="57811" y="94146"/>
                    <a:pt x="57312" y="94199"/>
                  </a:cubicBezTo>
                  <a:cubicBezTo>
                    <a:pt x="56955" y="94238"/>
                    <a:pt x="56596" y="94256"/>
                    <a:pt x="56237" y="94256"/>
                  </a:cubicBezTo>
                  <a:cubicBezTo>
                    <a:pt x="52916" y="94256"/>
                    <a:pt x="49533" y="92717"/>
                    <a:pt x="46393" y="91923"/>
                  </a:cubicBezTo>
                  <a:cubicBezTo>
                    <a:pt x="44965" y="91562"/>
                    <a:pt x="43357" y="91239"/>
                    <a:pt x="41788" y="91239"/>
                  </a:cubicBezTo>
                  <a:cubicBezTo>
                    <a:pt x="40139" y="91239"/>
                    <a:pt x="38533" y="91596"/>
                    <a:pt x="37223" y="92639"/>
                  </a:cubicBezTo>
                  <a:cubicBezTo>
                    <a:pt x="33796" y="95373"/>
                    <a:pt x="33814" y="100700"/>
                    <a:pt x="34301" y="104631"/>
                  </a:cubicBezTo>
                  <a:cubicBezTo>
                    <a:pt x="34741" y="108157"/>
                    <a:pt x="35773" y="111590"/>
                    <a:pt x="36577" y="115046"/>
                  </a:cubicBezTo>
                  <a:cubicBezTo>
                    <a:pt x="37387" y="118496"/>
                    <a:pt x="37639" y="121928"/>
                    <a:pt x="37516" y="125478"/>
                  </a:cubicBezTo>
                  <a:cubicBezTo>
                    <a:pt x="37469" y="126657"/>
                    <a:pt x="37369" y="127913"/>
                    <a:pt x="36847" y="128992"/>
                  </a:cubicBezTo>
                  <a:cubicBezTo>
                    <a:pt x="36503" y="129699"/>
                    <a:pt x="35920" y="129931"/>
                    <a:pt x="35272" y="129931"/>
                  </a:cubicBezTo>
                  <a:cubicBezTo>
                    <a:pt x="34528" y="129931"/>
                    <a:pt x="33700" y="129624"/>
                    <a:pt x="33057" y="129379"/>
                  </a:cubicBezTo>
                  <a:cubicBezTo>
                    <a:pt x="29003" y="127848"/>
                    <a:pt x="25277" y="125624"/>
                    <a:pt x="21416" y="123682"/>
                  </a:cubicBezTo>
                  <a:cubicBezTo>
                    <a:pt x="21255" y="123591"/>
                    <a:pt x="21077" y="123547"/>
                    <a:pt x="20900" y="123547"/>
                  </a:cubicBezTo>
                  <a:cubicBezTo>
                    <a:pt x="20632" y="123547"/>
                    <a:pt x="20366" y="123649"/>
                    <a:pt x="20161" y="123847"/>
                  </a:cubicBezTo>
                  <a:lnTo>
                    <a:pt x="19979" y="124005"/>
                  </a:lnTo>
                  <a:cubicBezTo>
                    <a:pt x="19427" y="124492"/>
                    <a:pt x="19685" y="125261"/>
                    <a:pt x="20184" y="125636"/>
                  </a:cubicBezTo>
                  <a:cubicBezTo>
                    <a:pt x="20413" y="125800"/>
                    <a:pt x="20677" y="125877"/>
                    <a:pt x="20923" y="126023"/>
                  </a:cubicBezTo>
                  <a:cubicBezTo>
                    <a:pt x="21080" y="126118"/>
                    <a:pt x="21259" y="126169"/>
                    <a:pt x="21439" y="126169"/>
                  </a:cubicBezTo>
                  <a:cubicBezTo>
                    <a:pt x="21516" y="126169"/>
                    <a:pt x="21593" y="126160"/>
                    <a:pt x="21669" y="126141"/>
                  </a:cubicBezTo>
                  <a:cubicBezTo>
                    <a:pt x="23881" y="127291"/>
                    <a:pt x="26075" y="128488"/>
                    <a:pt x="28322" y="129585"/>
                  </a:cubicBezTo>
                  <a:cubicBezTo>
                    <a:pt x="30563" y="130688"/>
                    <a:pt x="32840" y="131861"/>
                    <a:pt x="35257" y="132008"/>
                  </a:cubicBezTo>
                  <a:cubicBezTo>
                    <a:pt x="35348" y="132014"/>
                    <a:pt x="35437" y="132016"/>
                    <a:pt x="35524" y="132016"/>
                  </a:cubicBezTo>
                  <a:cubicBezTo>
                    <a:pt x="36534" y="132016"/>
                    <a:pt x="37295" y="131646"/>
                    <a:pt x="37862" y="131052"/>
                  </a:cubicBezTo>
                  <a:cubicBezTo>
                    <a:pt x="38373" y="132917"/>
                    <a:pt x="39628" y="134689"/>
                    <a:pt x="40714" y="136080"/>
                  </a:cubicBezTo>
                  <a:cubicBezTo>
                    <a:pt x="43008" y="138990"/>
                    <a:pt x="45748" y="141519"/>
                    <a:pt x="48541" y="143948"/>
                  </a:cubicBezTo>
                  <a:cubicBezTo>
                    <a:pt x="57629" y="151828"/>
                    <a:pt x="66676" y="159790"/>
                    <a:pt x="72608" y="170427"/>
                  </a:cubicBezTo>
                  <a:cubicBezTo>
                    <a:pt x="75184" y="175045"/>
                    <a:pt x="76885" y="179944"/>
                    <a:pt x="77466" y="185201"/>
                  </a:cubicBezTo>
                  <a:cubicBezTo>
                    <a:pt x="77994" y="189947"/>
                    <a:pt x="77701" y="196085"/>
                    <a:pt x="73436" y="199136"/>
                  </a:cubicBezTo>
                  <a:cubicBezTo>
                    <a:pt x="72546" y="199772"/>
                    <a:pt x="73102" y="201117"/>
                    <a:pt x="73939" y="201117"/>
                  </a:cubicBezTo>
                  <a:cubicBezTo>
                    <a:pt x="74113" y="201117"/>
                    <a:pt x="74298" y="201059"/>
                    <a:pt x="74486" y="200925"/>
                  </a:cubicBezTo>
                  <a:cubicBezTo>
                    <a:pt x="80975" y="196284"/>
                    <a:pt x="80242" y="186785"/>
                    <a:pt x="78640" y="179920"/>
                  </a:cubicBezTo>
                  <a:cubicBezTo>
                    <a:pt x="76475" y="170673"/>
                    <a:pt x="70602" y="162506"/>
                    <a:pt x="64241" y="155659"/>
                  </a:cubicBezTo>
                  <a:cubicBezTo>
                    <a:pt x="58527" y="149504"/>
                    <a:pt x="51809" y="144505"/>
                    <a:pt x="45830" y="138650"/>
                  </a:cubicBezTo>
                  <a:cubicBezTo>
                    <a:pt x="43424" y="136297"/>
                    <a:pt x="40596" y="133463"/>
                    <a:pt x="39798" y="130084"/>
                  </a:cubicBezTo>
                  <a:cubicBezTo>
                    <a:pt x="39098" y="127120"/>
                    <a:pt x="42055" y="126124"/>
                    <a:pt x="44558" y="126124"/>
                  </a:cubicBezTo>
                  <a:cubicBezTo>
                    <a:pt x="45201" y="126124"/>
                    <a:pt x="45815" y="126190"/>
                    <a:pt x="46329" y="126305"/>
                  </a:cubicBezTo>
                  <a:cubicBezTo>
                    <a:pt x="50090" y="127150"/>
                    <a:pt x="53504" y="129485"/>
                    <a:pt x="56702" y="131521"/>
                  </a:cubicBezTo>
                  <a:cubicBezTo>
                    <a:pt x="59266" y="133158"/>
                    <a:pt x="61906" y="135194"/>
                    <a:pt x="64881" y="136027"/>
                  </a:cubicBezTo>
                  <a:cubicBezTo>
                    <a:pt x="65556" y="136212"/>
                    <a:pt x="66160" y="136298"/>
                    <a:pt x="66698" y="136298"/>
                  </a:cubicBezTo>
                  <a:cubicBezTo>
                    <a:pt x="67834" y="136298"/>
                    <a:pt x="68682" y="135915"/>
                    <a:pt x="69311" y="135270"/>
                  </a:cubicBezTo>
                  <a:lnTo>
                    <a:pt x="69311" y="135270"/>
                  </a:lnTo>
                  <a:cubicBezTo>
                    <a:pt x="68765" y="136684"/>
                    <a:pt x="68771" y="138439"/>
                    <a:pt x="68988" y="139800"/>
                  </a:cubicBezTo>
                  <a:cubicBezTo>
                    <a:pt x="69810" y="145162"/>
                    <a:pt x="72784" y="148771"/>
                    <a:pt x="75835" y="153048"/>
                  </a:cubicBezTo>
                  <a:cubicBezTo>
                    <a:pt x="79373" y="158012"/>
                    <a:pt x="81849" y="163674"/>
                    <a:pt x="84859" y="168954"/>
                  </a:cubicBezTo>
                  <a:cubicBezTo>
                    <a:pt x="87863" y="174235"/>
                    <a:pt x="90638" y="179468"/>
                    <a:pt x="91378" y="185482"/>
                  </a:cubicBezTo>
                  <a:cubicBezTo>
                    <a:pt x="91665" y="187859"/>
                    <a:pt x="91636" y="190352"/>
                    <a:pt x="91665" y="192740"/>
                  </a:cubicBezTo>
                  <a:cubicBezTo>
                    <a:pt x="91671" y="193695"/>
                    <a:pt x="91648" y="198996"/>
                    <a:pt x="90839" y="198996"/>
                  </a:cubicBezTo>
                  <a:cubicBezTo>
                    <a:pt x="90833" y="198996"/>
                    <a:pt x="90827" y="198995"/>
                    <a:pt x="90820" y="198995"/>
                  </a:cubicBezTo>
                  <a:cubicBezTo>
                    <a:pt x="90778" y="198991"/>
                    <a:pt x="90738" y="198988"/>
                    <a:pt x="90699" y="198988"/>
                  </a:cubicBezTo>
                  <a:cubicBezTo>
                    <a:pt x="89496" y="198988"/>
                    <a:pt x="89547" y="200935"/>
                    <a:pt x="90820" y="201066"/>
                  </a:cubicBezTo>
                  <a:cubicBezTo>
                    <a:pt x="90903" y="201075"/>
                    <a:pt x="90984" y="201079"/>
                    <a:pt x="91063" y="201079"/>
                  </a:cubicBezTo>
                  <a:cubicBezTo>
                    <a:pt x="95291" y="201079"/>
                    <a:pt x="93571" y="188759"/>
                    <a:pt x="93519" y="186392"/>
                  </a:cubicBezTo>
                  <a:cubicBezTo>
                    <a:pt x="93402" y="181170"/>
                    <a:pt x="91055" y="176106"/>
                    <a:pt x="88673" y="171583"/>
                  </a:cubicBezTo>
                  <a:cubicBezTo>
                    <a:pt x="85821" y="166179"/>
                    <a:pt x="82964" y="160693"/>
                    <a:pt x="79813" y="155471"/>
                  </a:cubicBezTo>
                  <a:cubicBezTo>
                    <a:pt x="77032" y="150865"/>
                    <a:pt x="72925" y="146882"/>
                    <a:pt x="71464" y="141607"/>
                  </a:cubicBezTo>
                  <a:cubicBezTo>
                    <a:pt x="70977" y="139835"/>
                    <a:pt x="70449" y="137465"/>
                    <a:pt x="71364" y="135728"/>
                  </a:cubicBezTo>
                  <a:cubicBezTo>
                    <a:pt x="71733" y="135031"/>
                    <a:pt x="72409" y="134808"/>
                    <a:pt x="73139" y="134808"/>
                  </a:cubicBezTo>
                  <a:cubicBezTo>
                    <a:pt x="73884" y="134808"/>
                    <a:pt x="74685" y="135039"/>
                    <a:pt x="75278" y="135235"/>
                  </a:cubicBezTo>
                  <a:cubicBezTo>
                    <a:pt x="81920" y="137406"/>
                    <a:pt x="85745" y="145438"/>
                    <a:pt x="92868" y="146535"/>
                  </a:cubicBezTo>
                  <a:cubicBezTo>
                    <a:pt x="93134" y="146577"/>
                    <a:pt x="93389" y="146597"/>
                    <a:pt x="93632" y="146597"/>
                  </a:cubicBezTo>
                  <a:cubicBezTo>
                    <a:pt x="96272" y="146597"/>
                    <a:pt x="97631" y="144254"/>
                    <a:pt x="98060" y="141724"/>
                  </a:cubicBezTo>
                  <a:cubicBezTo>
                    <a:pt x="99005" y="136180"/>
                    <a:pt x="97245" y="130389"/>
                    <a:pt x="95227" y="125284"/>
                  </a:cubicBezTo>
                  <a:cubicBezTo>
                    <a:pt x="93290" y="120385"/>
                    <a:pt x="90427" y="116102"/>
                    <a:pt x="88115" y="111408"/>
                  </a:cubicBezTo>
                  <a:cubicBezTo>
                    <a:pt x="86954" y="109049"/>
                    <a:pt x="86250" y="106468"/>
                    <a:pt x="86866" y="103869"/>
                  </a:cubicBezTo>
                  <a:cubicBezTo>
                    <a:pt x="87587" y="100835"/>
                    <a:pt x="90556" y="98013"/>
                    <a:pt x="93519" y="97274"/>
                  </a:cubicBezTo>
                  <a:cubicBezTo>
                    <a:pt x="94016" y="97150"/>
                    <a:pt x="94510" y="97093"/>
                    <a:pt x="94999" y="97093"/>
                  </a:cubicBezTo>
                  <a:cubicBezTo>
                    <a:pt x="99376" y="97093"/>
                    <a:pt x="103401" y="101672"/>
                    <a:pt x="106509" y="104021"/>
                  </a:cubicBezTo>
                  <a:cubicBezTo>
                    <a:pt x="108683" y="105665"/>
                    <a:pt x="111174" y="106329"/>
                    <a:pt x="113724" y="106329"/>
                  </a:cubicBezTo>
                  <a:cubicBezTo>
                    <a:pt x="115580" y="106329"/>
                    <a:pt x="117466" y="105977"/>
                    <a:pt x="119282" y="105394"/>
                  </a:cubicBezTo>
                  <a:cubicBezTo>
                    <a:pt x="123794" y="103915"/>
                    <a:pt x="127725" y="101064"/>
                    <a:pt x="130518" y="97227"/>
                  </a:cubicBezTo>
                  <a:cubicBezTo>
                    <a:pt x="133299" y="93407"/>
                    <a:pt x="134009" y="88643"/>
                    <a:pt x="133792" y="84025"/>
                  </a:cubicBezTo>
                  <a:cubicBezTo>
                    <a:pt x="133610" y="80135"/>
                    <a:pt x="132425" y="76304"/>
                    <a:pt x="132701" y="72391"/>
                  </a:cubicBezTo>
                  <a:cubicBezTo>
                    <a:pt x="132982" y="68319"/>
                    <a:pt x="136016" y="66476"/>
                    <a:pt x="139747" y="65878"/>
                  </a:cubicBezTo>
                  <a:cubicBezTo>
                    <a:pt x="140996" y="65672"/>
                    <a:pt x="140555" y="63856"/>
                    <a:pt x="139386" y="63856"/>
                  </a:cubicBezTo>
                  <a:cubicBezTo>
                    <a:pt x="139325" y="63856"/>
                    <a:pt x="139261" y="63861"/>
                    <a:pt x="139196" y="63871"/>
                  </a:cubicBezTo>
                  <a:cubicBezTo>
                    <a:pt x="135441" y="64476"/>
                    <a:pt x="132302" y="66236"/>
                    <a:pt x="131064" y="69985"/>
                  </a:cubicBezTo>
                  <a:cubicBezTo>
                    <a:pt x="129709" y="74069"/>
                    <a:pt x="131246" y="78715"/>
                    <a:pt x="131627" y="82834"/>
                  </a:cubicBezTo>
                  <a:cubicBezTo>
                    <a:pt x="132132" y="88179"/>
                    <a:pt x="131222" y="93284"/>
                    <a:pt x="127714" y="97485"/>
                  </a:cubicBezTo>
                  <a:cubicBezTo>
                    <a:pt x="124416" y="101416"/>
                    <a:pt x="118983" y="104121"/>
                    <a:pt x="113855" y="104297"/>
                  </a:cubicBezTo>
                  <a:cubicBezTo>
                    <a:pt x="113752" y="104300"/>
                    <a:pt x="113649" y="104302"/>
                    <a:pt x="113547" y="104302"/>
                  </a:cubicBezTo>
                  <a:cubicBezTo>
                    <a:pt x="108346" y="104302"/>
                    <a:pt x="105050" y="99670"/>
                    <a:pt x="100930" y="97104"/>
                  </a:cubicBezTo>
                  <a:cubicBezTo>
                    <a:pt x="98995" y="95901"/>
                    <a:pt x="96818" y="95153"/>
                    <a:pt x="94674" y="95153"/>
                  </a:cubicBezTo>
                  <a:cubicBezTo>
                    <a:pt x="92833" y="95153"/>
                    <a:pt x="91015" y="95705"/>
                    <a:pt x="89394" y="96992"/>
                  </a:cubicBezTo>
                  <a:cubicBezTo>
                    <a:pt x="85416" y="100155"/>
                    <a:pt x="83697" y="104514"/>
                    <a:pt x="85111" y="109442"/>
                  </a:cubicBezTo>
                  <a:cubicBezTo>
                    <a:pt x="86478" y="114207"/>
                    <a:pt x="89829" y="118302"/>
                    <a:pt x="91900" y="122767"/>
                  </a:cubicBezTo>
                  <a:cubicBezTo>
                    <a:pt x="94522" y="128429"/>
                    <a:pt x="96652" y="134595"/>
                    <a:pt x="96095" y="140909"/>
                  </a:cubicBezTo>
                  <a:cubicBezTo>
                    <a:pt x="95960" y="142358"/>
                    <a:pt x="95485" y="144423"/>
                    <a:pt x="93730" y="144535"/>
                  </a:cubicBezTo>
                  <a:cubicBezTo>
                    <a:pt x="93667" y="144538"/>
                    <a:pt x="93604" y="144540"/>
                    <a:pt x="93540" y="144540"/>
                  </a:cubicBezTo>
                  <a:cubicBezTo>
                    <a:pt x="92033" y="144540"/>
                    <a:pt x="90482" y="143499"/>
                    <a:pt x="89271" y="142728"/>
                  </a:cubicBezTo>
                  <a:cubicBezTo>
                    <a:pt x="86361" y="140873"/>
                    <a:pt x="83950" y="138386"/>
                    <a:pt x="81210" y="136303"/>
                  </a:cubicBezTo>
                  <a:cubicBezTo>
                    <a:pt x="79017" y="134638"/>
                    <a:pt x="76184" y="132754"/>
                    <a:pt x="73283" y="132754"/>
                  </a:cubicBezTo>
                  <a:cubicBezTo>
                    <a:pt x="72830" y="132754"/>
                    <a:pt x="72376" y="132800"/>
                    <a:pt x="71922" y="132900"/>
                  </a:cubicBezTo>
                  <a:cubicBezTo>
                    <a:pt x="71282" y="133035"/>
                    <a:pt x="70695" y="133352"/>
                    <a:pt x="70232" y="133809"/>
                  </a:cubicBezTo>
                  <a:cubicBezTo>
                    <a:pt x="71470" y="130758"/>
                    <a:pt x="70695" y="125677"/>
                    <a:pt x="70220" y="123084"/>
                  </a:cubicBezTo>
                  <a:cubicBezTo>
                    <a:pt x="69434" y="118771"/>
                    <a:pt x="67891" y="114964"/>
                    <a:pt x="65920" y="111056"/>
                  </a:cubicBezTo>
                  <a:cubicBezTo>
                    <a:pt x="63508" y="106292"/>
                    <a:pt x="60528" y="101322"/>
                    <a:pt x="60639" y="95819"/>
                  </a:cubicBezTo>
                  <a:cubicBezTo>
                    <a:pt x="60639" y="95690"/>
                    <a:pt x="60645" y="95555"/>
                    <a:pt x="60657" y="95425"/>
                  </a:cubicBezTo>
                  <a:cubicBezTo>
                    <a:pt x="62182" y="94645"/>
                    <a:pt x="63021" y="93372"/>
                    <a:pt x="63414" y="91852"/>
                  </a:cubicBezTo>
                  <a:cubicBezTo>
                    <a:pt x="63534" y="91842"/>
                    <a:pt x="63655" y="91837"/>
                    <a:pt x="63777" y="91837"/>
                  </a:cubicBezTo>
                  <a:cubicBezTo>
                    <a:pt x="65029" y="91837"/>
                    <a:pt x="66378" y="92354"/>
                    <a:pt x="67474" y="92750"/>
                  </a:cubicBezTo>
                  <a:cubicBezTo>
                    <a:pt x="70760" y="93953"/>
                    <a:pt x="73770" y="95789"/>
                    <a:pt x="77061" y="96992"/>
                  </a:cubicBezTo>
                  <a:cubicBezTo>
                    <a:pt x="79154" y="97761"/>
                    <a:pt x="81432" y="98366"/>
                    <a:pt x="83658" y="98366"/>
                  </a:cubicBezTo>
                  <a:cubicBezTo>
                    <a:pt x="85490" y="98366"/>
                    <a:pt x="87288" y="97957"/>
                    <a:pt x="88919" y="96892"/>
                  </a:cubicBezTo>
                  <a:cubicBezTo>
                    <a:pt x="92751" y="94381"/>
                    <a:pt x="94458" y="89183"/>
                    <a:pt x="94781" y="84841"/>
                  </a:cubicBezTo>
                  <a:cubicBezTo>
                    <a:pt x="95367" y="76897"/>
                    <a:pt x="90879" y="63373"/>
                    <a:pt x="99621" y="58708"/>
                  </a:cubicBezTo>
                  <a:cubicBezTo>
                    <a:pt x="99692" y="58724"/>
                    <a:pt x="99765" y="58732"/>
                    <a:pt x="99837" y="58732"/>
                  </a:cubicBezTo>
                  <a:cubicBezTo>
                    <a:pt x="99873" y="58732"/>
                    <a:pt x="99909" y="58730"/>
                    <a:pt x="99944" y="58726"/>
                  </a:cubicBezTo>
                  <a:cubicBezTo>
                    <a:pt x="101004" y="58586"/>
                    <a:pt x="102024" y="58517"/>
                    <a:pt x="103012" y="58517"/>
                  </a:cubicBezTo>
                  <a:cubicBezTo>
                    <a:pt x="107121" y="58517"/>
                    <a:pt x="110702" y="59703"/>
                    <a:pt x="114518" y="61888"/>
                  </a:cubicBezTo>
                  <a:cubicBezTo>
                    <a:pt x="118578" y="64212"/>
                    <a:pt x="122380" y="66793"/>
                    <a:pt x="127221" y="66852"/>
                  </a:cubicBezTo>
                  <a:cubicBezTo>
                    <a:pt x="127277" y="66852"/>
                    <a:pt x="127334" y="66853"/>
                    <a:pt x="127390" y="66853"/>
                  </a:cubicBezTo>
                  <a:cubicBezTo>
                    <a:pt x="135877" y="66853"/>
                    <a:pt x="142631" y="59415"/>
                    <a:pt x="142165" y="51051"/>
                  </a:cubicBezTo>
                  <a:cubicBezTo>
                    <a:pt x="142127" y="50387"/>
                    <a:pt x="141589" y="50055"/>
                    <a:pt x="141070" y="50055"/>
                  </a:cubicBezTo>
                  <a:cubicBezTo>
                    <a:pt x="140553" y="50055"/>
                    <a:pt x="140055" y="50386"/>
                    <a:pt x="140094" y="51051"/>
                  </a:cubicBezTo>
                  <a:cubicBezTo>
                    <a:pt x="140517" y="58687"/>
                    <a:pt x="134370" y="64753"/>
                    <a:pt x="127116" y="64753"/>
                  </a:cubicBezTo>
                  <a:cubicBezTo>
                    <a:pt x="126121" y="64753"/>
                    <a:pt x="125105" y="64639"/>
                    <a:pt x="124082" y="64399"/>
                  </a:cubicBezTo>
                  <a:cubicBezTo>
                    <a:pt x="119851" y="63414"/>
                    <a:pt x="116173" y="60216"/>
                    <a:pt x="112294" y="58350"/>
                  </a:cubicBezTo>
                  <a:cubicBezTo>
                    <a:pt x="109454" y="56985"/>
                    <a:pt x="106507" y="56416"/>
                    <a:pt x="103473" y="56416"/>
                  </a:cubicBezTo>
                  <a:cubicBezTo>
                    <a:pt x="102609" y="56416"/>
                    <a:pt x="101737" y="56462"/>
                    <a:pt x="100859" y="56549"/>
                  </a:cubicBezTo>
                  <a:cubicBezTo>
                    <a:pt x="107601" y="53392"/>
                    <a:pt x="110646" y="44850"/>
                    <a:pt x="115052" y="39252"/>
                  </a:cubicBezTo>
                  <a:cubicBezTo>
                    <a:pt x="117204" y="36516"/>
                    <a:pt x="119872" y="34890"/>
                    <a:pt x="122873" y="34890"/>
                  </a:cubicBezTo>
                  <a:cubicBezTo>
                    <a:pt x="124241" y="34890"/>
                    <a:pt x="125679" y="35229"/>
                    <a:pt x="127168" y="35955"/>
                  </a:cubicBezTo>
                  <a:cubicBezTo>
                    <a:pt x="130694" y="37674"/>
                    <a:pt x="133863" y="40167"/>
                    <a:pt x="137142" y="42297"/>
                  </a:cubicBezTo>
                  <a:cubicBezTo>
                    <a:pt x="141130" y="44877"/>
                    <a:pt x="146146" y="47779"/>
                    <a:pt x="150950" y="47779"/>
                  </a:cubicBezTo>
                  <a:cubicBezTo>
                    <a:pt x="153313" y="47779"/>
                    <a:pt x="155624" y="47077"/>
                    <a:pt x="157736" y="45290"/>
                  </a:cubicBezTo>
                  <a:cubicBezTo>
                    <a:pt x="158787" y="44404"/>
                    <a:pt x="159438" y="43236"/>
                    <a:pt x="159819" y="41928"/>
                  </a:cubicBezTo>
                  <a:cubicBezTo>
                    <a:pt x="160048" y="41147"/>
                    <a:pt x="159416" y="40646"/>
                    <a:pt x="158794" y="40646"/>
                  </a:cubicBezTo>
                  <a:cubicBezTo>
                    <a:pt x="158378" y="40646"/>
                    <a:pt x="157967" y="40870"/>
                    <a:pt x="157819" y="41382"/>
                  </a:cubicBezTo>
                  <a:cubicBezTo>
                    <a:pt x="156891" y="44549"/>
                    <a:pt x="153864" y="45698"/>
                    <a:pt x="150871" y="45698"/>
                  </a:cubicBezTo>
                  <a:cubicBezTo>
                    <a:pt x="149832" y="45698"/>
                    <a:pt x="148798" y="45559"/>
                    <a:pt x="147856" y="45319"/>
                  </a:cubicBezTo>
                  <a:cubicBezTo>
                    <a:pt x="143714" y="44257"/>
                    <a:pt x="139959" y="41693"/>
                    <a:pt x="136438" y="39364"/>
                  </a:cubicBezTo>
                  <a:cubicBezTo>
                    <a:pt x="134150" y="37838"/>
                    <a:pt x="131733" y="36107"/>
                    <a:pt x="129227" y="34811"/>
                  </a:cubicBezTo>
                  <a:cubicBezTo>
                    <a:pt x="129609" y="34576"/>
                    <a:pt x="140258" y="23751"/>
                    <a:pt x="140170" y="23328"/>
                  </a:cubicBezTo>
                  <a:cubicBezTo>
                    <a:pt x="140144" y="23210"/>
                    <a:pt x="140488" y="21997"/>
                    <a:pt x="139891" y="21997"/>
                  </a:cubicBezTo>
                  <a:cubicBezTo>
                    <a:pt x="139659" y="21997"/>
                    <a:pt x="139287" y="22179"/>
                    <a:pt x="138697" y="22677"/>
                  </a:cubicBezTo>
                  <a:cubicBezTo>
                    <a:pt x="135517" y="25370"/>
                    <a:pt x="128858" y="32593"/>
                    <a:pt x="126552" y="32880"/>
                  </a:cubicBezTo>
                  <a:cubicBezTo>
                    <a:pt x="125805" y="32972"/>
                    <a:pt x="125123" y="33013"/>
                    <a:pt x="124486" y="33013"/>
                  </a:cubicBezTo>
                  <a:cubicBezTo>
                    <a:pt x="121398" y="33013"/>
                    <a:pt x="119337" y="32043"/>
                    <a:pt x="115821" y="31085"/>
                  </a:cubicBezTo>
                  <a:cubicBezTo>
                    <a:pt x="112586" y="30198"/>
                    <a:pt x="109391" y="28837"/>
                    <a:pt x="106042" y="28837"/>
                  </a:cubicBezTo>
                  <a:cubicBezTo>
                    <a:pt x="105759" y="28837"/>
                    <a:pt x="105475" y="28846"/>
                    <a:pt x="105189" y="28867"/>
                  </a:cubicBezTo>
                  <a:cubicBezTo>
                    <a:pt x="104966" y="28034"/>
                    <a:pt x="104514" y="27195"/>
                    <a:pt x="103781" y="26368"/>
                  </a:cubicBezTo>
                  <a:cubicBezTo>
                    <a:pt x="101352" y="23645"/>
                    <a:pt x="96576" y="23581"/>
                    <a:pt x="93308" y="22695"/>
                  </a:cubicBezTo>
                  <a:cubicBezTo>
                    <a:pt x="92563" y="22483"/>
                    <a:pt x="91829" y="22225"/>
                    <a:pt x="91119" y="21914"/>
                  </a:cubicBezTo>
                  <a:cubicBezTo>
                    <a:pt x="88767" y="20735"/>
                    <a:pt x="88151" y="19650"/>
                    <a:pt x="88151" y="19650"/>
                  </a:cubicBezTo>
                  <a:cubicBezTo>
                    <a:pt x="87728" y="18857"/>
                    <a:pt x="87775" y="17925"/>
                    <a:pt x="88714" y="16886"/>
                  </a:cubicBezTo>
                  <a:cubicBezTo>
                    <a:pt x="90674" y="14698"/>
                    <a:pt x="93578" y="13278"/>
                    <a:pt x="96089" y="11846"/>
                  </a:cubicBezTo>
                  <a:cubicBezTo>
                    <a:pt x="98594" y="10414"/>
                    <a:pt x="104773" y="6941"/>
                    <a:pt x="107078" y="4993"/>
                  </a:cubicBezTo>
                  <a:cubicBezTo>
                    <a:pt x="107882" y="4314"/>
                    <a:pt x="107141" y="3268"/>
                    <a:pt x="106294" y="3268"/>
                  </a:cubicBezTo>
                  <a:cubicBezTo>
                    <a:pt x="106065" y="3268"/>
                    <a:pt x="105828" y="3345"/>
                    <a:pt x="105612" y="3526"/>
                  </a:cubicBezTo>
                  <a:cubicBezTo>
                    <a:pt x="100800" y="7569"/>
                    <a:pt x="90005" y="11201"/>
                    <a:pt x="86361" y="16546"/>
                  </a:cubicBezTo>
                  <a:cubicBezTo>
                    <a:pt x="85839" y="17308"/>
                    <a:pt x="85575" y="18007"/>
                    <a:pt x="85510" y="18658"/>
                  </a:cubicBezTo>
                  <a:cubicBezTo>
                    <a:pt x="84929" y="18318"/>
                    <a:pt x="84378" y="17930"/>
                    <a:pt x="83862" y="17502"/>
                  </a:cubicBezTo>
                  <a:cubicBezTo>
                    <a:pt x="82254" y="16135"/>
                    <a:pt x="80805" y="14674"/>
                    <a:pt x="78992" y="13577"/>
                  </a:cubicBezTo>
                  <a:cubicBezTo>
                    <a:pt x="78118" y="13055"/>
                    <a:pt x="77196" y="12621"/>
                    <a:pt x="76240" y="12280"/>
                  </a:cubicBezTo>
                  <a:cubicBezTo>
                    <a:pt x="76146" y="12122"/>
                    <a:pt x="76052" y="11969"/>
                    <a:pt x="75970" y="11811"/>
                  </a:cubicBezTo>
                  <a:cubicBezTo>
                    <a:pt x="76639" y="11318"/>
                    <a:pt x="76375" y="10174"/>
                    <a:pt x="75601" y="9974"/>
                  </a:cubicBezTo>
                  <a:cubicBezTo>
                    <a:pt x="75630" y="7029"/>
                    <a:pt x="78106" y="3515"/>
                    <a:pt x="79942" y="1760"/>
                  </a:cubicBezTo>
                  <a:cubicBezTo>
                    <a:pt x="80703" y="1045"/>
                    <a:pt x="79989" y="1"/>
                    <a:pt x="79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0" name="Google Shape;740;p13"/>
            <p:cNvGrpSpPr/>
            <p:nvPr/>
          </p:nvGrpSpPr>
          <p:grpSpPr>
            <a:xfrm rot="8100000">
              <a:off x="147784" y="3595428"/>
              <a:ext cx="1410358" cy="1379812"/>
              <a:chOff x="6816275" y="3178227"/>
              <a:chExt cx="1614495" cy="1579528"/>
            </a:xfrm>
          </p:grpSpPr>
          <p:sp>
            <p:nvSpPr>
              <p:cNvPr id="741" name="Google Shape;741;p13"/>
              <p:cNvSpPr/>
              <p:nvPr/>
            </p:nvSpPr>
            <p:spPr>
              <a:xfrm>
                <a:off x="6833698" y="3178227"/>
                <a:ext cx="1579520" cy="1579528"/>
              </a:xfrm>
              <a:custGeom>
                <a:avLst/>
                <a:gdLst/>
                <a:ahLst/>
                <a:cxnLst/>
                <a:rect l="l" t="t" r="r" b="b"/>
                <a:pathLst>
                  <a:path w="209416" h="209417" extrusionOk="0">
                    <a:moveTo>
                      <a:pt x="104711" y="1"/>
                    </a:moveTo>
                    <a:cubicBezTo>
                      <a:pt x="76937" y="1"/>
                      <a:pt x="50306" y="11036"/>
                      <a:pt x="30668" y="30669"/>
                    </a:cubicBezTo>
                    <a:cubicBezTo>
                      <a:pt x="11036" y="50306"/>
                      <a:pt x="1" y="76937"/>
                      <a:pt x="1" y="104711"/>
                    </a:cubicBezTo>
                    <a:cubicBezTo>
                      <a:pt x="1" y="132480"/>
                      <a:pt x="11036" y="159110"/>
                      <a:pt x="30668" y="178748"/>
                    </a:cubicBezTo>
                    <a:cubicBezTo>
                      <a:pt x="50306" y="198386"/>
                      <a:pt x="76937" y="209416"/>
                      <a:pt x="104711" y="209416"/>
                    </a:cubicBezTo>
                    <a:cubicBezTo>
                      <a:pt x="132480" y="209416"/>
                      <a:pt x="159110" y="198386"/>
                      <a:pt x="178748" y="178748"/>
                    </a:cubicBezTo>
                    <a:cubicBezTo>
                      <a:pt x="198385" y="159110"/>
                      <a:pt x="209415" y="132480"/>
                      <a:pt x="209415" y="104711"/>
                    </a:cubicBezTo>
                    <a:cubicBezTo>
                      <a:pt x="209415" y="76937"/>
                      <a:pt x="198385" y="50306"/>
                      <a:pt x="178748" y="30669"/>
                    </a:cubicBezTo>
                    <a:cubicBezTo>
                      <a:pt x="159110" y="11036"/>
                      <a:pt x="132480" y="1"/>
                      <a:pt x="1047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6816275" y="3183431"/>
                <a:ext cx="1614495" cy="1569202"/>
              </a:xfrm>
              <a:custGeom>
                <a:avLst/>
                <a:gdLst/>
                <a:ahLst/>
                <a:cxnLst/>
                <a:rect l="l" t="t" r="r" b="b"/>
                <a:pathLst>
                  <a:path w="214053" h="208048" extrusionOk="0">
                    <a:moveTo>
                      <a:pt x="94993" y="0"/>
                    </a:moveTo>
                    <a:lnTo>
                      <a:pt x="94993" y="0"/>
                    </a:lnTo>
                    <a:cubicBezTo>
                      <a:pt x="72484" y="2580"/>
                      <a:pt x="51910" y="12376"/>
                      <a:pt x="35889" y="27203"/>
                    </a:cubicBezTo>
                    <a:lnTo>
                      <a:pt x="70611" y="30427"/>
                    </a:lnTo>
                    <a:lnTo>
                      <a:pt x="86946" y="65940"/>
                    </a:lnTo>
                    <a:lnTo>
                      <a:pt x="64370" y="97836"/>
                    </a:lnTo>
                    <a:lnTo>
                      <a:pt x="25431" y="94230"/>
                    </a:lnTo>
                    <a:lnTo>
                      <a:pt x="10862" y="62559"/>
                    </a:lnTo>
                    <a:cubicBezTo>
                      <a:pt x="2086" y="82937"/>
                      <a:pt x="0" y="105574"/>
                      <a:pt x="4913" y="127214"/>
                    </a:cubicBezTo>
                    <a:lnTo>
                      <a:pt x="25094" y="98705"/>
                    </a:lnTo>
                    <a:lnTo>
                      <a:pt x="64028" y="102316"/>
                    </a:lnTo>
                    <a:lnTo>
                      <a:pt x="80346" y="137801"/>
                    </a:lnTo>
                    <a:lnTo>
                      <a:pt x="57753" y="169725"/>
                    </a:lnTo>
                    <a:lnTo>
                      <a:pt x="23003" y="166501"/>
                    </a:lnTo>
                    <a:lnTo>
                      <a:pt x="23003" y="166501"/>
                    </a:lnTo>
                    <a:cubicBezTo>
                      <a:pt x="36029" y="183997"/>
                      <a:pt x="54433" y="197393"/>
                      <a:pt x="76050" y="204061"/>
                    </a:cubicBezTo>
                    <a:lnTo>
                      <a:pt x="61442" y="172294"/>
                    </a:lnTo>
                    <a:lnTo>
                      <a:pt x="84013" y="140414"/>
                    </a:lnTo>
                    <a:lnTo>
                      <a:pt x="122969" y="144026"/>
                    </a:lnTo>
                    <a:lnTo>
                      <a:pt x="139287" y="179499"/>
                    </a:lnTo>
                    <a:lnTo>
                      <a:pt x="119071" y="208048"/>
                    </a:lnTo>
                    <a:cubicBezTo>
                      <a:pt x="141541" y="205468"/>
                      <a:pt x="162098" y="195688"/>
                      <a:pt x="178108" y="180884"/>
                    </a:cubicBezTo>
                    <a:lnTo>
                      <a:pt x="143392" y="177671"/>
                    </a:lnTo>
                    <a:lnTo>
                      <a:pt x="127051" y="142153"/>
                    </a:lnTo>
                    <a:lnTo>
                      <a:pt x="149638" y="110257"/>
                    </a:lnTo>
                    <a:lnTo>
                      <a:pt x="188566" y="113868"/>
                    </a:lnTo>
                    <a:lnTo>
                      <a:pt x="203146" y="145557"/>
                    </a:lnTo>
                    <a:cubicBezTo>
                      <a:pt x="211955" y="125162"/>
                      <a:pt x="214053" y="102490"/>
                      <a:pt x="209135" y="80828"/>
                    </a:cubicBezTo>
                    <a:lnTo>
                      <a:pt x="209135" y="80828"/>
                    </a:lnTo>
                    <a:lnTo>
                      <a:pt x="188903" y="109388"/>
                    </a:lnTo>
                    <a:lnTo>
                      <a:pt x="150020" y="105788"/>
                    </a:lnTo>
                    <a:lnTo>
                      <a:pt x="133685" y="70269"/>
                    </a:lnTo>
                    <a:lnTo>
                      <a:pt x="156278" y="38367"/>
                    </a:lnTo>
                    <a:lnTo>
                      <a:pt x="191078" y="41597"/>
                    </a:lnTo>
                    <a:cubicBezTo>
                      <a:pt x="178052" y="24074"/>
                      <a:pt x="159631" y="10660"/>
                      <a:pt x="137986" y="3987"/>
                    </a:cubicBezTo>
                    <a:lnTo>
                      <a:pt x="137986" y="3987"/>
                    </a:lnTo>
                    <a:lnTo>
                      <a:pt x="152594" y="35738"/>
                    </a:lnTo>
                    <a:lnTo>
                      <a:pt x="129989" y="67678"/>
                    </a:lnTo>
                    <a:lnTo>
                      <a:pt x="91095" y="64067"/>
                    </a:lnTo>
                    <a:lnTo>
                      <a:pt x="74772" y="28565"/>
                    </a:lnTo>
                    <a:lnTo>
                      <a:pt x="949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3" name="Google Shape;743;p13"/>
            <p:cNvSpPr/>
            <p:nvPr/>
          </p:nvSpPr>
          <p:spPr>
            <a:xfrm rot="8100000">
              <a:off x="-880396" y="2747274"/>
              <a:ext cx="2333301" cy="3135783"/>
            </a:xfrm>
            <a:custGeom>
              <a:avLst/>
              <a:gdLst/>
              <a:ahLst/>
              <a:cxnLst/>
              <a:rect l="l" t="t" r="r" b="b"/>
              <a:pathLst>
                <a:path w="155138" h="208494" extrusionOk="0">
                  <a:moveTo>
                    <a:pt x="78311" y="10897"/>
                  </a:moveTo>
                  <a:cubicBezTo>
                    <a:pt x="80107" y="12206"/>
                    <a:pt x="82900" y="12405"/>
                    <a:pt x="84947" y="12599"/>
                  </a:cubicBezTo>
                  <a:cubicBezTo>
                    <a:pt x="86736" y="12777"/>
                    <a:pt x="88530" y="12833"/>
                    <a:pt x="90325" y="12833"/>
                  </a:cubicBezTo>
                  <a:cubicBezTo>
                    <a:pt x="93361" y="12833"/>
                    <a:pt x="96402" y="12673"/>
                    <a:pt x="99434" y="12673"/>
                  </a:cubicBezTo>
                  <a:cubicBezTo>
                    <a:pt x="99925" y="12673"/>
                    <a:pt x="100416" y="12677"/>
                    <a:pt x="100906" y="12687"/>
                  </a:cubicBezTo>
                  <a:cubicBezTo>
                    <a:pt x="104415" y="12763"/>
                    <a:pt x="108094" y="12963"/>
                    <a:pt x="111403" y="14224"/>
                  </a:cubicBezTo>
                  <a:cubicBezTo>
                    <a:pt x="112430" y="14611"/>
                    <a:pt x="113527" y="15292"/>
                    <a:pt x="113808" y="16413"/>
                  </a:cubicBezTo>
                  <a:cubicBezTo>
                    <a:pt x="114084" y="17539"/>
                    <a:pt x="112582" y="19141"/>
                    <a:pt x="111960" y="19886"/>
                  </a:cubicBezTo>
                  <a:cubicBezTo>
                    <a:pt x="109473" y="22825"/>
                    <a:pt x="106357" y="25255"/>
                    <a:pt x="103447" y="27748"/>
                  </a:cubicBezTo>
                  <a:cubicBezTo>
                    <a:pt x="101024" y="29819"/>
                    <a:pt x="98442" y="31855"/>
                    <a:pt x="97110" y="34818"/>
                  </a:cubicBezTo>
                  <a:cubicBezTo>
                    <a:pt x="96224" y="36778"/>
                    <a:pt x="96119" y="38444"/>
                    <a:pt x="96518" y="39876"/>
                  </a:cubicBezTo>
                  <a:cubicBezTo>
                    <a:pt x="95849" y="38057"/>
                    <a:pt x="94006" y="36555"/>
                    <a:pt x="92387" y="35739"/>
                  </a:cubicBezTo>
                  <a:cubicBezTo>
                    <a:pt x="90263" y="34677"/>
                    <a:pt x="87799" y="34378"/>
                    <a:pt x="85493" y="34009"/>
                  </a:cubicBezTo>
                  <a:cubicBezTo>
                    <a:pt x="82600" y="33545"/>
                    <a:pt x="79819" y="32677"/>
                    <a:pt x="77056" y="31744"/>
                  </a:cubicBezTo>
                  <a:cubicBezTo>
                    <a:pt x="74539" y="30911"/>
                    <a:pt x="72045" y="30013"/>
                    <a:pt x="69481" y="29373"/>
                  </a:cubicBezTo>
                  <a:cubicBezTo>
                    <a:pt x="67439" y="28869"/>
                    <a:pt x="65280" y="28681"/>
                    <a:pt x="63420" y="27643"/>
                  </a:cubicBezTo>
                  <a:cubicBezTo>
                    <a:pt x="60305" y="25900"/>
                    <a:pt x="66342" y="21951"/>
                    <a:pt x="67645" y="21030"/>
                  </a:cubicBezTo>
                  <a:cubicBezTo>
                    <a:pt x="69986" y="19364"/>
                    <a:pt x="72309" y="17744"/>
                    <a:pt x="74580" y="15967"/>
                  </a:cubicBezTo>
                  <a:cubicBezTo>
                    <a:pt x="76352" y="14576"/>
                    <a:pt x="77959" y="12992"/>
                    <a:pt x="78311" y="10897"/>
                  </a:cubicBezTo>
                  <a:close/>
                  <a:moveTo>
                    <a:pt x="46505" y="13056"/>
                  </a:moveTo>
                  <a:cubicBezTo>
                    <a:pt x="47004" y="14506"/>
                    <a:pt x="48195" y="15808"/>
                    <a:pt x="49626" y="16882"/>
                  </a:cubicBezTo>
                  <a:cubicBezTo>
                    <a:pt x="52431" y="18988"/>
                    <a:pt x="58756" y="20396"/>
                    <a:pt x="58985" y="24504"/>
                  </a:cubicBezTo>
                  <a:cubicBezTo>
                    <a:pt x="59096" y="26481"/>
                    <a:pt x="57459" y="28376"/>
                    <a:pt x="56245" y="29737"/>
                  </a:cubicBezTo>
                  <a:cubicBezTo>
                    <a:pt x="54608" y="31568"/>
                    <a:pt x="52671" y="33258"/>
                    <a:pt x="50688" y="34707"/>
                  </a:cubicBezTo>
                  <a:cubicBezTo>
                    <a:pt x="47890" y="36760"/>
                    <a:pt x="43542" y="39131"/>
                    <a:pt x="42445" y="42774"/>
                  </a:cubicBezTo>
                  <a:cubicBezTo>
                    <a:pt x="42228" y="42481"/>
                    <a:pt x="41981" y="42205"/>
                    <a:pt x="41711" y="41959"/>
                  </a:cubicBezTo>
                  <a:cubicBezTo>
                    <a:pt x="38924" y="39453"/>
                    <a:pt x="34835" y="40474"/>
                    <a:pt x="31784" y="38808"/>
                  </a:cubicBezTo>
                  <a:cubicBezTo>
                    <a:pt x="30904" y="38327"/>
                    <a:pt x="31344" y="36555"/>
                    <a:pt x="31461" y="35827"/>
                  </a:cubicBezTo>
                  <a:cubicBezTo>
                    <a:pt x="31807" y="33703"/>
                    <a:pt x="32729" y="31667"/>
                    <a:pt x="33703" y="29772"/>
                  </a:cubicBezTo>
                  <a:cubicBezTo>
                    <a:pt x="34682" y="27871"/>
                    <a:pt x="35744" y="26240"/>
                    <a:pt x="36883" y="24550"/>
                  </a:cubicBezTo>
                  <a:cubicBezTo>
                    <a:pt x="37164" y="24187"/>
                    <a:pt x="37458" y="23835"/>
                    <a:pt x="37751" y="23483"/>
                  </a:cubicBezTo>
                  <a:cubicBezTo>
                    <a:pt x="40620" y="19962"/>
                    <a:pt x="43560" y="16512"/>
                    <a:pt x="46505" y="13056"/>
                  </a:cubicBezTo>
                  <a:close/>
                  <a:moveTo>
                    <a:pt x="115645" y="17970"/>
                  </a:moveTo>
                  <a:cubicBezTo>
                    <a:pt x="115851" y="20303"/>
                    <a:pt x="119672" y="22545"/>
                    <a:pt x="121817" y="23905"/>
                  </a:cubicBezTo>
                  <a:cubicBezTo>
                    <a:pt x="124927" y="25876"/>
                    <a:pt x="128412" y="27349"/>
                    <a:pt x="131921" y="28394"/>
                  </a:cubicBezTo>
                  <a:cubicBezTo>
                    <a:pt x="134983" y="29303"/>
                    <a:pt x="139536" y="30095"/>
                    <a:pt x="140663" y="33574"/>
                  </a:cubicBezTo>
                  <a:cubicBezTo>
                    <a:pt x="142012" y="37734"/>
                    <a:pt x="138369" y="41929"/>
                    <a:pt x="135822" y="44710"/>
                  </a:cubicBezTo>
                  <a:cubicBezTo>
                    <a:pt x="133282" y="47492"/>
                    <a:pt x="130677" y="50484"/>
                    <a:pt x="130155" y="54386"/>
                  </a:cubicBezTo>
                  <a:cubicBezTo>
                    <a:pt x="130031" y="55289"/>
                    <a:pt x="130002" y="56204"/>
                    <a:pt x="130061" y="57114"/>
                  </a:cubicBezTo>
                  <a:cubicBezTo>
                    <a:pt x="129187" y="55776"/>
                    <a:pt x="127984" y="54626"/>
                    <a:pt x="126775" y="53711"/>
                  </a:cubicBezTo>
                  <a:cubicBezTo>
                    <a:pt x="121113" y="49410"/>
                    <a:pt x="113891" y="47298"/>
                    <a:pt x="107190" y="45192"/>
                  </a:cubicBezTo>
                  <a:cubicBezTo>
                    <a:pt x="104192" y="44247"/>
                    <a:pt x="100220" y="43103"/>
                    <a:pt x="98671" y="40081"/>
                  </a:cubicBezTo>
                  <a:cubicBezTo>
                    <a:pt x="97063" y="36942"/>
                    <a:pt x="100167" y="33498"/>
                    <a:pt x="102273" y="31538"/>
                  </a:cubicBezTo>
                  <a:cubicBezTo>
                    <a:pt x="105125" y="28892"/>
                    <a:pt x="108199" y="26498"/>
                    <a:pt x="111027" y="23829"/>
                  </a:cubicBezTo>
                  <a:cubicBezTo>
                    <a:pt x="112619" y="22323"/>
                    <a:pt x="114916" y="20267"/>
                    <a:pt x="115645" y="17970"/>
                  </a:cubicBezTo>
                  <a:close/>
                  <a:moveTo>
                    <a:pt x="30264" y="32448"/>
                  </a:moveTo>
                  <a:cubicBezTo>
                    <a:pt x="30153" y="32747"/>
                    <a:pt x="30047" y="33046"/>
                    <a:pt x="29942" y="33357"/>
                  </a:cubicBezTo>
                  <a:cubicBezTo>
                    <a:pt x="29020" y="36168"/>
                    <a:pt x="28416" y="39870"/>
                    <a:pt x="31790" y="41055"/>
                  </a:cubicBezTo>
                  <a:cubicBezTo>
                    <a:pt x="35011" y="42188"/>
                    <a:pt x="41330" y="41437"/>
                    <a:pt x="41430" y="46236"/>
                  </a:cubicBezTo>
                  <a:cubicBezTo>
                    <a:pt x="41477" y="49029"/>
                    <a:pt x="39212" y="51493"/>
                    <a:pt x="37399" y="53365"/>
                  </a:cubicBezTo>
                  <a:cubicBezTo>
                    <a:pt x="32688" y="58211"/>
                    <a:pt x="26920" y="61902"/>
                    <a:pt x="22115" y="66660"/>
                  </a:cubicBezTo>
                  <a:cubicBezTo>
                    <a:pt x="18665" y="70081"/>
                    <a:pt x="15268" y="74727"/>
                    <a:pt x="16564" y="79703"/>
                  </a:cubicBezTo>
                  <a:cubicBezTo>
                    <a:pt x="16136" y="79292"/>
                    <a:pt x="15684" y="78882"/>
                    <a:pt x="15209" y="78494"/>
                  </a:cubicBezTo>
                  <a:cubicBezTo>
                    <a:pt x="12222" y="76041"/>
                    <a:pt x="8454" y="73893"/>
                    <a:pt x="4519" y="73893"/>
                  </a:cubicBezTo>
                  <a:cubicBezTo>
                    <a:pt x="4125" y="73893"/>
                    <a:pt x="3730" y="73914"/>
                    <a:pt x="3334" y="73959"/>
                  </a:cubicBezTo>
                  <a:cubicBezTo>
                    <a:pt x="4067" y="67646"/>
                    <a:pt x="6197" y="61526"/>
                    <a:pt x="9371" y="56034"/>
                  </a:cubicBezTo>
                  <a:cubicBezTo>
                    <a:pt x="12903" y="49921"/>
                    <a:pt x="18055" y="45068"/>
                    <a:pt x="23048" y="40169"/>
                  </a:cubicBezTo>
                  <a:cubicBezTo>
                    <a:pt x="25588" y="37670"/>
                    <a:pt x="27964" y="35088"/>
                    <a:pt x="30264" y="32448"/>
                  </a:cubicBezTo>
                  <a:close/>
                  <a:moveTo>
                    <a:pt x="43401" y="47298"/>
                  </a:moveTo>
                  <a:cubicBezTo>
                    <a:pt x="44956" y="48788"/>
                    <a:pt x="47690" y="49351"/>
                    <a:pt x="49703" y="49956"/>
                  </a:cubicBezTo>
                  <a:cubicBezTo>
                    <a:pt x="53992" y="51241"/>
                    <a:pt x="58427" y="52068"/>
                    <a:pt x="62440" y="54145"/>
                  </a:cubicBezTo>
                  <a:cubicBezTo>
                    <a:pt x="73189" y="59725"/>
                    <a:pt x="66964" y="73126"/>
                    <a:pt x="63743" y="81563"/>
                  </a:cubicBezTo>
                  <a:cubicBezTo>
                    <a:pt x="61889" y="86444"/>
                    <a:pt x="59665" y="91144"/>
                    <a:pt x="57694" y="95979"/>
                  </a:cubicBezTo>
                  <a:cubicBezTo>
                    <a:pt x="56403" y="99130"/>
                    <a:pt x="54942" y="102832"/>
                    <a:pt x="54866" y="106411"/>
                  </a:cubicBezTo>
                  <a:cubicBezTo>
                    <a:pt x="51228" y="100385"/>
                    <a:pt x="43988" y="96689"/>
                    <a:pt x="37769" y="93667"/>
                  </a:cubicBezTo>
                  <a:cubicBezTo>
                    <a:pt x="32781" y="91238"/>
                    <a:pt x="27671" y="88920"/>
                    <a:pt x="23323" y="85418"/>
                  </a:cubicBezTo>
                  <a:cubicBezTo>
                    <a:pt x="20818" y="83393"/>
                    <a:pt x="18360" y="80783"/>
                    <a:pt x="18319" y="77379"/>
                  </a:cubicBezTo>
                  <a:cubicBezTo>
                    <a:pt x="18242" y="71489"/>
                    <a:pt x="25066" y="66560"/>
                    <a:pt x="29085" y="63239"/>
                  </a:cubicBezTo>
                  <a:cubicBezTo>
                    <a:pt x="33714" y="59402"/>
                    <a:pt x="39464" y="55671"/>
                    <a:pt x="42404" y="50255"/>
                  </a:cubicBezTo>
                  <a:cubicBezTo>
                    <a:pt x="42902" y="49334"/>
                    <a:pt x="43237" y="48336"/>
                    <a:pt x="43401" y="47298"/>
                  </a:cubicBezTo>
                  <a:close/>
                  <a:moveTo>
                    <a:pt x="4637" y="75934"/>
                  </a:moveTo>
                  <a:cubicBezTo>
                    <a:pt x="9435" y="75934"/>
                    <a:pt x="14564" y="79885"/>
                    <a:pt x="17239" y="83446"/>
                  </a:cubicBezTo>
                  <a:cubicBezTo>
                    <a:pt x="20355" y="87600"/>
                    <a:pt x="20906" y="93227"/>
                    <a:pt x="21188" y="98232"/>
                  </a:cubicBezTo>
                  <a:cubicBezTo>
                    <a:pt x="21469" y="103424"/>
                    <a:pt x="21516" y="108552"/>
                    <a:pt x="22379" y="113704"/>
                  </a:cubicBezTo>
                  <a:cubicBezTo>
                    <a:pt x="23124" y="118134"/>
                    <a:pt x="24374" y="122458"/>
                    <a:pt x="26040" y="126624"/>
                  </a:cubicBezTo>
                  <a:cubicBezTo>
                    <a:pt x="24837" y="125057"/>
                    <a:pt x="23628" y="123490"/>
                    <a:pt x="22420" y="121924"/>
                  </a:cubicBezTo>
                  <a:cubicBezTo>
                    <a:pt x="18612" y="117025"/>
                    <a:pt x="14505" y="112354"/>
                    <a:pt x="11037" y="107191"/>
                  </a:cubicBezTo>
                  <a:cubicBezTo>
                    <a:pt x="4771" y="97874"/>
                    <a:pt x="2295" y="87160"/>
                    <a:pt x="3134" y="76071"/>
                  </a:cubicBezTo>
                  <a:cubicBezTo>
                    <a:pt x="3629" y="75978"/>
                    <a:pt x="4131" y="75934"/>
                    <a:pt x="4637" y="75934"/>
                  </a:cubicBezTo>
                  <a:close/>
                  <a:moveTo>
                    <a:pt x="60504" y="26944"/>
                  </a:moveTo>
                  <a:cubicBezTo>
                    <a:pt x="60622" y="27672"/>
                    <a:pt x="61026" y="28388"/>
                    <a:pt x="61824" y="29039"/>
                  </a:cubicBezTo>
                  <a:cubicBezTo>
                    <a:pt x="63156" y="30130"/>
                    <a:pt x="65004" y="30517"/>
                    <a:pt x="66641" y="30887"/>
                  </a:cubicBezTo>
                  <a:cubicBezTo>
                    <a:pt x="69059" y="31409"/>
                    <a:pt x="71441" y="32061"/>
                    <a:pt x="73794" y="32829"/>
                  </a:cubicBezTo>
                  <a:cubicBezTo>
                    <a:pt x="76563" y="33745"/>
                    <a:pt x="79315" y="34713"/>
                    <a:pt x="82149" y="35446"/>
                  </a:cubicBezTo>
                  <a:cubicBezTo>
                    <a:pt x="84683" y="36109"/>
                    <a:pt x="87318" y="36285"/>
                    <a:pt x="89852" y="36989"/>
                  </a:cubicBezTo>
                  <a:cubicBezTo>
                    <a:pt x="91742" y="37517"/>
                    <a:pt x="93977" y="38738"/>
                    <a:pt x="94605" y="40744"/>
                  </a:cubicBezTo>
                  <a:cubicBezTo>
                    <a:pt x="95051" y="42141"/>
                    <a:pt x="93807" y="43461"/>
                    <a:pt x="92886" y="44329"/>
                  </a:cubicBezTo>
                  <a:cubicBezTo>
                    <a:pt x="87547" y="49346"/>
                    <a:pt x="79761" y="49721"/>
                    <a:pt x="73571" y="53036"/>
                  </a:cubicBezTo>
                  <a:cubicBezTo>
                    <a:pt x="64517" y="57900"/>
                    <a:pt x="75648" y="68185"/>
                    <a:pt x="80019" y="71993"/>
                  </a:cubicBezTo>
                  <a:cubicBezTo>
                    <a:pt x="84155" y="75596"/>
                    <a:pt x="88702" y="78682"/>
                    <a:pt x="92809" y="82314"/>
                  </a:cubicBezTo>
                  <a:cubicBezTo>
                    <a:pt x="96500" y="85576"/>
                    <a:pt x="99563" y="89085"/>
                    <a:pt x="99662" y="94230"/>
                  </a:cubicBezTo>
                  <a:cubicBezTo>
                    <a:pt x="99739" y="98678"/>
                    <a:pt x="97732" y="103031"/>
                    <a:pt x="95761" y="106904"/>
                  </a:cubicBezTo>
                  <a:cubicBezTo>
                    <a:pt x="93713" y="110899"/>
                    <a:pt x="91302" y="114701"/>
                    <a:pt x="89236" y="118685"/>
                  </a:cubicBezTo>
                  <a:cubicBezTo>
                    <a:pt x="84906" y="127034"/>
                    <a:pt x="84173" y="137079"/>
                    <a:pt x="85792" y="146244"/>
                  </a:cubicBezTo>
                  <a:cubicBezTo>
                    <a:pt x="86168" y="148395"/>
                    <a:pt x="86764" y="150512"/>
                    <a:pt x="87589" y="152535"/>
                  </a:cubicBezTo>
                  <a:lnTo>
                    <a:pt x="87589" y="152535"/>
                  </a:lnTo>
                  <a:cubicBezTo>
                    <a:pt x="85403" y="148587"/>
                    <a:pt x="82433" y="144859"/>
                    <a:pt x="80183" y="141086"/>
                  </a:cubicBezTo>
                  <a:cubicBezTo>
                    <a:pt x="77003" y="135759"/>
                    <a:pt x="73800" y="130291"/>
                    <a:pt x="70062" y="125333"/>
                  </a:cubicBezTo>
                  <a:cubicBezTo>
                    <a:pt x="67310" y="121707"/>
                    <a:pt x="63802" y="118691"/>
                    <a:pt x="60880" y="115200"/>
                  </a:cubicBezTo>
                  <a:cubicBezTo>
                    <a:pt x="59395" y="113434"/>
                    <a:pt x="58034" y="111474"/>
                    <a:pt x="57283" y="109280"/>
                  </a:cubicBezTo>
                  <a:cubicBezTo>
                    <a:pt x="56479" y="106933"/>
                    <a:pt x="57154" y="104322"/>
                    <a:pt x="57776" y="102004"/>
                  </a:cubicBezTo>
                  <a:cubicBezTo>
                    <a:pt x="59190" y="96759"/>
                    <a:pt x="61777" y="91889"/>
                    <a:pt x="63878" y="86914"/>
                  </a:cubicBezTo>
                  <a:cubicBezTo>
                    <a:pt x="65820" y="82314"/>
                    <a:pt x="67656" y="77567"/>
                    <a:pt x="69106" y="72791"/>
                  </a:cubicBezTo>
                  <a:cubicBezTo>
                    <a:pt x="70508" y="68209"/>
                    <a:pt x="71341" y="63104"/>
                    <a:pt x="69599" y="58499"/>
                  </a:cubicBezTo>
                  <a:cubicBezTo>
                    <a:pt x="68185" y="54767"/>
                    <a:pt x="64300" y="52573"/>
                    <a:pt x="60833" y="51135"/>
                  </a:cubicBezTo>
                  <a:cubicBezTo>
                    <a:pt x="56802" y="49463"/>
                    <a:pt x="52419" y="48583"/>
                    <a:pt x="48236" y="47374"/>
                  </a:cubicBezTo>
                  <a:cubicBezTo>
                    <a:pt x="46071" y="46752"/>
                    <a:pt x="43695" y="46031"/>
                    <a:pt x="44492" y="43326"/>
                  </a:cubicBezTo>
                  <a:cubicBezTo>
                    <a:pt x="45261" y="40738"/>
                    <a:pt x="48330" y="38902"/>
                    <a:pt x="50389" y="37447"/>
                  </a:cubicBezTo>
                  <a:cubicBezTo>
                    <a:pt x="53546" y="35229"/>
                    <a:pt x="58873" y="31180"/>
                    <a:pt x="60504" y="26944"/>
                  </a:cubicBezTo>
                  <a:close/>
                  <a:moveTo>
                    <a:pt x="21053" y="86227"/>
                  </a:moveTo>
                  <a:lnTo>
                    <a:pt x="21053" y="86227"/>
                  </a:lnTo>
                  <a:cubicBezTo>
                    <a:pt x="22203" y="87225"/>
                    <a:pt x="23435" y="88128"/>
                    <a:pt x="24649" y="88967"/>
                  </a:cubicBezTo>
                  <a:cubicBezTo>
                    <a:pt x="29126" y="92077"/>
                    <a:pt x="34225" y="94195"/>
                    <a:pt x="39083" y="96612"/>
                  </a:cubicBezTo>
                  <a:cubicBezTo>
                    <a:pt x="43935" y="99036"/>
                    <a:pt x="49151" y="101922"/>
                    <a:pt x="52449" y="106405"/>
                  </a:cubicBezTo>
                  <a:cubicBezTo>
                    <a:pt x="55165" y="110095"/>
                    <a:pt x="55382" y="114584"/>
                    <a:pt x="55024" y="118984"/>
                  </a:cubicBezTo>
                  <a:cubicBezTo>
                    <a:pt x="54614" y="123983"/>
                    <a:pt x="53634" y="128853"/>
                    <a:pt x="53945" y="133899"/>
                  </a:cubicBezTo>
                  <a:cubicBezTo>
                    <a:pt x="54232" y="138352"/>
                    <a:pt x="55453" y="142641"/>
                    <a:pt x="57230" y="146713"/>
                  </a:cubicBezTo>
                  <a:cubicBezTo>
                    <a:pt x="60856" y="155015"/>
                    <a:pt x="66958" y="161962"/>
                    <a:pt x="71511" y="169736"/>
                  </a:cubicBezTo>
                  <a:cubicBezTo>
                    <a:pt x="71717" y="170083"/>
                    <a:pt x="71910" y="170435"/>
                    <a:pt x="72098" y="170787"/>
                  </a:cubicBezTo>
                  <a:cubicBezTo>
                    <a:pt x="71975" y="170628"/>
                    <a:pt x="71852" y="170482"/>
                    <a:pt x="71717" y="170335"/>
                  </a:cubicBezTo>
                  <a:cubicBezTo>
                    <a:pt x="64353" y="161956"/>
                    <a:pt x="56074" y="154757"/>
                    <a:pt x="46740" y="148685"/>
                  </a:cubicBezTo>
                  <a:cubicBezTo>
                    <a:pt x="43847" y="146807"/>
                    <a:pt x="41236" y="144900"/>
                    <a:pt x="38860" y="142682"/>
                  </a:cubicBezTo>
                  <a:cubicBezTo>
                    <a:pt x="37305" y="140863"/>
                    <a:pt x="35774" y="139033"/>
                    <a:pt x="34283" y="137202"/>
                  </a:cubicBezTo>
                  <a:cubicBezTo>
                    <a:pt x="33773" y="136563"/>
                    <a:pt x="33263" y="135917"/>
                    <a:pt x="32758" y="135272"/>
                  </a:cubicBezTo>
                  <a:cubicBezTo>
                    <a:pt x="30065" y="131083"/>
                    <a:pt x="28005" y="126500"/>
                    <a:pt x="26474" y="121771"/>
                  </a:cubicBezTo>
                  <a:cubicBezTo>
                    <a:pt x="24685" y="116238"/>
                    <a:pt x="23752" y="110453"/>
                    <a:pt x="23482" y="104651"/>
                  </a:cubicBezTo>
                  <a:cubicBezTo>
                    <a:pt x="23253" y="99781"/>
                    <a:pt x="23282" y="94929"/>
                    <a:pt x="22273" y="90129"/>
                  </a:cubicBezTo>
                  <a:cubicBezTo>
                    <a:pt x="21992" y="88791"/>
                    <a:pt x="21581" y="87489"/>
                    <a:pt x="21053" y="86227"/>
                  </a:cubicBezTo>
                  <a:close/>
                  <a:moveTo>
                    <a:pt x="96653" y="40292"/>
                  </a:moveTo>
                  <a:cubicBezTo>
                    <a:pt x="98008" y="44006"/>
                    <a:pt x="102977" y="46036"/>
                    <a:pt x="107067" y="47327"/>
                  </a:cubicBezTo>
                  <a:cubicBezTo>
                    <a:pt x="113773" y="49439"/>
                    <a:pt x="121571" y="51552"/>
                    <a:pt x="126834" y="56468"/>
                  </a:cubicBezTo>
                  <a:cubicBezTo>
                    <a:pt x="130307" y="59719"/>
                    <a:pt x="129439" y="63286"/>
                    <a:pt x="126892" y="66824"/>
                  </a:cubicBezTo>
                  <a:cubicBezTo>
                    <a:pt x="123642" y="71319"/>
                    <a:pt x="119130" y="74892"/>
                    <a:pt x="115070" y="78612"/>
                  </a:cubicBezTo>
                  <a:cubicBezTo>
                    <a:pt x="111374" y="81997"/>
                    <a:pt x="105119" y="85664"/>
                    <a:pt x="103019" y="90293"/>
                  </a:cubicBezTo>
                  <a:cubicBezTo>
                    <a:pt x="101047" y="94641"/>
                    <a:pt x="101481" y="99646"/>
                    <a:pt x="103787" y="103782"/>
                  </a:cubicBezTo>
                  <a:cubicBezTo>
                    <a:pt x="107319" y="110107"/>
                    <a:pt x="113867" y="110882"/>
                    <a:pt x="117628" y="122065"/>
                  </a:cubicBezTo>
                  <a:cubicBezTo>
                    <a:pt x="120521" y="130643"/>
                    <a:pt x="118232" y="140306"/>
                    <a:pt x="116208" y="148960"/>
                  </a:cubicBezTo>
                  <a:cubicBezTo>
                    <a:pt x="114178" y="157615"/>
                    <a:pt x="111690" y="165958"/>
                    <a:pt x="110077" y="174606"/>
                  </a:cubicBezTo>
                  <a:cubicBezTo>
                    <a:pt x="109772" y="176196"/>
                    <a:pt x="109555" y="177798"/>
                    <a:pt x="109414" y="179382"/>
                  </a:cubicBezTo>
                  <a:cubicBezTo>
                    <a:pt x="109408" y="179353"/>
                    <a:pt x="109408" y="179312"/>
                    <a:pt x="109402" y="179282"/>
                  </a:cubicBezTo>
                  <a:cubicBezTo>
                    <a:pt x="108440" y="174999"/>
                    <a:pt x="107712" y="170446"/>
                    <a:pt x="104925" y="166902"/>
                  </a:cubicBezTo>
                  <a:cubicBezTo>
                    <a:pt x="101775" y="162895"/>
                    <a:pt x="96952" y="161082"/>
                    <a:pt x="93285" y="157679"/>
                  </a:cubicBezTo>
                  <a:cubicBezTo>
                    <a:pt x="89330" y="154024"/>
                    <a:pt x="87951" y="147957"/>
                    <a:pt x="87365" y="142817"/>
                  </a:cubicBezTo>
                  <a:cubicBezTo>
                    <a:pt x="86760" y="137484"/>
                    <a:pt x="87142" y="131992"/>
                    <a:pt x="88350" y="126770"/>
                  </a:cubicBezTo>
                  <a:cubicBezTo>
                    <a:pt x="90310" y="118280"/>
                    <a:pt x="96412" y="111251"/>
                    <a:pt x="99709" y="103272"/>
                  </a:cubicBezTo>
                  <a:cubicBezTo>
                    <a:pt x="101247" y="99564"/>
                    <a:pt x="102109" y="95603"/>
                    <a:pt x="101493" y="91596"/>
                  </a:cubicBezTo>
                  <a:cubicBezTo>
                    <a:pt x="100807" y="87084"/>
                    <a:pt x="97509" y="83769"/>
                    <a:pt x="94276" y="80847"/>
                  </a:cubicBezTo>
                  <a:cubicBezTo>
                    <a:pt x="90204" y="77180"/>
                    <a:pt x="85651" y="74082"/>
                    <a:pt x="81486" y="70526"/>
                  </a:cubicBezTo>
                  <a:cubicBezTo>
                    <a:pt x="79456" y="68796"/>
                    <a:pt x="77572" y="66912"/>
                    <a:pt x="75835" y="64888"/>
                  </a:cubicBezTo>
                  <a:cubicBezTo>
                    <a:pt x="74269" y="63040"/>
                    <a:pt x="72221" y="60646"/>
                    <a:pt x="72110" y="58088"/>
                  </a:cubicBezTo>
                  <a:cubicBezTo>
                    <a:pt x="71963" y="54315"/>
                    <a:pt x="78728" y="53271"/>
                    <a:pt x="81245" y="52426"/>
                  </a:cubicBezTo>
                  <a:cubicBezTo>
                    <a:pt x="84273" y="51399"/>
                    <a:pt x="87265" y="50202"/>
                    <a:pt x="90087" y="48700"/>
                  </a:cubicBezTo>
                  <a:cubicBezTo>
                    <a:pt x="92645" y="47333"/>
                    <a:pt x="95432" y="45526"/>
                    <a:pt x="96529" y="42716"/>
                  </a:cubicBezTo>
                  <a:cubicBezTo>
                    <a:pt x="96829" y="41941"/>
                    <a:pt x="96875" y="41096"/>
                    <a:pt x="96653" y="40292"/>
                  </a:cubicBezTo>
                  <a:close/>
                  <a:moveTo>
                    <a:pt x="45637" y="150474"/>
                  </a:moveTo>
                  <a:cubicBezTo>
                    <a:pt x="46757" y="151190"/>
                    <a:pt x="47872" y="151900"/>
                    <a:pt x="48952" y="152633"/>
                  </a:cubicBezTo>
                  <a:cubicBezTo>
                    <a:pt x="53904" y="155989"/>
                    <a:pt x="58486" y="159715"/>
                    <a:pt x="62710" y="163951"/>
                  </a:cubicBezTo>
                  <a:cubicBezTo>
                    <a:pt x="64611" y="165846"/>
                    <a:pt x="66430" y="167830"/>
                    <a:pt x="68308" y="169742"/>
                  </a:cubicBezTo>
                  <a:cubicBezTo>
                    <a:pt x="70033" y="171502"/>
                    <a:pt x="71693" y="173280"/>
                    <a:pt x="72849" y="175469"/>
                  </a:cubicBezTo>
                  <a:cubicBezTo>
                    <a:pt x="75067" y="179705"/>
                    <a:pt x="73453" y="184446"/>
                    <a:pt x="72362" y="188741"/>
                  </a:cubicBezTo>
                  <a:cubicBezTo>
                    <a:pt x="72157" y="189533"/>
                    <a:pt x="71987" y="190325"/>
                    <a:pt x="71863" y="191105"/>
                  </a:cubicBezTo>
                  <a:cubicBezTo>
                    <a:pt x="67099" y="175498"/>
                    <a:pt x="56374" y="162784"/>
                    <a:pt x="45637" y="150474"/>
                  </a:cubicBezTo>
                  <a:close/>
                  <a:moveTo>
                    <a:pt x="138556" y="0"/>
                  </a:moveTo>
                  <a:cubicBezTo>
                    <a:pt x="137931" y="0"/>
                    <a:pt x="137294" y="505"/>
                    <a:pt x="137524" y="1275"/>
                  </a:cubicBezTo>
                  <a:cubicBezTo>
                    <a:pt x="138832" y="5634"/>
                    <a:pt x="133810" y="8181"/>
                    <a:pt x="130618" y="9771"/>
                  </a:cubicBezTo>
                  <a:cubicBezTo>
                    <a:pt x="126828" y="11660"/>
                    <a:pt x="119922" y="12904"/>
                    <a:pt x="116695" y="15761"/>
                  </a:cubicBezTo>
                  <a:cubicBezTo>
                    <a:pt x="116309" y="16104"/>
                    <a:pt x="116040" y="16451"/>
                    <a:pt x="115869" y="16798"/>
                  </a:cubicBezTo>
                  <a:lnTo>
                    <a:pt x="115869" y="16798"/>
                  </a:lnTo>
                  <a:cubicBezTo>
                    <a:pt x="116086" y="13146"/>
                    <a:pt x="111433" y="11859"/>
                    <a:pt x="108669" y="11326"/>
                  </a:cubicBezTo>
                  <a:cubicBezTo>
                    <a:pt x="105603" y="10734"/>
                    <a:pt x="102456" y="10580"/>
                    <a:pt x="99317" y="10580"/>
                  </a:cubicBezTo>
                  <a:cubicBezTo>
                    <a:pt x="97788" y="10580"/>
                    <a:pt x="96260" y="10616"/>
                    <a:pt x="94746" y="10657"/>
                  </a:cubicBezTo>
                  <a:cubicBezTo>
                    <a:pt x="93217" y="10698"/>
                    <a:pt x="91690" y="10737"/>
                    <a:pt x="90163" y="10737"/>
                  </a:cubicBezTo>
                  <a:cubicBezTo>
                    <a:pt x="88666" y="10737"/>
                    <a:pt x="87168" y="10700"/>
                    <a:pt x="85669" y="10592"/>
                  </a:cubicBezTo>
                  <a:cubicBezTo>
                    <a:pt x="83774" y="10451"/>
                    <a:pt x="81720" y="10246"/>
                    <a:pt x="79984" y="9442"/>
                  </a:cubicBezTo>
                  <a:cubicBezTo>
                    <a:pt x="77995" y="8515"/>
                    <a:pt x="79221" y="7048"/>
                    <a:pt x="80388" y="5881"/>
                  </a:cubicBezTo>
                  <a:cubicBezTo>
                    <a:pt x="81123" y="5150"/>
                    <a:pt x="80413" y="4112"/>
                    <a:pt x="79617" y="4112"/>
                  </a:cubicBezTo>
                  <a:cubicBezTo>
                    <a:pt x="79383" y="4112"/>
                    <a:pt x="79142" y="4201"/>
                    <a:pt x="78928" y="4414"/>
                  </a:cubicBezTo>
                  <a:cubicBezTo>
                    <a:pt x="78235" y="5100"/>
                    <a:pt x="77578" y="5910"/>
                    <a:pt x="77179" y="6773"/>
                  </a:cubicBezTo>
                  <a:cubicBezTo>
                    <a:pt x="75695" y="5030"/>
                    <a:pt x="67627" y="2091"/>
                    <a:pt x="65638" y="1727"/>
                  </a:cubicBezTo>
                  <a:cubicBezTo>
                    <a:pt x="65566" y="1714"/>
                    <a:pt x="65496" y="1708"/>
                    <a:pt x="65428" y="1708"/>
                  </a:cubicBezTo>
                  <a:cubicBezTo>
                    <a:pt x="64273" y="1708"/>
                    <a:pt x="63840" y="3500"/>
                    <a:pt x="65087" y="3727"/>
                  </a:cubicBezTo>
                  <a:cubicBezTo>
                    <a:pt x="67275" y="4132"/>
                    <a:pt x="75536" y="7172"/>
                    <a:pt x="76270" y="9454"/>
                  </a:cubicBezTo>
                  <a:cubicBezTo>
                    <a:pt x="77003" y="11736"/>
                    <a:pt x="74069" y="13784"/>
                    <a:pt x="72515" y="14946"/>
                  </a:cubicBezTo>
                  <a:cubicBezTo>
                    <a:pt x="69552" y="17164"/>
                    <a:pt x="66407" y="19182"/>
                    <a:pt x="63579" y="21558"/>
                  </a:cubicBezTo>
                  <a:cubicBezTo>
                    <a:pt x="62599" y="22380"/>
                    <a:pt x="61584" y="23436"/>
                    <a:pt x="60985" y="24568"/>
                  </a:cubicBezTo>
                  <a:cubicBezTo>
                    <a:pt x="61003" y="22867"/>
                    <a:pt x="60240" y="21183"/>
                    <a:pt x="58333" y="19622"/>
                  </a:cubicBezTo>
                  <a:cubicBezTo>
                    <a:pt x="55810" y="17574"/>
                    <a:pt x="46722" y="14928"/>
                    <a:pt x="48629" y="10563"/>
                  </a:cubicBezTo>
                  <a:cubicBezTo>
                    <a:pt x="50102" y="8826"/>
                    <a:pt x="51563" y="7084"/>
                    <a:pt x="53024" y="5335"/>
                  </a:cubicBezTo>
                  <a:cubicBezTo>
                    <a:pt x="53670" y="4559"/>
                    <a:pt x="52981" y="3515"/>
                    <a:pt x="52240" y="3515"/>
                  </a:cubicBezTo>
                  <a:cubicBezTo>
                    <a:pt x="52006" y="3515"/>
                    <a:pt x="51767" y="3619"/>
                    <a:pt x="51563" y="3868"/>
                  </a:cubicBezTo>
                  <a:cubicBezTo>
                    <a:pt x="50307" y="5376"/>
                    <a:pt x="49045" y="6872"/>
                    <a:pt x="47778" y="8369"/>
                  </a:cubicBezTo>
                  <a:cubicBezTo>
                    <a:pt x="47561" y="8445"/>
                    <a:pt x="47379" y="8586"/>
                    <a:pt x="47250" y="8773"/>
                  </a:cubicBezTo>
                  <a:cubicBezTo>
                    <a:pt x="47086" y="9014"/>
                    <a:pt x="46933" y="9266"/>
                    <a:pt x="46798" y="9530"/>
                  </a:cubicBezTo>
                  <a:cubicBezTo>
                    <a:pt x="44252" y="12534"/>
                    <a:pt x="41688" y="15527"/>
                    <a:pt x="39171" y="18542"/>
                  </a:cubicBezTo>
                  <a:cubicBezTo>
                    <a:pt x="39109" y="18531"/>
                    <a:pt x="39046" y="18525"/>
                    <a:pt x="38985" y="18525"/>
                  </a:cubicBezTo>
                  <a:cubicBezTo>
                    <a:pt x="38639" y="18525"/>
                    <a:pt x="38311" y="18702"/>
                    <a:pt x="38127" y="19006"/>
                  </a:cubicBezTo>
                  <a:cubicBezTo>
                    <a:pt x="37135" y="20514"/>
                    <a:pt x="36108" y="22010"/>
                    <a:pt x="35105" y="23524"/>
                  </a:cubicBezTo>
                  <a:cubicBezTo>
                    <a:pt x="32265" y="27073"/>
                    <a:pt x="29449" y="30629"/>
                    <a:pt x="26327" y="33921"/>
                  </a:cubicBezTo>
                  <a:cubicBezTo>
                    <a:pt x="18377" y="42305"/>
                    <a:pt x="9441" y="49539"/>
                    <a:pt x="4836" y="60452"/>
                  </a:cubicBezTo>
                  <a:cubicBezTo>
                    <a:pt x="635" y="70427"/>
                    <a:pt x="1" y="81369"/>
                    <a:pt x="2072" y="91936"/>
                  </a:cubicBezTo>
                  <a:cubicBezTo>
                    <a:pt x="4308" y="103330"/>
                    <a:pt x="12046" y="112131"/>
                    <a:pt x="19034" y="120950"/>
                  </a:cubicBezTo>
                  <a:cubicBezTo>
                    <a:pt x="23077" y="126043"/>
                    <a:pt x="26967" y="131253"/>
                    <a:pt x="30992" y="136357"/>
                  </a:cubicBezTo>
                  <a:cubicBezTo>
                    <a:pt x="32570" y="138822"/>
                    <a:pt x="34348" y="141151"/>
                    <a:pt x="36314" y="143316"/>
                  </a:cubicBezTo>
                  <a:cubicBezTo>
                    <a:pt x="36988" y="144049"/>
                    <a:pt x="37704" y="144742"/>
                    <a:pt x="38455" y="145393"/>
                  </a:cubicBezTo>
                  <a:cubicBezTo>
                    <a:pt x="41530" y="148943"/>
                    <a:pt x="44663" y="152440"/>
                    <a:pt x="47690" y="156030"/>
                  </a:cubicBezTo>
                  <a:cubicBezTo>
                    <a:pt x="57007" y="167043"/>
                    <a:pt x="66501" y="179224"/>
                    <a:pt x="70367" y="193376"/>
                  </a:cubicBezTo>
                  <a:cubicBezTo>
                    <a:pt x="70504" y="193883"/>
                    <a:pt x="70904" y="194109"/>
                    <a:pt x="71314" y="194109"/>
                  </a:cubicBezTo>
                  <a:cubicBezTo>
                    <a:pt x="71415" y="194109"/>
                    <a:pt x="71518" y="194095"/>
                    <a:pt x="71617" y="194068"/>
                  </a:cubicBezTo>
                  <a:cubicBezTo>
                    <a:pt x="71629" y="196309"/>
                    <a:pt x="72151" y="198480"/>
                    <a:pt x="73506" y="200534"/>
                  </a:cubicBezTo>
                  <a:cubicBezTo>
                    <a:pt x="73728" y="200869"/>
                    <a:pt x="74047" y="201008"/>
                    <a:pt x="74363" y="201008"/>
                  </a:cubicBezTo>
                  <a:cubicBezTo>
                    <a:pt x="75093" y="201008"/>
                    <a:pt x="75811" y="200267"/>
                    <a:pt x="75296" y="199489"/>
                  </a:cubicBezTo>
                  <a:cubicBezTo>
                    <a:pt x="71664" y="193998"/>
                    <a:pt x="75278" y="188207"/>
                    <a:pt x="75918" y="182421"/>
                  </a:cubicBezTo>
                  <a:cubicBezTo>
                    <a:pt x="76023" y="181471"/>
                    <a:pt x="76041" y="180509"/>
                    <a:pt x="75965" y="179558"/>
                  </a:cubicBezTo>
                  <a:lnTo>
                    <a:pt x="75965" y="179558"/>
                  </a:lnTo>
                  <a:cubicBezTo>
                    <a:pt x="77854" y="184939"/>
                    <a:pt x="79139" y="190530"/>
                    <a:pt x="80588" y="196139"/>
                  </a:cubicBezTo>
                  <a:cubicBezTo>
                    <a:pt x="80723" y="196655"/>
                    <a:pt x="81121" y="196879"/>
                    <a:pt x="81529" y="196879"/>
                  </a:cubicBezTo>
                  <a:cubicBezTo>
                    <a:pt x="82146" y="196879"/>
                    <a:pt x="82788" y="196368"/>
                    <a:pt x="82583" y="195588"/>
                  </a:cubicBezTo>
                  <a:cubicBezTo>
                    <a:pt x="81028" y="189568"/>
                    <a:pt x="79755" y="183460"/>
                    <a:pt x="77596" y="177604"/>
                  </a:cubicBezTo>
                  <a:cubicBezTo>
                    <a:pt x="75935" y="173092"/>
                    <a:pt x="73535" y="168886"/>
                    <a:pt x="70936" y="164849"/>
                  </a:cubicBezTo>
                  <a:cubicBezTo>
                    <a:pt x="66055" y="157251"/>
                    <a:pt x="60176" y="150151"/>
                    <a:pt x="57430" y="141403"/>
                  </a:cubicBezTo>
                  <a:cubicBezTo>
                    <a:pt x="55904" y="136533"/>
                    <a:pt x="55652" y="131423"/>
                    <a:pt x="56227" y="126371"/>
                  </a:cubicBezTo>
                  <a:cubicBezTo>
                    <a:pt x="56702" y="122217"/>
                    <a:pt x="57483" y="118022"/>
                    <a:pt x="57172" y="113833"/>
                  </a:cubicBezTo>
                  <a:lnTo>
                    <a:pt x="57172" y="113833"/>
                  </a:lnTo>
                  <a:cubicBezTo>
                    <a:pt x="58715" y="116192"/>
                    <a:pt x="60786" y="118304"/>
                    <a:pt x="62587" y="120211"/>
                  </a:cubicBezTo>
                  <a:cubicBezTo>
                    <a:pt x="64124" y="121842"/>
                    <a:pt x="65709" y="123444"/>
                    <a:pt x="67205" y="125116"/>
                  </a:cubicBezTo>
                  <a:cubicBezTo>
                    <a:pt x="69164" y="127322"/>
                    <a:pt x="70713" y="129898"/>
                    <a:pt x="72315" y="132356"/>
                  </a:cubicBezTo>
                  <a:cubicBezTo>
                    <a:pt x="75736" y="137584"/>
                    <a:pt x="78951" y="142958"/>
                    <a:pt x="82108" y="148344"/>
                  </a:cubicBezTo>
                  <a:cubicBezTo>
                    <a:pt x="84941" y="153161"/>
                    <a:pt x="87681" y="154300"/>
                    <a:pt x="89418" y="163687"/>
                  </a:cubicBezTo>
                  <a:cubicBezTo>
                    <a:pt x="90721" y="170710"/>
                    <a:pt x="88438" y="177886"/>
                    <a:pt x="88532" y="184944"/>
                  </a:cubicBezTo>
                  <a:cubicBezTo>
                    <a:pt x="88591" y="189286"/>
                    <a:pt x="88826" y="197401"/>
                    <a:pt x="94576" y="198011"/>
                  </a:cubicBezTo>
                  <a:cubicBezTo>
                    <a:pt x="94618" y="198015"/>
                    <a:pt x="94658" y="198017"/>
                    <a:pt x="94698" y="198017"/>
                  </a:cubicBezTo>
                  <a:cubicBezTo>
                    <a:pt x="95911" y="198017"/>
                    <a:pt x="95854" y="196070"/>
                    <a:pt x="94576" y="195934"/>
                  </a:cubicBezTo>
                  <a:cubicBezTo>
                    <a:pt x="91859" y="195646"/>
                    <a:pt x="91255" y="191827"/>
                    <a:pt x="90932" y="189697"/>
                  </a:cubicBezTo>
                  <a:cubicBezTo>
                    <a:pt x="90380" y="186112"/>
                    <a:pt x="90568" y="182392"/>
                    <a:pt x="90744" y="178795"/>
                  </a:cubicBezTo>
                  <a:cubicBezTo>
                    <a:pt x="90891" y="175932"/>
                    <a:pt x="91202" y="173063"/>
                    <a:pt x="91214" y="170206"/>
                  </a:cubicBezTo>
                  <a:cubicBezTo>
                    <a:pt x="91225" y="165243"/>
                    <a:pt x="90998" y="160327"/>
                    <a:pt x="89145" y="155754"/>
                  </a:cubicBezTo>
                  <a:lnTo>
                    <a:pt x="89145" y="155754"/>
                  </a:lnTo>
                  <a:cubicBezTo>
                    <a:pt x="90820" y="158649"/>
                    <a:pt x="93430" y="160646"/>
                    <a:pt x="96201" y="162437"/>
                  </a:cubicBezTo>
                  <a:cubicBezTo>
                    <a:pt x="99416" y="164526"/>
                    <a:pt x="102526" y="166562"/>
                    <a:pt x="104474" y="169977"/>
                  </a:cubicBezTo>
                  <a:cubicBezTo>
                    <a:pt x="106122" y="172875"/>
                    <a:pt x="106950" y="177775"/>
                    <a:pt x="107484" y="180321"/>
                  </a:cubicBezTo>
                  <a:cubicBezTo>
                    <a:pt x="109009" y="187661"/>
                    <a:pt x="108821" y="195318"/>
                    <a:pt x="107677" y="202499"/>
                  </a:cubicBezTo>
                  <a:cubicBezTo>
                    <a:pt x="107554" y="203285"/>
                    <a:pt x="108224" y="203800"/>
                    <a:pt x="108825" y="203800"/>
                  </a:cubicBezTo>
                  <a:cubicBezTo>
                    <a:pt x="109225" y="203800"/>
                    <a:pt x="109594" y="203572"/>
                    <a:pt x="109678" y="203045"/>
                  </a:cubicBezTo>
                  <a:cubicBezTo>
                    <a:pt x="110177" y="199924"/>
                    <a:pt x="110711" y="196650"/>
                    <a:pt x="110963" y="193376"/>
                  </a:cubicBezTo>
                  <a:cubicBezTo>
                    <a:pt x="111573" y="195101"/>
                    <a:pt x="112359" y="196755"/>
                    <a:pt x="113310" y="198322"/>
                  </a:cubicBezTo>
                  <a:cubicBezTo>
                    <a:pt x="113520" y="198673"/>
                    <a:pt x="113835" y="198818"/>
                    <a:pt x="114151" y="198818"/>
                  </a:cubicBezTo>
                  <a:cubicBezTo>
                    <a:pt x="114864" y="198818"/>
                    <a:pt x="115579" y="198075"/>
                    <a:pt x="115099" y="197277"/>
                  </a:cubicBezTo>
                  <a:cubicBezTo>
                    <a:pt x="108199" y="185866"/>
                    <a:pt x="112430" y="172828"/>
                    <a:pt x="115352" y="160859"/>
                  </a:cubicBezTo>
                  <a:cubicBezTo>
                    <a:pt x="118191" y="149236"/>
                    <a:pt x="121647" y="137760"/>
                    <a:pt x="120286" y="125655"/>
                  </a:cubicBezTo>
                  <a:cubicBezTo>
                    <a:pt x="119676" y="120228"/>
                    <a:pt x="117769" y="115992"/>
                    <a:pt x="114489" y="111662"/>
                  </a:cubicBezTo>
                  <a:cubicBezTo>
                    <a:pt x="111209" y="107338"/>
                    <a:pt x="104955" y="103442"/>
                    <a:pt x="103946" y="98003"/>
                  </a:cubicBezTo>
                  <a:cubicBezTo>
                    <a:pt x="102860" y="92165"/>
                    <a:pt x="109267" y="87448"/>
                    <a:pt x="112964" y="83528"/>
                  </a:cubicBezTo>
                  <a:cubicBezTo>
                    <a:pt x="116660" y="79615"/>
                    <a:pt x="120972" y="76247"/>
                    <a:pt x="124780" y="72398"/>
                  </a:cubicBezTo>
                  <a:cubicBezTo>
                    <a:pt x="127567" y="69576"/>
                    <a:pt x="130882" y="66067"/>
                    <a:pt x="131322" y="61937"/>
                  </a:cubicBezTo>
                  <a:cubicBezTo>
                    <a:pt x="133892" y="67346"/>
                    <a:pt x="139783" y="71113"/>
                    <a:pt x="144054" y="75449"/>
                  </a:cubicBezTo>
                  <a:cubicBezTo>
                    <a:pt x="147751" y="79198"/>
                    <a:pt x="150626" y="83669"/>
                    <a:pt x="151506" y="88920"/>
                  </a:cubicBezTo>
                  <a:cubicBezTo>
                    <a:pt x="152444" y="94500"/>
                    <a:pt x="150455" y="100045"/>
                    <a:pt x="147328" y="104586"/>
                  </a:cubicBezTo>
                  <a:cubicBezTo>
                    <a:pt x="141578" y="112935"/>
                    <a:pt x="132507" y="118351"/>
                    <a:pt x="125631" y="125667"/>
                  </a:cubicBezTo>
                  <a:cubicBezTo>
                    <a:pt x="123566" y="127856"/>
                    <a:pt x="121764" y="130390"/>
                    <a:pt x="121037" y="133342"/>
                  </a:cubicBezTo>
                  <a:cubicBezTo>
                    <a:pt x="120227" y="136639"/>
                    <a:pt x="121682" y="139543"/>
                    <a:pt x="123266" y="142336"/>
                  </a:cubicBezTo>
                  <a:cubicBezTo>
                    <a:pt x="126934" y="148784"/>
                    <a:pt x="132108" y="154229"/>
                    <a:pt x="136128" y="160448"/>
                  </a:cubicBezTo>
                  <a:cubicBezTo>
                    <a:pt x="140458" y="167161"/>
                    <a:pt x="142306" y="174483"/>
                    <a:pt x="141836" y="182451"/>
                  </a:cubicBezTo>
                  <a:cubicBezTo>
                    <a:pt x="141332" y="191005"/>
                    <a:pt x="138422" y="199613"/>
                    <a:pt x="134045" y="206947"/>
                  </a:cubicBezTo>
                  <a:cubicBezTo>
                    <a:pt x="133565" y="207748"/>
                    <a:pt x="134278" y="208493"/>
                    <a:pt x="134991" y="208493"/>
                  </a:cubicBezTo>
                  <a:cubicBezTo>
                    <a:pt x="135307" y="208493"/>
                    <a:pt x="135622" y="208348"/>
                    <a:pt x="135834" y="207997"/>
                  </a:cubicBezTo>
                  <a:cubicBezTo>
                    <a:pt x="141261" y="198903"/>
                    <a:pt x="144471" y="187954"/>
                    <a:pt x="143943" y="177329"/>
                  </a:cubicBezTo>
                  <a:cubicBezTo>
                    <a:pt x="143438" y="167161"/>
                    <a:pt x="138105" y="159199"/>
                    <a:pt x="132114" y="151378"/>
                  </a:cubicBezTo>
                  <a:cubicBezTo>
                    <a:pt x="129134" y="147494"/>
                    <a:pt x="126188" y="143574"/>
                    <a:pt x="123935" y="139209"/>
                  </a:cubicBezTo>
                  <a:cubicBezTo>
                    <a:pt x="121371" y="134245"/>
                    <a:pt x="124434" y="129868"/>
                    <a:pt x="127872" y="126313"/>
                  </a:cubicBezTo>
                  <a:cubicBezTo>
                    <a:pt x="134766" y="119196"/>
                    <a:pt x="143291" y="113763"/>
                    <a:pt x="149124" y="105636"/>
                  </a:cubicBezTo>
                  <a:cubicBezTo>
                    <a:pt x="155079" y="97317"/>
                    <a:pt x="155137" y="86867"/>
                    <a:pt x="149317" y="78506"/>
                  </a:cubicBezTo>
                  <a:cubicBezTo>
                    <a:pt x="146583" y="74575"/>
                    <a:pt x="142922" y="71676"/>
                    <a:pt x="139355" y="68561"/>
                  </a:cubicBezTo>
                  <a:cubicBezTo>
                    <a:pt x="135781" y="65445"/>
                    <a:pt x="132384" y="61638"/>
                    <a:pt x="132097" y="56562"/>
                  </a:cubicBezTo>
                  <a:cubicBezTo>
                    <a:pt x="131850" y="51945"/>
                    <a:pt x="135060" y="48636"/>
                    <a:pt x="137935" y="45473"/>
                  </a:cubicBezTo>
                  <a:cubicBezTo>
                    <a:pt x="140581" y="42551"/>
                    <a:pt x="142623" y="39442"/>
                    <a:pt x="142922" y="35417"/>
                  </a:cubicBezTo>
                  <a:cubicBezTo>
                    <a:pt x="143509" y="27601"/>
                    <a:pt x="132678" y="26897"/>
                    <a:pt x="127573" y="24586"/>
                  </a:cubicBezTo>
                  <a:cubicBezTo>
                    <a:pt x="125883" y="23817"/>
                    <a:pt x="117299" y="20831"/>
                    <a:pt x="118326" y="17950"/>
                  </a:cubicBezTo>
                  <a:cubicBezTo>
                    <a:pt x="118655" y="16999"/>
                    <a:pt x="119013" y="16547"/>
                    <a:pt x="119811" y="16072"/>
                  </a:cubicBezTo>
                  <a:cubicBezTo>
                    <a:pt x="121313" y="15175"/>
                    <a:pt x="125285" y="14470"/>
                    <a:pt x="126887" y="13761"/>
                  </a:cubicBezTo>
                  <a:cubicBezTo>
                    <a:pt x="131909" y="11507"/>
                    <a:pt x="141707" y="8016"/>
                    <a:pt x="139531" y="729"/>
                  </a:cubicBezTo>
                  <a:cubicBezTo>
                    <a:pt x="139379" y="220"/>
                    <a:pt x="138970" y="0"/>
                    <a:pt x="1385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4" name="Google Shape;744;p13"/>
          <p:cNvGrpSpPr/>
          <p:nvPr/>
        </p:nvGrpSpPr>
        <p:grpSpPr>
          <a:xfrm>
            <a:off x="6859222" y="-1047442"/>
            <a:ext cx="8455953" cy="3018817"/>
            <a:chOff x="4168525" y="2572625"/>
            <a:chExt cx="3211650" cy="1146575"/>
          </a:xfrm>
        </p:grpSpPr>
        <p:sp>
          <p:nvSpPr>
            <p:cNvPr id="745" name="Google Shape;745;p13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8" name="Google Shape;748;p13"/>
          <p:cNvSpPr txBox="1"/>
          <p:nvPr/>
        </p:nvSpPr>
        <p:spPr>
          <a:xfrm>
            <a:off x="2192700" y="3406838"/>
            <a:ext cx="47586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CREDITS: This presentation template was created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, including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 </a:t>
            </a:r>
            <a:r>
              <a:rPr lang="en" sz="12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  <p:extLst>
      <p:ext uri="{BB962C8B-B14F-4D97-AF65-F5344CB8AC3E}">
        <p14:creationId xmlns:p14="http://schemas.microsoft.com/office/powerpoint/2010/main" val="40462953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14"/>
          <p:cNvGrpSpPr/>
          <p:nvPr/>
        </p:nvGrpSpPr>
        <p:grpSpPr>
          <a:xfrm>
            <a:off x="-4633874" y="-1618965"/>
            <a:ext cx="18411747" cy="6095830"/>
            <a:chOff x="4168525" y="2655875"/>
            <a:chExt cx="3211650" cy="1063325"/>
          </a:xfrm>
        </p:grpSpPr>
        <p:sp>
          <p:nvSpPr>
            <p:cNvPr id="751" name="Google Shape;751;p14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14"/>
          <p:cNvGrpSpPr/>
          <p:nvPr/>
        </p:nvGrpSpPr>
        <p:grpSpPr>
          <a:xfrm>
            <a:off x="-3463692" y="-6776445"/>
            <a:ext cx="16071384" cy="10624453"/>
            <a:chOff x="2512725" y="1224150"/>
            <a:chExt cx="1819450" cy="1202800"/>
          </a:xfrm>
        </p:grpSpPr>
        <p:sp>
          <p:nvSpPr>
            <p:cNvPr id="754" name="Google Shape;754;p14"/>
            <p:cNvSpPr/>
            <p:nvPr/>
          </p:nvSpPr>
          <p:spPr>
            <a:xfrm>
              <a:off x="2515025" y="1226550"/>
              <a:ext cx="1814800" cy="1198100"/>
            </a:xfrm>
            <a:custGeom>
              <a:avLst/>
              <a:gdLst/>
              <a:ahLst/>
              <a:cxnLst/>
              <a:rect l="l" t="t" r="r" b="b"/>
              <a:pathLst>
                <a:path w="72592" h="47924" extrusionOk="0">
                  <a:moveTo>
                    <a:pt x="36296" y="3828"/>
                  </a:moveTo>
                  <a:cubicBezTo>
                    <a:pt x="50806" y="3828"/>
                    <a:pt x="62571" y="12798"/>
                    <a:pt x="62571" y="23865"/>
                  </a:cubicBezTo>
                  <a:cubicBezTo>
                    <a:pt x="62571" y="34930"/>
                    <a:pt x="50808" y="43900"/>
                    <a:pt x="36296" y="43900"/>
                  </a:cubicBezTo>
                  <a:cubicBezTo>
                    <a:pt x="21786" y="43900"/>
                    <a:pt x="10025" y="34930"/>
                    <a:pt x="10025" y="23865"/>
                  </a:cubicBezTo>
                  <a:cubicBezTo>
                    <a:pt x="10025" y="12798"/>
                    <a:pt x="21786" y="3828"/>
                    <a:pt x="36296" y="3828"/>
                  </a:cubicBezTo>
                  <a:close/>
                  <a:moveTo>
                    <a:pt x="36296" y="1"/>
                  </a:moveTo>
                  <a:cubicBezTo>
                    <a:pt x="16251" y="1"/>
                    <a:pt x="0" y="10726"/>
                    <a:pt x="0" y="23961"/>
                  </a:cubicBezTo>
                  <a:cubicBezTo>
                    <a:pt x="0" y="37194"/>
                    <a:pt x="16251" y="47924"/>
                    <a:pt x="36296" y="47924"/>
                  </a:cubicBezTo>
                  <a:cubicBezTo>
                    <a:pt x="56342" y="47924"/>
                    <a:pt x="72592" y="37194"/>
                    <a:pt x="72592" y="23961"/>
                  </a:cubicBezTo>
                  <a:cubicBezTo>
                    <a:pt x="72592" y="10726"/>
                    <a:pt x="56342" y="1"/>
                    <a:pt x="36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2544375" y="1251025"/>
              <a:ext cx="1756150" cy="1155250"/>
            </a:xfrm>
            <a:custGeom>
              <a:avLst/>
              <a:gdLst/>
              <a:ahLst/>
              <a:cxnLst/>
              <a:rect l="l" t="t" r="r" b="b"/>
              <a:pathLst>
                <a:path w="70246" h="46210" extrusionOk="0">
                  <a:moveTo>
                    <a:pt x="35122" y="188"/>
                  </a:moveTo>
                  <a:cubicBezTo>
                    <a:pt x="44464" y="188"/>
                    <a:pt x="53254" y="2586"/>
                    <a:pt x="59843" y="6913"/>
                  </a:cubicBezTo>
                  <a:cubicBezTo>
                    <a:pt x="66431" y="11240"/>
                    <a:pt x="70060" y="16994"/>
                    <a:pt x="70060" y="23106"/>
                  </a:cubicBezTo>
                  <a:cubicBezTo>
                    <a:pt x="70060" y="29221"/>
                    <a:pt x="66444" y="34965"/>
                    <a:pt x="59843" y="39301"/>
                  </a:cubicBezTo>
                  <a:cubicBezTo>
                    <a:pt x="53241" y="43636"/>
                    <a:pt x="44461" y="46024"/>
                    <a:pt x="35122" y="46024"/>
                  </a:cubicBezTo>
                  <a:cubicBezTo>
                    <a:pt x="25783" y="46024"/>
                    <a:pt x="16992" y="43630"/>
                    <a:pt x="10404" y="39301"/>
                  </a:cubicBezTo>
                  <a:cubicBezTo>
                    <a:pt x="3815" y="34970"/>
                    <a:pt x="189" y="29223"/>
                    <a:pt x="189" y="23106"/>
                  </a:cubicBezTo>
                  <a:cubicBezTo>
                    <a:pt x="189" y="16989"/>
                    <a:pt x="3802" y="11251"/>
                    <a:pt x="10404" y="6913"/>
                  </a:cubicBezTo>
                  <a:cubicBezTo>
                    <a:pt x="17007" y="2574"/>
                    <a:pt x="25783" y="188"/>
                    <a:pt x="35122" y="188"/>
                  </a:cubicBezTo>
                  <a:close/>
                  <a:moveTo>
                    <a:pt x="35122" y="0"/>
                  </a:moveTo>
                  <a:cubicBezTo>
                    <a:pt x="30387" y="0"/>
                    <a:pt x="25789" y="613"/>
                    <a:pt x="21464" y="1813"/>
                  </a:cubicBezTo>
                  <a:cubicBezTo>
                    <a:pt x="17285" y="2975"/>
                    <a:pt x="13530" y="4639"/>
                    <a:pt x="10303" y="6757"/>
                  </a:cubicBezTo>
                  <a:cubicBezTo>
                    <a:pt x="7076" y="8878"/>
                    <a:pt x="4539" y="11347"/>
                    <a:pt x="2769" y="14100"/>
                  </a:cubicBezTo>
                  <a:cubicBezTo>
                    <a:pt x="932" y="16951"/>
                    <a:pt x="1" y="19984"/>
                    <a:pt x="1" y="23106"/>
                  </a:cubicBezTo>
                  <a:cubicBezTo>
                    <a:pt x="1" y="26231"/>
                    <a:pt x="932" y="29259"/>
                    <a:pt x="2769" y="32114"/>
                  </a:cubicBezTo>
                  <a:cubicBezTo>
                    <a:pt x="4539" y="34863"/>
                    <a:pt x="7078" y="37338"/>
                    <a:pt x="10303" y="39455"/>
                  </a:cubicBezTo>
                  <a:cubicBezTo>
                    <a:pt x="13528" y="41573"/>
                    <a:pt x="17283" y="43235"/>
                    <a:pt x="21464" y="44397"/>
                  </a:cubicBezTo>
                  <a:cubicBezTo>
                    <a:pt x="25789" y="45601"/>
                    <a:pt x="30387" y="46210"/>
                    <a:pt x="35122" y="46210"/>
                  </a:cubicBezTo>
                  <a:cubicBezTo>
                    <a:pt x="39861" y="46210"/>
                    <a:pt x="44455" y="45601"/>
                    <a:pt x="48782" y="44397"/>
                  </a:cubicBezTo>
                  <a:cubicBezTo>
                    <a:pt x="52964" y="43235"/>
                    <a:pt x="56716" y="41578"/>
                    <a:pt x="59945" y="39455"/>
                  </a:cubicBezTo>
                  <a:cubicBezTo>
                    <a:pt x="63172" y="37334"/>
                    <a:pt x="65705" y="34863"/>
                    <a:pt x="67478" y="32114"/>
                  </a:cubicBezTo>
                  <a:cubicBezTo>
                    <a:pt x="69314" y="29259"/>
                    <a:pt x="70246" y="26233"/>
                    <a:pt x="70246" y="23106"/>
                  </a:cubicBezTo>
                  <a:cubicBezTo>
                    <a:pt x="70246" y="19979"/>
                    <a:pt x="69314" y="16951"/>
                    <a:pt x="67478" y="14100"/>
                  </a:cubicBezTo>
                  <a:cubicBezTo>
                    <a:pt x="65705" y="11347"/>
                    <a:pt x="63170" y="8878"/>
                    <a:pt x="59945" y="6757"/>
                  </a:cubicBezTo>
                  <a:cubicBezTo>
                    <a:pt x="56720" y="4639"/>
                    <a:pt x="52964" y="2975"/>
                    <a:pt x="48782" y="1813"/>
                  </a:cubicBezTo>
                  <a:cubicBezTo>
                    <a:pt x="44455" y="613"/>
                    <a:pt x="39859" y="0"/>
                    <a:pt x="35122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2591850" y="1276275"/>
              <a:ext cx="1661150" cy="1105025"/>
            </a:xfrm>
            <a:custGeom>
              <a:avLst/>
              <a:gdLst/>
              <a:ahLst/>
              <a:cxnLst/>
              <a:rect l="l" t="t" r="r" b="b"/>
              <a:pathLst>
                <a:path w="66446" h="44201" extrusionOk="0">
                  <a:moveTo>
                    <a:pt x="33223" y="188"/>
                  </a:moveTo>
                  <a:cubicBezTo>
                    <a:pt x="42056" y="188"/>
                    <a:pt x="50370" y="2476"/>
                    <a:pt x="56600" y="6617"/>
                  </a:cubicBezTo>
                  <a:cubicBezTo>
                    <a:pt x="62832" y="10756"/>
                    <a:pt x="66262" y="16253"/>
                    <a:pt x="66262" y="22100"/>
                  </a:cubicBezTo>
                  <a:cubicBezTo>
                    <a:pt x="66262" y="27946"/>
                    <a:pt x="62845" y="33441"/>
                    <a:pt x="56600" y="37586"/>
                  </a:cubicBezTo>
                  <a:cubicBezTo>
                    <a:pt x="50358" y="41732"/>
                    <a:pt x="42054" y="44015"/>
                    <a:pt x="33223" y="44015"/>
                  </a:cubicBezTo>
                  <a:cubicBezTo>
                    <a:pt x="24392" y="44015"/>
                    <a:pt x="16080" y="41727"/>
                    <a:pt x="9848" y="37586"/>
                  </a:cubicBezTo>
                  <a:cubicBezTo>
                    <a:pt x="3618" y="33445"/>
                    <a:pt x="186" y="27944"/>
                    <a:pt x="186" y="22100"/>
                  </a:cubicBezTo>
                  <a:cubicBezTo>
                    <a:pt x="186" y="16255"/>
                    <a:pt x="3603" y="10762"/>
                    <a:pt x="9848" y="6617"/>
                  </a:cubicBezTo>
                  <a:cubicBezTo>
                    <a:pt x="16093" y="2469"/>
                    <a:pt x="24392" y="188"/>
                    <a:pt x="33223" y="188"/>
                  </a:cubicBezTo>
                  <a:close/>
                  <a:moveTo>
                    <a:pt x="33223" y="0"/>
                  </a:moveTo>
                  <a:cubicBezTo>
                    <a:pt x="28742" y="0"/>
                    <a:pt x="24394" y="585"/>
                    <a:pt x="20302" y="1732"/>
                  </a:cubicBezTo>
                  <a:cubicBezTo>
                    <a:pt x="16349" y="2847"/>
                    <a:pt x="12802" y="4438"/>
                    <a:pt x="9748" y="6463"/>
                  </a:cubicBezTo>
                  <a:cubicBezTo>
                    <a:pt x="6692" y="8490"/>
                    <a:pt x="4295" y="10852"/>
                    <a:pt x="2619" y="13485"/>
                  </a:cubicBezTo>
                  <a:cubicBezTo>
                    <a:pt x="880" y="16212"/>
                    <a:pt x="0" y="19110"/>
                    <a:pt x="0" y="22100"/>
                  </a:cubicBezTo>
                  <a:cubicBezTo>
                    <a:pt x="0" y="25090"/>
                    <a:pt x="880" y="27988"/>
                    <a:pt x="2619" y="30718"/>
                  </a:cubicBezTo>
                  <a:cubicBezTo>
                    <a:pt x="4295" y="33349"/>
                    <a:pt x="6696" y="35711"/>
                    <a:pt x="9748" y="37738"/>
                  </a:cubicBezTo>
                  <a:cubicBezTo>
                    <a:pt x="12797" y="39765"/>
                    <a:pt x="16349" y="41356"/>
                    <a:pt x="20302" y="42466"/>
                  </a:cubicBezTo>
                  <a:cubicBezTo>
                    <a:pt x="24394" y="43617"/>
                    <a:pt x="28742" y="44200"/>
                    <a:pt x="33223" y="44200"/>
                  </a:cubicBezTo>
                  <a:cubicBezTo>
                    <a:pt x="37706" y="44200"/>
                    <a:pt x="42052" y="43617"/>
                    <a:pt x="46144" y="42466"/>
                  </a:cubicBezTo>
                  <a:cubicBezTo>
                    <a:pt x="50101" y="41356"/>
                    <a:pt x="53649" y="39765"/>
                    <a:pt x="56703" y="37738"/>
                  </a:cubicBezTo>
                  <a:cubicBezTo>
                    <a:pt x="59757" y="35711"/>
                    <a:pt x="62153" y="33349"/>
                    <a:pt x="63830" y="30718"/>
                  </a:cubicBezTo>
                  <a:cubicBezTo>
                    <a:pt x="65566" y="27988"/>
                    <a:pt x="66446" y="25086"/>
                    <a:pt x="66446" y="22100"/>
                  </a:cubicBezTo>
                  <a:cubicBezTo>
                    <a:pt x="66446" y="19113"/>
                    <a:pt x="65566" y="16212"/>
                    <a:pt x="63830" y="13485"/>
                  </a:cubicBezTo>
                  <a:cubicBezTo>
                    <a:pt x="62153" y="10852"/>
                    <a:pt x="59755" y="8490"/>
                    <a:pt x="56703" y="6463"/>
                  </a:cubicBezTo>
                  <a:cubicBezTo>
                    <a:pt x="53651" y="4438"/>
                    <a:pt x="50101" y="2847"/>
                    <a:pt x="46144" y="1732"/>
                  </a:cubicBezTo>
                  <a:cubicBezTo>
                    <a:pt x="42052" y="585"/>
                    <a:pt x="37704" y="0"/>
                    <a:pt x="3322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2661150" y="1294850"/>
              <a:ext cx="1522600" cy="1064775"/>
            </a:xfrm>
            <a:custGeom>
              <a:avLst/>
              <a:gdLst/>
              <a:ahLst/>
              <a:cxnLst/>
              <a:rect l="l" t="t" r="r" b="b"/>
              <a:pathLst>
                <a:path w="60904" h="42591" extrusionOk="0">
                  <a:moveTo>
                    <a:pt x="30451" y="186"/>
                  </a:moveTo>
                  <a:cubicBezTo>
                    <a:pt x="38543" y="186"/>
                    <a:pt x="46159" y="2395"/>
                    <a:pt x="51868" y="6380"/>
                  </a:cubicBezTo>
                  <a:cubicBezTo>
                    <a:pt x="57574" y="10365"/>
                    <a:pt x="60720" y="15661"/>
                    <a:pt x="60720" y="21295"/>
                  </a:cubicBezTo>
                  <a:cubicBezTo>
                    <a:pt x="60720" y="26927"/>
                    <a:pt x="57585" y="32219"/>
                    <a:pt x="51868" y="36213"/>
                  </a:cubicBezTo>
                  <a:cubicBezTo>
                    <a:pt x="46148" y="40207"/>
                    <a:pt x="38541" y="42407"/>
                    <a:pt x="30451" y="42407"/>
                  </a:cubicBezTo>
                  <a:cubicBezTo>
                    <a:pt x="22363" y="42407"/>
                    <a:pt x="14745" y="40198"/>
                    <a:pt x="9039" y="36213"/>
                  </a:cubicBezTo>
                  <a:cubicBezTo>
                    <a:pt x="3330" y="32228"/>
                    <a:pt x="186" y="26925"/>
                    <a:pt x="186" y="21295"/>
                  </a:cubicBezTo>
                  <a:cubicBezTo>
                    <a:pt x="186" y="15664"/>
                    <a:pt x="3319" y="10374"/>
                    <a:pt x="9039" y="6380"/>
                  </a:cubicBezTo>
                  <a:cubicBezTo>
                    <a:pt x="14756" y="2386"/>
                    <a:pt x="22363" y="186"/>
                    <a:pt x="30451" y="186"/>
                  </a:cubicBezTo>
                  <a:close/>
                  <a:moveTo>
                    <a:pt x="30451" y="1"/>
                  </a:moveTo>
                  <a:cubicBezTo>
                    <a:pt x="26344" y="1"/>
                    <a:pt x="22359" y="562"/>
                    <a:pt x="18609" y="1671"/>
                  </a:cubicBezTo>
                  <a:cubicBezTo>
                    <a:pt x="14982" y="2741"/>
                    <a:pt x="11730" y="4274"/>
                    <a:pt x="8932" y="6228"/>
                  </a:cubicBezTo>
                  <a:cubicBezTo>
                    <a:pt x="6134" y="8182"/>
                    <a:pt x="3937" y="10459"/>
                    <a:pt x="2399" y="12996"/>
                  </a:cubicBezTo>
                  <a:cubicBezTo>
                    <a:pt x="808" y="15623"/>
                    <a:pt x="1" y="18414"/>
                    <a:pt x="1" y="21295"/>
                  </a:cubicBezTo>
                  <a:cubicBezTo>
                    <a:pt x="1" y="24176"/>
                    <a:pt x="808" y="26968"/>
                    <a:pt x="2399" y="29597"/>
                  </a:cubicBezTo>
                  <a:cubicBezTo>
                    <a:pt x="3937" y="32134"/>
                    <a:pt x="6134" y="34413"/>
                    <a:pt x="8932" y="36365"/>
                  </a:cubicBezTo>
                  <a:cubicBezTo>
                    <a:pt x="11730" y="38317"/>
                    <a:pt x="14982" y="39852"/>
                    <a:pt x="18609" y="40922"/>
                  </a:cubicBezTo>
                  <a:cubicBezTo>
                    <a:pt x="22359" y="42031"/>
                    <a:pt x="26344" y="42590"/>
                    <a:pt x="30451" y="42590"/>
                  </a:cubicBezTo>
                  <a:cubicBezTo>
                    <a:pt x="34560" y="42590"/>
                    <a:pt x="38545" y="42031"/>
                    <a:pt x="42296" y="40922"/>
                  </a:cubicBezTo>
                  <a:cubicBezTo>
                    <a:pt x="45922" y="39852"/>
                    <a:pt x="49177" y="38319"/>
                    <a:pt x="51974" y="36365"/>
                  </a:cubicBezTo>
                  <a:cubicBezTo>
                    <a:pt x="54772" y="34411"/>
                    <a:pt x="56968" y="32134"/>
                    <a:pt x="58503" y="29597"/>
                  </a:cubicBezTo>
                  <a:cubicBezTo>
                    <a:pt x="60096" y="26968"/>
                    <a:pt x="60904" y="24172"/>
                    <a:pt x="60904" y="21295"/>
                  </a:cubicBezTo>
                  <a:cubicBezTo>
                    <a:pt x="60904" y="18416"/>
                    <a:pt x="60096" y="15623"/>
                    <a:pt x="58503" y="12996"/>
                  </a:cubicBezTo>
                  <a:cubicBezTo>
                    <a:pt x="56968" y="10459"/>
                    <a:pt x="54772" y="8182"/>
                    <a:pt x="51974" y="6228"/>
                  </a:cubicBezTo>
                  <a:cubicBezTo>
                    <a:pt x="49177" y="4274"/>
                    <a:pt x="45922" y="2741"/>
                    <a:pt x="42296" y="1671"/>
                  </a:cubicBezTo>
                  <a:cubicBezTo>
                    <a:pt x="38545" y="562"/>
                    <a:pt x="34558" y="1"/>
                    <a:pt x="30451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2720200" y="1310925"/>
              <a:ext cx="1404550" cy="1030975"/>
            </a:xfrm>
            <a:custGeom>
              <a:avLst/>
              <a:gdLst/>
              <a:ahLst/>
              <a:cxnLst/>
              <a:rect l="l" t="t" r="r" b="b"/>
              <a:pathLst>
                <a:path w="56182" h="41239" extrusionOk="0">
                  <a:moveTo>
                    <a:pt x="28089" y="184"/>
                  </a:moveTo>
                  <a:cubicBezTo>
                    <a:pt x="35549" y="184"/>
                    <a:pt x="42569" y="2318"/>
                    <a:pt x="47833" y="6177"/>
                  </a:cubicBezTo>
                  <a:cubicBezTo>
                    <a:pt x="53098" y="10038"/>
                    <a:pt x="55994" y="15164"/>
                    <a:pt x="55994" y="20618"/>
                  </a:cubicBezTo>
                  <a:cubicBezTo>
                    <a:pt x="55994" y="26071"/>
                    <a:pt x="53106" y="31192"/>
                    <a:pt x="47833" y="35058"/>
                  </a:cubicBezTo>
                  <a:cubicBezTo>
                    <a:pt x="42560" y="38923"/>
                    <a:pt x="35549" y="41050"/>
                    <a:pt x="28089" y="41050"/>
                  </a:cubicBezTo>
                  <a:cubicBezTo>
                    <a:pt x="20631" y="41050"/>
                    <a:pt x="13611" y="38915"/>
                    <a:pt x="8347" y="35058"/>
                  </a:cubicBezTo>
                  <a:cubicBezTo>
                    <a:pt x="3082" y="31198"/>
                    <a:pt x="184" y="26068"/>
                    <a:pt x="184" y="20618"/>
                  </a:cubicBezTo>
                  <a:cubicBezTo>
                    <a:pt x="184" y="15166"/>
                    <a:pt x="3076" y="10040"/>
                    <a:pt x="8347" y="6177"/>
                  </a:cubicBezTo>
                  <a:cubicBezTo>
                    <a:pt x="13620" y="2313"/>
                    <a:pt x="20631" y="184"/>
                    <a:pt x="28089" y="184"/>
                  </a:cubicBezTo>
                  <a:close/>
                  <a:moveTo>
                    <a:pt x="28089" y="0"/>
                  </a:moveTo>
                  <a:cubicBezTo>
                    <a:pt x="20593" y="0"/>
                    <a:pt x="13543" y="2140"/>
                    <a:pt x="8238" y="6029"/>
                  </a:cubicBezTo>
                  <a:cubicBezTo>
                    <a:pt x="5656" y="7919"/>
                    <a:pt x="3627" y="10126"/>
                    <a:pt x="2213" y="12582"/>
                  </a:cubicBezTo>
                  <a:cubicBezTo>
                    <a:pt x="744" y="15125"/>
                    <a:pt x="1" y="17829"/>
                    <a:pt x="1" y="20616"/>
                  </a:cubicBezTo>
                  <a:cubicBezTo>
                    <a:pt x="1" y="23403"/>
                    <a:pt x="744" y="26109"/>
                    <a:pt x="2213" y="28653"/>
                  </a:cubicBezTo>
                  <a:cubicBezTo>
                    <a:pt x="3627" y="31109"/>
                    <a:pt x="5656" y="33313"/>
                    <a:pt x="8238" y="35207"/>
                  </a:cubicBezTo>
                  <a:cubicBezTo>
                    <a:pt x="13543" y="39096"/>
                    <a:pt x="20593" y="41238"/>
                    <a:pt x="28089" y="41238"/>
                  </a:cubicBezTo>
                  <a:cubicBezTo>
                    <a:pt x="35587" y="41238"/>
                    <a:pt x="42639" y="39096"/>
                    <a:pt x="47942" y="35207"/>
                  </a:cubicBezTo>
                  <a:cubicBezTo>
                    <a:pt x="50524" y="33313"/>
                    <a:pt x="52551" y="31109"/>
                    <a:pt x="53969" y="28653"/>
                  </a:cubicBezTo>
                  <a:cubicBezTo>
                    <a:pt x="55437" y="26109"/>
                    <a:pt x="56182" y="23403"/>
                    <a:pt x="56182" y="20616"/>
                  </a:cubicBezTo>
                  <a:cubicBezTo>
                    <a:pt x="56182" y="17829"/>
                    <a:pt x="55437" y="15125"/>
                    <a:pt x="53969" y="12582"/>
                  </a:cubicBezTo>
                  <a:cubicBezTo>
                    <a:pt x="52551" y="10126"/>
                    <a:pt x="50524" y="7919"/>
                    <a:pt x="47942" y="6029"/>
                  </a:cubicBezTo>
                  <a:cubicBezTo>
                    <a:pt x="42639" y="2140"/>
                    <a:pt x="35585" y="0"/>
                    <a:pt x="28089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3139425" y="2295575"/>
              <a:ext cx="85400" cy="101850"/>
            </a:xfrm>
            <a:custGeom>
              <a:avLst/>
              <a:gdLst/>
              <a:ahLst/>
              <a:cxnLst/>
              <a:rect l="l" t="t" r="r" b="b"/>
              <a:pathLst>
                <a:path w="3416" h="4074" extrusionOk="0">
                  <a:moveTo>
                    <a:pt x="106" y="4073"/>
                  </a:moveTo>
                  <a:cubicBezTo>
                    <a:pt x="84" y="4073"/>
                    <a:pt x="63" y="4065"/>
                    <a:pt x="46" y="4052"/>
                  </a:cubicBezTo>
                  <a:cubicBezTo>
                    <a:pt x="7" y="4018"/>
                    <a:pt x="1" y="3960"/>
                    <a:pt x="33" y="3920"/>
                  </a:cubicBezTo>
                  <a:lnTo>
                    <a:pt x="3175" y="116"/>
                  </a:lnTo>
                  <a:cubicBezTo>
                    <a:pt x="3251" y="1"/>
                    <a:pt x="3416" y="135"/>
                    <a:pt x="3320" y="233"/>
                  </a:cubicBezTo>
                  <a:lnTo>
                    <a:pt x="178" y="4041"/>
                  </a:lnTo>
                  <a:cubicBezTo>
                    <a:pt x="159" y="4061"/>
                    <a:pt x="133" y="4073"/>
                    <a:pt x="106" y="40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3620600" y="2295900"/>
              <a:ext cx="84875" cy="101525"/>
            </a:xfrm>
            <a:custGeom>
              <a:avLst/>
              <a:gdLst/>
              <a:ahLst/>
              <a:cxnLst/>
              <a:rect l="l" t="t" r="r" b="b"/>
              <a:pathLst>
                <a:path w="3395" h="4061" extrusionOk="0">
                  <a:moveTo>
                    <a:pt x="3290" y="4060"/>
                  </a:moveTo>
                  <a:cubicBezTo>
                    <a:pt x="3264" y="4060"/>
                    <a:pt x="3236" y="4048"/>
                    <a:pt x="3219" y="4028"/>
                  </a:cubicBezTo>
                  <a:lnTo>
                    <a:pt x="31" y="165"/>
                  </a:lnTo>
                  <a:cubicBezTo>
                    <a:pt x="1" y="124"/>
                    <a:pt x="5" y="67"/>
                    <a:pt x="41" y="32"/>
                  </a:cubicBezTo>
                  <a:cubicBezTo>
                    <a:pt x="82" y="0"/>
                    <a:pt x="140" y="7"/>
                    <a:pt x="172" y="47"/>
                  </a:cubicBezTo>
                  <a:lnTo>
                    <a:pt x="3362" y="3907"/>
                  </a:lnTo>
                  <a:cubicBezTo>
                    <a:pt x="3394" y="3947"/>
                    <a:pt x="3390" y="4005"/>
                    <a:pt x="3349" y="4037"/>
                  </a:cubicBezTo>
                  <a:cubicBezTo>
                    <a:pt x="3332" y="4052"/>
                    <a:pt x="3313" y="4060"/>
                    <a:pt x="3290" y="40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3949025" y="2115850"/>
              <a:ext cx="210125" cy="64050"/>
            </a:xfrm>
            <a:custGeom>
              <a:avLst/>
              <a:gdLst/>
              <a:ahLst/>
              <a:cxnLst/>
              <a:rect l="l" t="t" r="r" b="b"/>
              <a:pathLst>
                <a:path w="8405" h="2562" extrusionOk="0">
                  <a:moveTo>
                    <a:pt x="8302" y="2562"/>
                  </a:moveTo>
                  <a:lnTo>
                    <a:pt x="8276" y="2555"/>
                  </a:lnTo>
                  <a:lnTo>
                    <a:pt x="118" y="212"/>
                  </a:lnTo>
                  <a:cubicBezTo>
                    <a:pt x="0" y="178"/>
                    <a:pt x="49" y="1"/>
                    <a:pt x="167" y="35"/>
                  </a:cubicBezTo>
                  <a:lnTo>
                    <a:pt x="8325" y="2380"/>
                  </a:lnTo>
                  <a:cubicBezTo>
                    <a:pt x="8376" y="2393"/>
                    <a:pt x="8404" y="2444"/>
                    <a:pt x="8389" y="2495"/>
                  </a:cubicBezTo>
                  <a:cubicBezTo>
                    <a:pt x="8379" y="2534"/>
                    <a:pt x="8342" y="2562"/>
                    <a:pt x="8302" y="25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4069575" y="1822475"/>
              <a:ext cx="262600" cy="5475"/>
            </a:xfrm>
            <a:custGeom>
              <a:avLst/>
              <a:gdLst/>
              <a:ahLst/>
              <a:cxnLst/>
              <a:rect l="l" t="t" r="r" b="b"/>
              <a:pathLst>
                <a:path w="10504" h="219" extrusionOk="0">
                  <a:moveTo>
                    <a:pt x="10410" y="216"/>
                  </a:moveTo>
                  <a:lnTo>
                    <a:pt x="10410" y="216"/>
                  </a:lnTo>
                  <a:lnTo>
                    <a:pt x="95" y="188"/>
                  </a:lnTo>
                  <a:cubicBezTo>
                    <a:pt x="43" y="186"/>
                    <a:pt x="3" y="146"/>
                    <a:pt x="1" y="94"/>
                  </a:cubicBezTo>
                  <a:cubicBezTo>
                    <a:pt x="1" y="43"/>
                    <a:pt x="43" y="0"/>
                    <a:pt x="95" y="0"/>
                  </a:cubicBezTo>
                  <a:lnTo>
                    <a:pt x="10412" y="32"/>
                  </a:lnTo>
                  <a:cubicBezTo>
                    <a:pt x="10463" y="32"/>
                    <a:pt x="10504" y="73"/>
                    <a:pt x="10504" y="124"/>
                  </a:cubicBezTo>
                  <a:cubicBezTo>
                    <a:pt x="10504" y="175"/>
                    <a:pt x="10461" y="218"/>
                    <a:pt x="10410" y="2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3945325" y="1471000"/>
              <a:ext cx="214350" cy="63400"/>
            </a:xfrm>
            <a:custGeom>
              <a:avLst/>
              <a:gdLst/>
              <a:ahLst/>
              <a:cxnLst/>
              <a:rect l="l" t="t" r="r" b="b"/>
              <a:pathLst>
                <a:path w="8574" h="2536" extrusionOk="0">
                  <a:moveTo>
                    <a:pt x="101" y="2535"/>
                  </a:moveTo>
                  <a:cubicBezTo>
                    <a:pt x="61" y="2535"/>
                    <a:pt x="24" y="2505"/>
                    <a:pt x="14" y="2465"/>
                  </a:cubicBezTo>
                  <a:cubicBezTo>
                    <a:pt x="1" y="2416"/>
                    <a:pt x="29" y="2364"/>
                    <a:pt x="78" y="2349"/>
                  </a:cubicBezTo>
                  <a:lnTo>
                    <a:pt x="8426" y="15"/>
                  </a:lnTo>
                  <a:cubicBezTo>
                    <a:pt x="8533" y="0"/>
                    <a:pt x="8574" y="152"/>
                    <a:pt x="8473" y="192"/>
                  </a:cubicBezTo>
                  <a:lnTo>
                    <a:pt x="129" y="25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3623975" y="1251650"/>
              <a:ext cx="83200" cy="97675"/>
            </a:xfrm>
            <a:custGeom>
              <a:avLst/>
              <a:gdLst/>
              <a:ahLst/>
              <a:cxnLst/>
              <a:rect l="l" t="t" r="r" b="b"/>
              <a:pathLst>
                <a:path w="3328" h="3907" extrusionOk="0">
                  <a:moveTo>
                    <a:pt x="105" y="3907"/>
                  </a:moveTo>
                  <a:cubicBezTo>
                    <a:pt x="84" y="3905"/>
                    <a:pt x="62" y="3896"/>
                    <a:pt x="45" y="3881"/>
                  </a:cubicBezTo>
                  <a:cubicBezTo>
                    <a:pt x="7" y="3849"/>
                    <a:pt x="0" y="3792"/>
                    <a:pt x="34" y="3753"/>
                  </a:cubicBezTo>
                  <a:lnTo>
                    <a:pt x="3084" y="118"/>
                  </a:lnTo>
                  <a:cubicBezTo>
                    <a:pt x="3161" y="1"/>
                    <a:pt x="3328" y="142"/>
                    <a:pt x="3225" y="238"/>
                  </a:cubicBezTo>
                  <a:lnTo>
                    <a:pt x="178" y="3871"/>
                  </a:lnTo>
                  <a:cubicBezTo>
                    <a:pt x="158" y="3892"/>
                    <a:pt x="133" y="3905"/>
                    <a:pt x="105" y="39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3139425" y="1253475"/>
              <a:ext cx="81450" cy="95850"/>
            </a:xfrm>
            <a:custGeom>
              <a:avLst/>
              <a:gdLst/>
              <a:ahLst/>
              <a:cxnLst/>
              <a:rect l="l" t="t" r="r" b="b"/>
              <a:pathLst>
                <a:path w="3258" h="3834" extrusionOk="0">
                  <a:moveTo>
                    <a:pt x="3153" y="3834"/>
                  </a:moveTo>
                  <a:cubicBezTo>
                    <a:pt x="3128" y="3832"/>
                    <a:pt x="3102" y="3819"/>
                    <a:pt x="3085" y="3798"/>
                  </a:cubicBezTo>
                  <a:lnTo>
                    <a:pt x="33" y="165"/>
                  </a:lnTo>
                  <a:cubicBezTo>
                    <a:pt x="1" y="124"/>
                    <a:pt x="7" y="67"/>
                    <a:pt x="46" y="35"/>
                  </a:cubicBezTo>
                  <a:cubicBezTo>
                    <a:pt x="84" y="0"/>
                    <a:pt x="144" y="5"/>
                    <a:pt x="176" y="45"/>
                  </a:cubicBezTo>
                  <a:lnTo>
                    <a:pt x="3226" y="3680"/>
                  </a:lnTo>
                  <a:cubicBezTo>
                    <a:pt x="3258" y="3719"/>
                    <a:pt x="3251" y="3776"/>
                    <a:pt x="3215" y="3808"/>
                  </a:cubicBezTo>
                  <a:cubicBezTo>
                    <a:pt x="3198" y="3823"/>
                    <a:pt x="3177" y="3832"/>
                    <a:pt x="3153" y="3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2685700" y="1471050"/>
              <a:ext cx="206675" cy="61250"/>
            </a:xfrm>
            <a:custGeom>
              <a:avLst/>
              <a:gdLst/>
              <a:ahLst/>
              <a:cxnLst/>
              <a:rect l="l" t="t" r="r" b="b"/>
              <a:pathLst>
                <a:path w="8267" h="2450" extrusionOk="0">
                  <a:moveTo>
                    <a:pt x="8166" y="2450"/>
                  </a:moveTo>
                  <a:lnTo>
                    <a:pt x="8140" y="2450"/>
                  </a:lnTo>
                  <a:lnTo>
                    <a:pt x="82" y="192"/>
                  </a:lnTo>
                  <a:cubicBezTo>
                    <a:pt x="31" y="178"/>
                    <a:pt x="1" y="126"/>
                    <a:pt x="16" y="77"/>
                  </a:cubicBezTo>
                  <a:cubicBezTo>
                    <a:pt x="31" y="28"/>
                    <a:pt x="80" y="0"/>
                    <a:pt x="131" y="13"/>
                  </a:cubicBezTo>
                  <a:lnTo>
                    <a:pt x="8189" y="2268"/>
                  </a:lnTo>
                  <a:cubicBezTo>
                    <a:pt x="8238" y="2283"/>
                    <a:pt x="8266" y="2335"/>
                    <a:pt x="8253" y="2384"/>
                  </a:cubicBezTo>
                  <a:cubicBezTo>
                    <a:pt x="8243" y="2422"/>
                    <a:pt x="8206" y="2450"/>
                    <a:pt x="8166" y="24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2512725" y="1822475"/>
              <a:ext cx="255225" cy="5425"/>
            </a:xfrm>
            <a:custGeom>
              <a:avLst/>
              <a:gdLst/>
              <a:ahLst/>
              <a:cxnLst/>
              <a:rect l="l" t="t" r="r" b="b"/>
              <a:pathLst>
                <a:path w="10209" h="217" extrusionOk="0">
                  <a:moveTo>
                    <a:pt x="92" y="216"/>
                  </a:moveTo>
                  <a:cubicBezTo>
                    <a:pt x="41" y="216"/>
                    <a:pt x="0" y="173"/>
                    <a:pt x="2" y="124"/>
                  </a:cubicBezTo>
                  <a:cubicBezTo>
                    <a:pt x="0" y="73"/>
                    <a:pt x="41" y="30"/>
                    <a:pt x="92" y="32"/>
                  </a:cubicBezTo>
                  <a:lnTo>
                    <a:pt x="10117" y="0"/>
                  </a:lnTo>
                  <a:lnTo>
                    <a:pt x="10117" y="0"/>
                  </a:lnTo>
                  <a:cubicBezTo>
                    <a:pt x="10166" y="2"/>
                    <a:pt x="10207" y="43"/>
                    <a:pt x="10207" y="94"/>
                  </a:cubicBezTo>
                  <a:cubicBezTo>
                    <a:pt x="10209" y="146"/>
                    <a:pt x="10168" y="188"/>
                    <a:pt x="10117" y="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2685775" y="2116400"/>
              <a:ext cx="209150" cy="63500"/>
            </a:xfrm>
            <a:custGeom>
              <a:avLst/>
              <a:gdLst/>
              <a:ahLst/>
              <a:cxnLst/>
              <a:rect l="l" t="t" r="r" b="b"/>
              <a:pathLst>
                <a:path w="8366" h="2540" extrusionOk="0">
                  <a:moveTo>
                    <a:pt x="103" y="2540"/>
                  </a:moveTo>
                  <a:cubicBezTo>
                    <a:pt x="62" y="2540"/>
                    <a:pt x="26" y="2512"/>
                    <a:pt x="15" y="2473"/>
                  </a:cubicBezTo>
                  <a:cubicBezTo>
                    <a:pt x="0" y="2424"/>
                    <a:pt x="28" y="2371"/>
                    <a:pt x="77" y="2358"/>
                  </a:cubicBezTo>
                  <a:lnTo>
                    <a:pt x="8237" y="13"/>
                  </a:lnTo>
                  <a:cubicBezTo>
                    <a:pt x="8287" y="0"/>
                    <a:pt x="8338" y="26"/>
                    <a:pt x="8353" y="75"/>
                  </a:cubicBezTo>
                  <a:cubicBezTo>
                    <a:pt x="8366" y="124"/>
                    <a:pt x="8338" y="175"/>
                    <a:pt x="8289" y="190"/>
                  </a:cubicBezTo>
                  <a:lnTo>
                    <a:pt x="128" y="25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3828150" y="2212825"/>
              <a:ext cx="141600" cy="95225"/>
            </a:xfrm>
            <a:custGeom>
              <a:avLst/>
              <a:gdLst/>
              <a:ahLst/>
              <a:cxnLst/>
              <a:rect l="l" t="t" r="r" b="b"/>
              <a:pathLst>
                <a:path w="5664" h="3809" extrusionOk="0">
                  <a:moveTo>
                    <a:pt x="5557" y="3808"/>
                  </a:moveTo>
                  <a:cubicBezTo>
                    <a:pt x="5540" y="3808"/>
                    <a:pt x="5523" y="3802"/>
                    <a:pt x="5508" y="3791"/>
                  </a:cubicBezTo>
                  <a:lnTo>
                    <a:pt x="56" y="186"/>
                  </a:lnTo>
                  <a:cubicBezTo>
                    <a:pt x="13" y="156"/>
                    <a:pt x="0" y="99"/>
                    <a:pt x="30" y="54"/>
                  </a:cubicBezTo>
                  <a:cubicBezTo>
                    <a:pt x="58" y="11"/>
                    <a:pt x="115" y="0"/>
                    <a:pt x="158" y="30"/>
                  </a:cubicBezTo>
                  <a:lnTo>
                    <a:pt x="5608" y="3637"/>
                  </a:lnTo>
                  <a:cubicBezTo>
                    <a:pt x="5651" y="3665"/>
                    <a:pt x="5664" y="3723"/>
                    <a:pt x="5636" y="3765"/>
                  </a:cubicBezTo>
                  <a:cubicBezTo>
                    <a:pt x="5617" y="3791"/>
                    <a:pt x="5589" y="3806"/>
                    <a:pt x="5557" y="38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4045125" y="1938875"/>
              <a:ext cx="247275" cy="66925"/>
            </a:xfrm>
            <a:custGeom>
              <a:avLst/>
              <a:gdLst/>
              <a:ahLst/>
              <a:cxnLst/>
              <a:rect l="l" t="t" r="r" b="b"/>
              <a:pathLst>
                <a:path w="9891" h="2677" extrusionOk="0">
                  <a:moveTo>
                    <a:pt x="9771" y="2672"/>
                  </a:moveTo>
                  <a:lnTo>
                    <a:pt x="9746" y="2672"/>
                  </a:lnTo>
                  <a:lnTo>
                    <a:pt x="80" y="192"/>
                  </a:lnTo>
                  <a:cubicBezTo>
                    <a:pt x="30" y="179"/>
                    <a:pt x="1" y="130"/>
                    <a:pt x="13" y="81"/>
                  </a:cubicBezTo>
                  <a:cubicBezTo>
                    <a:pt x="24" y="30"/>
                    <a:pt x="75" y="0"/>
                    <a:pt x="124" y="13"/>
                  </a:cubicBezTo>
                  <a:lnTo>
                    <a:pt x="9795" y="2495"/>
                  </a:lnTo>
                  <a:cubicBezTo>
                    <a:pt x="9891" y="2527"/>
                    <a:pt x="9872" y="2668"/>
                    <a:pt x="9771" y="26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4044925" y="1630800"/>
              <a:ext cx="237975" cy="9050"/>
            </a:xfrm>
            <a:custGeom>
              <a:avLst/>
              <a:gdLst/>
              <a:ahLst/>
              <a:cxnLst/>
              <a:rect l="l" t="t" r="r" b="b"/>
              <a:pathLst>
                <a:path w="9519" h="362" extrusionOk="0">
                  <a:moveTo>
                    <a:pt x="111" y="350"/>
                  </a:moveTo>
                  <a:cubicBezTo>
                    <a:pt x="56" y="361"/>
                    <a:pt x="2" y="316"/>
                    <a:pt x="2" y="259"/>
                  </a:cubicBezTo>
                  <a:cubicBezTo>
                    <a:pt x="0" y="201"/>
                    <a:pt x="51" y="156"/>
                    <a:pt x="109" y="167"/>
                  </a:cubicBezTo>
                  <a:lnTo>
                    <a:pt x="9423" y="0"/>
                  </a:lnTo>
                  <a:cubicBezTo>
                    <a:pt x="9474" y="2"/>
                    <a:pt x="9514" y="41"/>
                    <a:pt x="9517" y="90"/>
                  </a:cubicBezTo>
                  <a:cubicBezTo>
                    <a:pt x="9519" y="143"/>
                    <a:pt x="9478" y="186"/>
                    <a:pt x="9427" y="1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3806250" y="1333450"/>
              <a:ext cx="140925" cy="73650"/>
            </a:xfrm>
            <a:custGeom>
              <a:avLst/>
              <a:gdLst/>
              <a:ahLst/>
              <a:cxnLst/>
              <a:rect l="l" t="t" r="r" b="b"/>
              <a:pathLst>
                <a:path w="5637" h="2946" extrusionOk="0">
                  <a:moveTo>
                    <a:pt x="105" y="2946"/>
                  </a:moveTo>
                  <a:cubicBezTo>
                    <a:pt x="69" y="2944"/>
                    <a:pt x="39" y="2924"/>
                    <a:pt x="22" y="2894"/>
                  </a:cubicBezTo>
                  <a:cubicBezTo>
                    <a:pt x="1" y="2847"/>
                    <a:pt x="18" y="2794"/>
                    <a:pt x="65" y="2771"/>
                  </a:cubicBezTo>
                  <a:lnTo>
                    <a:pt x="5466" y="37"/>
                  </a:lnTo>
                  <a:cubicBezTo>
                    <a:pt x="5568" y="1"/>
                    <a:pt x="5637" y="139"/>
                    <a:pt x="5547" y="201"/>
                  </a:cubicBezTo>
                  <a:lnTo>
                    <a:pt x="148" y="2935"/>
                  </a:lnTo>
                  <a:cubicBezTo>
                    <a:pt x="133" y="2944"/>
                    <a:pt x="120" y="2946"/>
                    <a:pt x="105" y="29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3405700" y="1224150"/>
              <a:ext cx="7175" cy="99675"/>
            </a:xfrm>
            <a:custGeom>
              <a:avLst/>
              <a:gdLst/>
              <a:ahLst/>
              <a:cxnLst/>
              <a:rect l="l" t="t" r="r" b="b"/>
              <a:pathLst>
                <a:path w="287" h="3987" extrusionOk="0">
                  <a:moveTo>
                    <a:pt x="193" y="3984"/>
                  </a:moveTo>
                  <a:cubicBezTo>
                    <a:pt x="144" y="3984"/>
                    <a:pt x="101" y="3943"/>
                    <a:pt x="101" y="3892"/>
                  </a:cubicBezTo>
                  <a:lnTo>
                    <a:pt x="5" y="99"/>
                  </a:lnTo>
                  <a:cubicBezTo>
                    <a:pt x="1" y="48"/>
                    <a:pt x="43" y="3"/>
                    <a:pt x="95" y="3"/>
                  </a:cubicBezTo>
                  <a:cubicBezTo>
                    <a:pt x="148" y="1"/>
                    <a:pt x="191" y="41"/>
                    <a:pt x="189" y="95"/>
                  </a:cubicBezTo>
                  <a:lnTo>
                    <a:pt x="285" y="3890"/>
                  </a:lnTo>
                  <a:cubicBezTo>
                    <a:pt x="287" y="3941"/>
                    <a:pt x="246" y="3986"/>
                    <a:pt x="193" y="3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2875150" y="1342800"/>
              <a:ext cx="138850" cy="92075"/>
            </a:xfrm>
            <a:custGeom>
              <a:avLst/>
              <a:gdLst/>
              <a:ahLst/>
              <a:cxnLst/>
              <a:rect l="l" t="t" r="r" b="b"/>
              <a:pathLst>
                <a:path w="5554" h="3683" extrusionOk="0">
                  <a:moveTo>
                    <a:pt x="5446" y="3682"/>
                  </a:moveTo>
                  <a:cubicBezTo>
                    <a:pt x="5427" y="3682"/>
                    <a:pt x="5410" y="3676"/>
                    <a:pt x="5395" y="3667"/>
                  </a:cubicBezTo>
                  <a:lnTo>
                    <a:pt x="56" y="186"/>
                  </a:lnTo>
                  <a:cubicBezTo>
                    <a:pt x="13" y="158"/>
                    <a:pt x="0" y="99"/>
                    <a:pt x="30" y="58"/>
                  </a:cubicBezTo>
                  <a:cubicBezTo>
                    <a:pt x="58" y="13"/>
                    <a:pt x="116" y="0"/>
                    <a:pt x="158" y="30"/>
                  </a:cubicBezTo>
                  <a:lnTo>
                    <a:pt x="5498" y="3511"/>
                  </a:lnTo>
                  <a:cubicBezTo>
                    <a:pt x="5540" y="3539"/>
                    <a:pt x="5553" y="3597"/>
                    <a:pt x="5523" y="3640"/>
                  </a:cubicBezTo>
                  <a:cubicBezTo>
                    <a:pt x="5506" y="3665"/>
                    <a:pt x="5478" y="3682"/>
                    <a:pt x="5446" y="36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2552500" y="1645000"/>
              <a:ext cx="234100" cy="62275"/>
            </a:xfrm>
            <a:custGeom>
              <a:avLst/>
              <a:gdLst/>
              <a:ahLst/>
              <a:cxnLst/>
              <a:rect l="l" t="t" r="r" b="b"/>
              <a:pathLst>
                <a:path w="9364" h="2491" extrusionOk="0">
                  <a:moveTo>
                    <a:pt x="9261" y="2488"/>
                  </a:moveTo>
                  <a:lnTo>
                    <a:pt x="9239" y="2488"/>
                  </a:lnTo>
                  <a:lnTo>
                    <a:pt x="99" y="201"/>
                  </a:lnTo>
                  <a:cubicBezTo>
                    <a:pt x="41" y="197"/>
                    <a:pt x="0" y="141"/>
                    <a:pt x="15" y="86"/>
                  </a:cubicBezTo>
                  <a:cubicBezTo>
                    <a:pt x="30" y="30"/>
                    <a:pt x="90" y="0"/>
                    <a:pt x="144" y="22"/>
                  </a:cubicBezTo>
                  <a:lnTo>
                    <a:pt x="9284" y="2307"/>
                  </a:lnTo>
                  <a:cubicBezTo>
                    <a:pt x="9333" y="2320"/>
                    <a:pt x="9363" y="2371"/>
                    <a:pt x="9350" y="2420"/>
                  </a:cubicBezTo>
                  <a:cubicBezTo>
                    <a:pt x="9340" y="2461"/>
                    <a:pt x="9303" y="2491"/>
                    <a:pt x="9261" y="24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2562050" y="2009550"/>
              <a:ext cx="254175" cy="10775"/>
            </a:xfrm>
            <a:custGeom>
              <a:avLst/>
              <a:gdLst/>
              <a:ahLst/>
              <a:cxnLst/>
              <a:rect l="l" t="t" r="r" b="b"/>
              <a:pathLst>
                <a:path w="10167" h="431" extrusionOk="0">
                  <a:moveTo>
                    <a:pt x="95" y="430"/>
                  </a:moveTo>
                  <a:cubicBezTo>
                    <a:pt x="43" y="430"/>
                    <a:pt x="3" y="389"/>
                    <a:pt x="1" y="338"/>
                  </a:cubicBezTo>
                  <a:cubicBezTo>
                    <a:pt x="1" y="289"/>
                    <a:pt x="41" y="246"/>
                    <a:pt x="93" y="246"/>
                  </a:cubicBezTo>
                  <a:lnTo>
                    <a:pt x="10070" y="3"/>
                  </a:lnTo>
                  <a:cubicBezTo>
                    <a:pt x="10122" y="1"/>
                    <a:pt x="10167" y="41"/>
                    <a:pt x="10167" y="95"/>
                  </a:cubicBezTo>
                  <a:cubicBezTo>
                    <a:pt x="10167" y="144"/>
                    <a:pt x="10128" y="187"/>
                    <a:pt x="10077" y="1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2898375" y="2216775"/>
              <a:ext cx="127250" cy="100300"/>
            </a:xfrm>
            <a:custGeom>
              <a:avLst/>
              <a:gdLst/>
              <a:ahLst/>
              <a:cxnLst/>
              <a:rect l="l" t="t" r="r" b="b"/>
              <a:pathLst>
                <a:path w="5090" h="4012" extrusionOk="0">
                  <a:moveTo>
                    <a:pt x="105" y="4011"/>
                  </a:moveTo>
                  <a:cubicBezTo>
                    <a:pt x="77" y="4011"/>
                    <a:pt x="49" y="3998"/>
                    <a:pt x="32" y="3975"/>
                  </a:cubicBezTo>
                  <a:cubicBezTo>
                    <a:pt x="0" y="3934"/>
                    <a:pt x="9" y="3877"/>
                    <a:pt x="49" y="3845"/>
                  </a:cubicBezTo>
                  <a:lnTo>
                    <a:pt x="4889" y="64"/>
                  </a:lnTo>
                  <a:cubicBezTo>
                    <a:pt x="4985" y="0"/>
                    <a:pt x="5090" y="133"/>
                    <a:pt x="5004" y="212"/>
                  </a:cubicBezTo>
                  <a:lnTo>
                    <a:pt x="163" y="3992"/>
                  </a:lnTo>
                  <a:cubicBezTo>
                    <a:pt x="146" y="4005"/>
                    <a:pt x="126" y="4011"/>
                    <a:pt x="105" y="40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3419900" y="2321300"/>
              <a:ext cx="5100" cy="105650"/>
            </a:xfrm>
            <a:custGeom>
              <a:avLst/>
              <a:gdLst/>
              <a:ahLst/>
              <a:cxnLst/>
              <a:rect l="l" t="t" r="r" b="b"/>
              <a:pathLst>
                <a:path w="204" h="4226" extrusionOk="0">
                  <a:moveTo>
                    <a:pt x="101" y="4225"/>
                  </a:moveTo>
                  <a:cubicBezTo>
                    <a:pt x="50" y="4225"/>
                    <a:pt x="9" y="4183"/>
                    <a:pt x="11" y="4134"/>
                  </a:cubicBezTo>
                  <a:lnTo>
                    <a:pt x="11" y="110"/>
                  </a:lnTo>
                  <a:cubicBezTo>
                    <a:pt x="1" y="52"/>
                    <a:pt x="46" y="1"/>
                    <a:pt x="103" y="1"/>
                  </a:cubicBezTo>
                  <a:cubicBezTo>
                    <a:pt x="161" y="1"/>
                    <a:pt x="204" y="52"/>
                    <a:pt x="195" y="110"/>
                  </a:cubicBezTo>
                  <a:lnTo>
                    <a:pt x="195" y="4134"/>
                  </a:lnTo>
                  <a:cubicBezTo>
                    <a:pt x="195" y="4185"/>
                    <a:pt x="152" y="4225"/>
                    <a:pt x="101" y="42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9" name="Google Shape;779;p14"/>
          <p:cNvSpPr/>
          <p:nvPr/>
        </p:nvSpPr>
        <p:spPr>
          <a:xfrm>
            <a:off x="-1513950" y="4705812"/>
            <a:ext cx="12171900" cy="2117696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0" name="Google Shape;780;p14"/>
          <p:cNvGrpSpPr/>
          <p:nvPr/>
        </p:nvGrpSpPr>
        <p:grpSpPr>
          <a:xfrm>
            <a:off x="-1513656" y="4700020"/>
            <a:ext cx="12171546" cy="2123753"/>
            <a:chOff x="-6134075" y="3104468"/>
            <a:chExt cx="18783249" cy="3277397"/>
          </a:xfrm>
        </p:grpSpPr>
        <p:sp>
          <p:nvSpPr>
            <p:cNvPr id="781" name="Google Shape;781;p14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4"/>
          <p:cNvGrpSpPr/>
          <p:nvPr/>
        </p:nvGrpSpPr>
        <p:grpSpPr>
          <a:xfrm>
            <a:off x="-1513928" y="4497191"/>
            <a:ext cx="12171686" cy="208608"/>
            <a:chOff x="26" y="3997406"/>
            <a:chExt cx="13412326" cy="229871"/>
          </a:xfrm>
        </p:grpSpPr>
        <p:grpSp>
          <p:nvGrpSpPr>
            <p:cNvPr id="786" name="Google Shape;786;p14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787" name="Google Shape;787;p14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4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4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4" name="Google Shape;794;p14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795" name="Google Shape;795;p14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1" name="Google Shape;801;p14"/>
          <p:cNvGrpSpPr/>
          <p:nvPr/>
        </p:nvGrpSpPr>
        <p:grpSpPr>
          <a:xfrm>
            <a:off x="-932577" y="958761"/>
            <a:ext cx="11009154" cy="7604431"/>
            <a:chOff x="-800075" y="137211"/>
            <a:chExt cx="11009154" cy="7604431"/>
          </a:xfrm>
        </p:grpSpPr>
        <p:sp>
          <p:nvSpPr>
            <p:cNvPr id="802" name="Google Shape;802;p14"/>
            <p:cNvSpPr/>
            <p:nvPr/>
          </p:nvSpPr>
          <p:spPr>
            <a:xfrm>
              <a:off x="-800075" y="137211"/>
              <a:ext cx="5445653" cy="7604431"/>
            </a:xfrm>
            <a:custGeom>
              <a:avLst/>
              <a:gdLst/>
              <a:ahLst/>
              <a:cxnLst/>
              <a:rect l="l" t="t" r="r" b="b"/>
              <a:pathLst>
                <a:path w="23702" h="33098" extrusionOk="0">
                  <a:moveTo>
                    <a:pt x="1354" y="1"/>
                  </a:moveTo>
                  <a:cubicBezTo>
                    <a:pt x="1185" y="1"/>
                    <a:pt x="1019" y="32"/>
                    <a:pt x="865" y="99"/>
                  </a:cubicBezTo>
                  <a:cubicBezTo>
                    <a:pt x="201" y="383"/>
                    <a:pt x="0" y="1209"/>
                    <a:pt x="421" y="1942"/>
                  </a:cubicBezTo>
                  <a:lnTo>
                    <a:pt x="440" y="1974"/>
                  </a:lnTo>
                  <a:cubicBezTo>
                    <a:pt x="476" y="2194"/>
                    <a:pt x="553" y="2405"/>
                    <a:pt x="664" y="2598"/>
                  </a:cubicBezTo>
                  <a:cubicBezTo>
                    <a:pt x="664" y="2600"/>
                    <a:pt x="667" y="2604"/>
                    <a:pt x="671" y="2608"/>
                  </a:cubicBezTo>
                  <a:cubicBezTo>
                    <a:pt x="711" y="2830"/>
                    <a:pt x="788" y="3046"/>
                    <a:pt x="899" y="3243"/>
                  </a:cubicBezTo>
                  <a:cubicBezTo>
                    <a:pt x="942" y="3463"/>
                    <a:pt x="1019" y="3676"/>
                    <a:pt x="1130" y="3873"/>
                  </a:cubicBezTo>
                  <a:cubicBezTo>
                    <a:pt x="1175" y="4093"/>
                    <a:pt x="1252" y="4306"/>
                    <a:pt x="1358" y="4503"/>
                  </a:cubicBezTo>
                  <a:cubicBezTo>
                    <a:pt x="1408" y="4723"/>
                    <a:pt x="1484" y="4936"/>
                    <a:pt x="1589" y="5135"/>
                  </a:cubicBezTo>
                  <a:cubicBezTo>
                    <a:pt x="1638" y="5355"/>
                    <a:pt x="1715" y="5566"/>
                    <a:pt x="1818" y="5765"/>
                  </a:cubicBezTo>
                  <a:cubicBezTo>
                    <a:pt x="1869" y="5983"/>
                    <a:pt x="1946" y="6194"/>
                    <a:pt x="2048" y="6395"/>
                  </a:cubicBezTo>
                  <a:cubicBezTo>
                    <a:pt x="2100" y="6613"/>
                    <a:pt x="2176" y="6824"/>
                    <a:pt x="2277" y="7025"/>
                  </a:cubicBezTo>
                  <a:cubicBezTo>
                    <a:pt x="2330" y="7243"/>
                    <a:pt x="2407" y="7452"/>
                    <a:pt x="2507" y="7653"/>
                  </a:cubicBezTo>
                  <a:cubicBezTo>
                    <a:pt x="2561" y="7873"/>
                    <a:pt x="2638" y="8086"/>
                    <a:pt x="2736" y="8291"/>
                  </a:cubicBezTo>
                  <a:cubicBezTo>
                    <a:pt x="2794" y="8507"/>
                    <a:pt x="2871" y="8718"/>
                    <a:pt x="2967" y="8921"/>
                  </a:cubicBezTo>
                  <a:cubicBezTo>
                    <a:pt x="3123" y="9340"/>
                    <a:pt x="3276" y="9763"/>
                    <a:pt x="3428" y="10183"/>
                  </a:cubicBezTo>
                  <a:cubicBezTo>
                    <a:pt x="3582" y="10606"/>
                    <a:pt x="3738" y="11029"/>
                    <a:pt x="3894" y="11452"/>
                  </a:cubicBezTo>
                  <a:cubicBezTo>
                    <a:pt x="3951" y="11668"/>
                    <a:pt x="4028" y="11879"/>
                    <a:pt x="4122" y="12084"/>
                  </a:cubicBezTo>
                  <a:cubicBezTo>
                    <a:pt x="4274" y="12505"/>
                    <a:pt x="4427" y="12926"/>
                    <a:pt x="4583" y="13344"/>
                  </a:cubicBezTo>
                  <a:cubicBezTo>
                    <a:pt x="4645" y="13560"/>
                    <a:pt x="4722" y="13769"/>
                    <a:pt x="4814" y="13974"/>
                  </a:cubicBezTo>
                  <a:cubicBezTo>
                    <a:pt x="4874" y="14190"/>
                    <a:pt x="4951" y="14399"/>
                    <a:pt x="5043" y="14604"/>
                  </a:cubicBezTo>
                  <a:cubicBezTo>
                    <a:pt x="5107" y="14820"/>
                    <a:pt x="5183" y="15029"/>
                    <a:pt x="5275" y="15234"/>
                  </a:cubicBezTo>
                  <a:cubicBezTo>
                    <a:pt x="5335" y="15450"/>
                    <a:pt x="5412" y="15659"/>
                    <a:pt x="5506" y="15864"/>
                  </a:cubicBezTo>
                  <a:cubicBezTo>
                    <a:pt x="5568" y="16080"/>
                    <a:pt x="5645" y="16289"/>
                    <a:pt x="5734" y="16494"/>
                  </a:cubicBezTo>
                  <a:cubicBezTo>
                    <a:pt x="5796" y="16710"/>
                    <a:pt x="5875" y="16919"/>
                    <a:pt x="5967" y="17124"/>
                  </a:cubicBezTo>
                  <a:cubicBezTo>
                    <a:pt x="6029" y="17340"/>
                    <a:pt x="6106" y="17549"/>
                    <a:pt x="6196" y="17754"/>
                  </a:cubicBezTo>
                  <a:cubicBezTo>
                    <a:pt x="6260" y="17970"/>
                    <a:pt x="6337" y="18179"/>
                    <a:pt x="6426" y="18385"/>
                  </a:cubicBezTo>
                  <a:cubicBezTo>
                    <a:pt x="6491" y="18600"/>
                    <a:pt x="6570" y="18812"/>
                    <a:pt x="6659" y="19017"/>
                  </a:cubicBezTo>
                  <a:cubicBezTo>
                    <a:pt x="6721" y="19232"/>
                    <a:pt x="6798" y="19442"/>
                    <a:pt x="6888" y="19647"/>
                  </a:cubicBezTo>
                  <a:cubicBezTo>
                    <a:pt x="6952" y="19856"/>
                    <a:pt x="7029" y="20067"/>
                    <a:pt x="7118" y="20277"/>
                  </a:cubicBezTo>
                  <a:cubicBezTo>
                    <a:pt x="7206" y="20488"/>
                    <a:pt x="7259" y="20697"/>
                    <a:pt x="7347" y="20907"/>
                  </a:cubicBezTo>
                  <a:cubicBezTo>
                    <a:pt x="7413" y="21122"/>
                    <a:pt x="7490" y="21332"/>
                    <a:pt x="7580" y="21537"/>
                  </a:cubicBezTo>
                  <a:cubicBezTo>
                    <a:pt x="7646" y="21750"/>
                    <a:pt x="7721" y="21962"/>
                    <a:pt x="7808" y="22167"/>
                  </a:cubicBezTo>
                  <a:cubicBezTo>
                    <a:pt x="7874" y="22380"/>
                    <a:pt x="7951" y="22592"/>
                    <a:pt x="8039" y="22797"/>
                  </a:cubicBezTo>
                  <a:cubicBezTo>
                    <a:pt x="8105" y="23008"/>
                    <a:pt x="8182" y="23220"/>
                    <a:pt x="8270" y="23427"/>
                  </a:cubicBezTo>
                  <a:cubicBezTo>
                    <a:pt x="8336" y="23643"/>
                    <a:pt x="8415" y="23854"/>
                    <a:pt x="8502" y="24061"/>
                  </a:cubicBezTo>
                  <a:cubicBezTo>
                    <a:pt x="8569" y="24275"/>
                    <a:pt x="8645" y="24488"/>
                    <a:pt x="8733" y="24695"/>
                  </a:cubicBezTo>
                  <a:cubicBezTo>
                    <a:pt x="8799" y="24907"/>
                    <a:pt x="8878" y="25118"/>
                    <a:pt x="8964" y="25328"/>
                  </a:cubicBezTo>
                  <a:cubicBezTo>
                    <a:pt x="9051" y="25539"/>
                    <a:pt x="9130" y="25748"/>
                    <a:pt x="9196" y="25962"/>
                  </a:cubicBezTo>
                  <a:cubicBezTo>
                    <a:pt x="9265" y="26171"/>
                    <a:pt x="9342" y="26383"/>
                    <a:pt x="9429" y="26594"/>
                  </a:cubicBezTo>
                  <a:cubicBezTo>
                    <a:pt x="9495" y="26808"/>
                    <a:pt x="9574" y="27019"/>
                    <a:pt x="9662" y="27228"/>
                  </a:cubicBezTo>
                  <a:cubicBezTo>
                    <a:pt x="9837" y="27779"/>
                    <a:pt x="10072" y="28311"/>
                    <a:pt x="10360" y="28813"/>
                  </a:cubicBezTo>
                  <a:cubicBezTo>
                    <a:pt x="11886" y="31470"/>
                    <a:pt x="14693" y="33098"/>
                    <a:pt x="17335" y="33098"/>
                  </a:cubicBezTo>
                  <a:cubicBezTo>
                    <a:pt x="18129" y="33098"/>
                    <a:pt x="18908" y="32951"/>
                    <a:pt x="19634" y="32640"/>
                  </a:cubicBezTo>
                  <a:cubicBezTo>
                    <a:pt x="22769" y="31297"/>
                    <a:pt x="23702" y="27406"/>
                    <a:pt x="21718" y="23948"/>
                  </a:cubicBezTo>
                  <a:cubicBezTo>
                    <a:pt x="21415" y="23420"/>
                    <a:pt x="21056" y="22925"/>
                    <a:pt x="20650" y="22472"/>
                  </a:cubicBezTo>
                  <a:cubicBezTo>
                    <a:pt x="20509" y="22284"/>
                    <a:pt x="20358" y="22103"/>
                    <a:pt x="20204" y="21932"/>
                  </a:cubicBezTo>
                  <a:cubicBezTo>
                    <a:pt x="20050" y="21761"/>
                    <a:pt x="19913" y="21565"/>
                    <a:pt x="19757" y="21394"/>
                  </a:cubicBezTo>
                  <a:cubicBezTo>
                    <a:pt x="19604" y="21223"/>
                    <a:pt x="19469" y="21028"/>
                    <a:pt x="19315" y="20853"/>
                  </a:cubicBezTo>
                  <a:cubicBezTo>
                    <a:pt x="19159" y="20680"/>
                    <a:pt x="19023" y="20488"/>
                    <a:pt x="18869" y="20315"/>
                  </a:cubicBezTo>
                  <a:cubicBezTo>
                    <a:pt x="18715" y="20142"/>
                    <a:pt x="18581" y="19950"/>
                    <a:pt x="18427" y="19779"/>
                  </a:cubicBezTo>
                  <a:cubicBezTo>
                    <a:pt x="18271" y="19606"/>
                    <a:pt x="18134" y="19410"/>
                    <a:pt x="17980" y="19239"/>
                  </a:cubicBezTo>
                  <a:cubicBezTo>
                    <a:pt x="17825" y="19068"/>
                    <a:pt x="17692" y="18874"/>
                    <a:pt x="17536" y="18701"/>
                  </a:cubicBezTo>
                  <a:cubicBezTo>
                    <a:pt x="17383" y="18525"/>
                    <a:pt x="17246" y="18333"/>
                    <a:pt x="17092" y="18162"/>
                  </a:cubicBezTo>
                  <a:cubicBezTo>
                    <a:pt x="16951" y="17977"/>
                    <a:pt x="16804" y="17795"/>
                    <a:pt x="16646" y="17624"/>
                  </a:cubicBezTo>
                  <a:cubicBezTo>
                    <a:pt x="16507" y="17436"/>
                    <a:pt x="16360" y="17257"/>
                    <a:pt x="16201" y="17084"/>
                  </a:cubicBezTo>
                  <a:cubicBezTo>
                    <a:pt x="16061" y="16898"/>
                    <a:pt x="15913" y="16717"/>
                    <a:pt x="15757" y="16546"/>
                  </a:cubicBezTo>
                  <a:cubicBezTo>
                    <a:pt x="15599" y="16375"/>
                    <a:pt x="15469" y="16180"/>
                    <a:pt x="15313" y="16010"/>
                  </a:cubicBezTo>
                  <a:cubicBezTo>
                    <a:pt x="15174" y="15822"/>
                    <a:pt x="15025" y="15640"/>
                    <a:pt x="14867" y="15469"/>
                  </a:cubicBezTo>
                  <a:cubicBezTo>
                    <a:pt x="14730" y="15281"/>
                    <a:pt x="14580" y="15102"/>
                    <a:pt x="14425" y="14931"/>
                  </a:cubicBezTo>
                  <a:cubicBezTo>
                    <a:pt x="14286" y="14743"/>
                    <a:pt x="14136" y="14564"/>
                    <a:pt x="13978" y="14393"/>
                  </a:cubicBezTo>
                  <a:cubicBezTo>
                    <a:pt x="13842" y="14205"/>
                    <a:pt x="13692" y="14026"/>
                    <a:pt x="13532" y="13855"/>
                  </a:cubicBezTo>
                  <a:cubicBezTo>
                    <a:pt x="13395" y="13667"/>
                    <a:pt x="13248" y="13485"/>
                    <a:pt x="13090" y="13314"/>
                  </a:cubicBezTo>
                  <a:cubicBezTo>
                    <a:pt x="12951" y="13126"/>
                    <a:pt x="12801" y="12947"/>
                    <a:pt x="12643" y="12776"/>
                  </a:cubicBezTo>
                  <a:cubicBezTo>
                    <a:pt x="12507" y="12588"/>
                    <a:pt x="12359" y="12409"/>
                    <a:pt x="12201" y="12240"/>
                  </a:cubicBezTo>
                  <a:cubicBezTo>
                    <a:pt x="12063" y="12050"/>
                    <a:pt x="11915" y="11871"/>
                    <a:pt x="11755" y="11700"/>
                  </a:cubicBezTo>
                  <a:cubicBezTo>
                    <a:pt x="11618" y="11510"/>
                    <a:pt x="11471" y="11330"/>
                    <a:pt x="11311" y="11162"/>
                  </a:cubicBezTo>
                  <a:cubicBezTo>
                    <a:pt x="11174" y="10972"/>
                    <a:pt x="11025" y="10792"/>
                    <a:pt x="10867" y="10623"/>
                  </a:cubicBezTo>
                  <a:cubicBezTo>
                    <a:pt x="10730" y="10433"/>
                    <a:pt x="10582" y="10252"/>
                    <a:pt x="10420" y="10085"/>
                  </a:cubicBezTo>
                  <a:cubicBezTo>
                    <a:pt x="10286" y="9895"/>
                    <a:pt x="10136" y="9714"/>
                    <a:pt x="9976" y="9545"/>
                  </a:cubicBezTo>
                  <a:cubicBezTo>
                    <a:pt x="9841" y="9355"/>
                    <a:pt x="9692" y="9175"/>
                    <a:pt x="9532" y="9007"/>
                  </a:cubicBezTo>
                  <a:cubicBezTo>
                    <a:pt x="9397" y="8817"/>
                    <a:pt x="9250" y="8637"/>
                    <a:pt x="9088" y="8471"/>
                  </a:cubicBezTo>
                  <a:cubicBezTo>
                    <a:pt x="8953" y="8278"/>
                    <a:pt x="8803" y="8097"/>
                    <a:pt x="8641" y="7930"/>
                  </a:cubicBezTo>
                  <a:cubicBezTo>
                    <a:pt x="8509" y="7738"/>
                    <a:pt x="8359" y="7557"/>
                    <a:pt x="8197" y="7392"/>
                  </a:cubicBezTo>
                  <a:cubicBezTo>
                    <a:pt x="8065" y="7198"/>
                    <a:pt x="7915" y="7018"/>
                    <a:pt x="7751" y="6854"/>
                  </a:cubicBezTo>
                  <a:cubicBezTo>
                    <a:pt x="7620" y="6660"/>
                    <a:pt x="7471" y="6480"/>
                    <a:pt x="7304" y="6316"/>
                  </a:cubicBezTo>
                  <a:cubicBezTo>
                    <a:pt x="7174" y="6121"/>
                    <a:pt x="7027" y="5942"/>
                    <a:pt x="6862" y="5775"/>
                  </a:cubicBezTo>
                  <a:cubicBezTo>
                    <a:pt x="6730" y="5581"/>
                    <a:pt x="6578" y="5400"/>
                    <a:pt x="6409" y="5235"/>
                  </a:cubicBezTo>
                  <a:cubicBezTo>
                    <a:pt x="6283" y="5041"/>
                    <a:pt x="6136" y="4864"/>
                    <a:pt x="5969" y="4703"/>
                  </a:cubicBezTo>
                  <a:cubicBezTo>
                    <a:pt x="5841" y="4507"/>
                    <a:pt x="5692" y="4325"/>
                    <a:pt x="5523" y="4163"/>
                  </a:cubicBezTo>
                  <a:cubicBezTo>
                    <a:pt x="5397" y="3967"/>
                    <a:pt x="5248" y="3787"/>
                    <a:pt x="5079" y="3625"/>
                  </a:cubicBezTo>
                  <a:cubicBezTo>
                    <a:pt x="4953" y="3428"/>
                    <a:pt x="4803" y="3247"/>
                    <a:pt x="4632" y="3089"/>
                  </a:cubicBezTo>
                  <a:cubicBezTo>
                    <a:pt x="4509" y="2888"/>
                    <a:pt x="4359" y="2706"/>
                    <a:pt x="4186" y="2548"/>
                  </a:cubicBezTo>
                  <a:cubicBezTo>
                    <a:pt x="4064" y="2348"/>
                    <a:pt x="3915" y="2168"/>
                    <a:pt x="3740" y="2012"/>
                  </a:cubicBezTo>
                  <a:cubicBezTo>
                    <a:pt x="3622" y="1809"/>
                    <a:pt x="3471" y="1628"/>
                    <a:pt x="3293" y="1472"/>
                  </a:cubicBezTo>
                  <a:cubicBezTo>
                    <a:pt x="3178" y="1269"/>
                    <a:pt x="3026" y="1088"/>
                    <a:pt x="2845" y="936"/>
                  </a:cubicBezTo>
                  <a:cubicBezTo>
                    <a:pt x="2843" y="927"/>
                    <a:pt x="2839" y="917"/>
                    <a:pt x="2832" y="910"/>
                  </a:cubicBezTo>
                  <a:cubicBezTo>
                    <a:pt x="2511" y="346"/>
                    <a:pt x="1914" y="1"/>
                    <a:pt x="1354" y="1"/>
                  </a:cubicBez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4350097" y="137671"/>
              <a:ext cx="5858982" cy="7582834"/>
            </a:xfrm>
            <a:custGeom>
              <a:avLst/>
              <a:gdLst/>
              <a:ahLst/>
              <a:cxnLst/>
              <a:rect l="l" t="t" r="r" b="b"/>
              <a:pathLst>
                <a:path w="25501" h="33004" extrusionOk="0">
                  <a:moveTo>
                    <a:pt x="24144" y="0"/>
                  </a:moveTo>
                  <a:cubicBezTo>
                    <a:pt x="23598" y="0"/>
                    <a:pt x="22999" y="298"/>
                    <a:pt x="22630" y="814"/>
                  </a:cubicBezTo>
                  <a:cubicBezTo>
                    <a:pt x="22604" y="855"/>
                    <a:pt x="22577" y="891"/>
                    <a:pt x="22553" y="932"/>
                  </a:cubicBezTo>
                  <a:cubicBezTo>
                    <a:pt x="22395" y="1058"/>
                    <a:pt x="22254" y="1205"/>
                    <a:pt x="22135" y="1370"/>
                  </a:cubicBezTo>
                  <a:lnTo>
                    <a:pt x="22070" y="1468"/>
                  </a:lnTo>
                  <a:cubicBezTo>
                    <a:pt x="21908" y="1600"/>
                    <a:pt x="21763" y="1752"/>
                    <a:pt x="21641" y="1923"/>
                  </a:cubicBezTo>
                  <a:cubicBezTo>
                    <a:pt x="21622" y="1948"/>
                    <a:pt x="21605" y="1976"/>
                    <a:pt x="21590" y="2002"/>
                  </a:cubicBezTo>
                  <a:cubicBezTo>
                    <a:pt x="21421" y="2141"/>
                    <a:pt x="21272" y="2299"/>
                    <a:pt x="21146" y="2478"/>
                  </a:cubicBezTo>
                  <a:cubicBezTo>
                    <a:pt x="21133" y="2497"/>
                    <a:pt x="21118" y="2517"/>
                    <a:pt x="21107" y="2538"/>
                  </a:cubicBezTo>
                  <a:cubicBezTo>
                    <a:pt x="20934" y="2683"/>
                    <a:pt x="20783" y="2848"/>
                    <a:pt x="20652" y="3029"/>
                  </a:cubicBezTo>
                  <a:cubicBezTo>
                    <a:pt x="20642" y="3044"/>
                    <a:pt x="20631" y="3061"/>
                    <a:pt x="20620" y="3078"/>
                  </a:cubicBezTo>
                  <a:cubicBezTo>
                    <a:pt x="20447" y="3228"/>
                    <a:pt x="20291" y="3399"/>
                    <a:pt x="20157" y="3584"/>
                  </a:cubicBezTo>
                  <a:lnTo>
                    <a:pt x="20136" y="3621"/>
                  </a:lnTo>
                  <a:cubicBezTo>
                    <a:pt x="19958" y="3774"/>
                    <a:pt x="19800" y="3947"/>
                    <a:pt x="19661" y="4138"/>
                  </a:cubicBezTo>
                  <a:lnTo>
                    <a:pt x="19646" y="4161"/>
                  </a:lnTo>
                  <a:cubicBezTo>
                    <a:pt x="19467" y="4319"/>
                    <a:pt x="19307" y="4498"/>
                    <a:pt x="19168" y="4693"/>
                  </a:cubicBezTo>
                  <a:lnTo>
                    <a:pt x="19160" y="4703"/>
                  </a:lnTo>
                  <a:cubicBezTo>
                    <a:pt x="18982" y="4862"/>
                    <a:pt x="18822" y="5041"/>
                    <a:pt x="18683" y="5235"/>
                  </a:cubicBezTo>
                  <a:cubicBezTo>
                    <a:pt x="18504" y="5398"/>
                    <a:pt x="18342" y="5577"/>
                    <a:pt x="18198" y="5771"/>
                  </a:cubicBezTo>
                  <a:cubicBezTo>
                    <a:pt x="18021" y="5934"/>
                    <a:pt x="17861" y="6115"/>
                    <a:pt x="17716" y="6307"/>
                  </a:cubicBezTo>
                  <a:cubicBezTo>
                    <a:pt x="17395" y="6670"/>
                    <a:pt x="17073" y="7031"/>
                    <a:pt x="16746" y="7390"/>
                  </a:cubicBezTo>
                  <a:cubicBezTo>
                    <a:pt x="16571" y="7555"/>
                    <a:pt x="16409" y="7736"/>
                    <a:pt x="16264" y="7928"/>
                  </a:cubicBezTo>
                  <a:cubicBezTo>
                    <a:pt x="16088" y="8095"/>
                    <a:pt x="15926" y="8274"/>
                    <a:pt x="15781" y="8469"/>
                  </a:cubicBezTo>
                  <a:cubicBezTo>
                    <a:pt x="15606" y="8635"/>
                    <a:pt x="15443" y="8815"/>
                    <a:pt x="15294" y="9007"/>
                  </a:cubicBezTo>
                  <a:cubicBezTo>
                    <a:pt x="15121" y="9176"/>
                    <a:pt x="14961" y="9355"/>
                    <a:pt x="14811" y="9547"/>
                  </a:cubicBezTo>
                  <a:cubicBezTo>
                    <a:pt x="14638" y="9716"/>
                    <a:pt x="14478" y="9895"/>
                    <a:pt x="14329" y="10085"/>
                  </a:cubicBezTo>
                  <a:lnTo>
                    <a:pt x="13359" y="11166"/>
                  </a:lnTo>
                  <a:cubicBezTo>
                    <a:pt x="13186" y="11335"/>
                    <a:pt x="13026" y="11514"/>
                    <a:pt x="12876" y="11704"/>
                  </a:cubicBezTo>
                  <a:cubicBezTo>
                    <a:pt x="12705" y="11873"/>
                    <a:pt x="12545" y="12052"/>
                    <a:pt x="12396" y="12240"/>
                  </a:cubicBezTo>
                  <a:cubicBezTo>
                    <a:pt x="12225" y="12409"/>
                    <a:pt x="12063" y="12588"/>
                    <a:pt x="11915" y="12778"/>
                  </a:cubicBezTo>
                  <a:cubicBezTo>
                    <a:pt x="11742" y="12947"/>
                    <a:pt x="11582" y="13127"/>
                    <a:pt x="11433" y="13317"/>
                  </a:cubicBezTo>
                  <a:cubicBezTo>
                    <a:pt x="11262" y="13485"/>
                    <a:pt x="11102" y="13665"/>
                    <a:pt x="10952" y="13853"/>
                  </a:cubicBezTo>
                  <a:cubicBezTo>
                    <a:pt x="10781" y="14021"/>
                    <a:pt x="10621" y="14201"/>
                    <a:pt x="10472" y="14389"/>
                  </a:cubicBezTo>
                  <a:cubicBezTo>
                    <a:pt x="10301" y="14560"/>
                    <a:pt x="10138" y="14737"/>
                    <a:pt x="9987" y="14925"/>
                  </a:cubicBezTo>
                  <a:cubicBezTo>
                    <a:pt x="9669" y="15286"/>
                    <a:pt x="9348" y="15645"/>
                    <a:pt x="9024" y="16001"/>
                  </a:cubicBezTo>
                  <a:cubicBezTo>
                    <a:pt x="8855" y="16174"/>
                    <a:pt x="8693" y="16354"/>
                    <a:pt x="8541" y="16544"/>
                  </a:cubicBezTo>
                  <a:cubicBezTo>
                    <a:pt x="8370" y="16715"/>
                    <a:pt x="8210" y="16894"/>
                    <a:pt x="8058" y="17082"/>
                  </a:cubicBezTo>
                  <a:cubicBezTo>
                    <a:pt x="7887" y="17253"/>
                    <a:pt x="7725" y="17434"/>
                    <a:pt x="7573" y="17622"/>
                  </a:cubicBezTo>
                  <a:cubicBezTo>
                    <a:pt x="7403" y="17793"/>
                    <a:pt x="7242" y="17975"/>
                    <a:pt x="7089" y="18160"/>
                  </a:cubicBezTo>
                  <a:cubicBezTo>
                    <a:pt x="6933" y="18348"/>
                    <a:pt x="6760" y="18513"/>
                    <a:pt x="6606" y="18701"/>
                  </a:cubicBezTo>
                  <a:cubicBezTo>
                    <a:pt x="6450" y="18887"/>
                    <a:pt x="6277" y="19053"/>
                    <a:pt x="6121" y="19243"/>
                  </a:cubicBezTo>
                  <a:cubicBezTo>
                    <a:pt x="5967" y="19431"/>
                    <a:pt x="5794" y="19591"/>
                    <a:pt x="5639" y="19781"/>
                  </a:cubicBezTo>
                  <a:cubicBezTo>
                    <a:pt x="5485" y="19971"/>
                    <a:pt x="5307" y="20134"/>
                    <a:pt x="5156" y="20320"/>
                  </a:cubicBezTo>
                  <a:cubicBezTo>
                    <a:pt x="5004" y="20508"/>
                    <a:pt x="4825" y="20672"/>
                    <a:pt x="4673" y="20860"/>
                  </a:cubicBezTo>
                  <a:cubicBezTo>
                    <a:pt x="4519" y="21046"/>
                    <a:pt x="4342" y="21212"/>
                    <a:pt x="4186" y="21398"/>
                  </a:cubicBezTo>
                  <a:cubicBezTo>
                    <a:pt x="4032" y="21586"/>
                    <a:pt x="3857" y="21750"/>
                    <a:pt x="3704" y="21941"/>
                  </a:cubicBezTo>
                  <a:cubicBezTo>
                    <a:pt x="3548" y="22131"/>
                    <a:pt x="3375" y="22293"/>
                    <a:pt x="3221" y="22481"/>
                  </a:cubicBezTo>
                  <a:cubicBezTo>
                    <a:pt x="2905" y="22806"/>
                    <a:pt x="2612" y="23156"/>
                    <a:pt x="2347" y="23523"/>
                  </a:cubicBezTo>
                  <a:cubicBezTo>
                    <a:pt x="0" y="26808"/>
                    <a:pt x="515" y="30757"/>
                    <a:pt x="3492" y="32343"/>
                  </a:cubicBezTo>
                  <a:cubicBezTo>
                    <a:pt x="4332" y="32792"/>
                    <a:pt x="5278" y="33004"/>
                    <a:pt x="6257" y="33004"/>
                  </a:cubicBezTo>
                  <a:cubicBezTo>
                    <a:pt x="8748" y="33004"/>
                    <a:pt x="11450" y="31629"/>
                    <a:pt x="13135" y="29272"/>
                  </a:cubicBezTo>
                  <a:cubicBezTo>
                    <a:pt x="13551" y="28689"/>
                    <a:pt x="13893" y="28057"/>
                    <a:pt x="14149" y="27389"/>
                  </a:cubicBezTo>
                  <a:cubicBezTo>
                    <a:pt x="14252" y="27179"/>
                    <a:pt x="14341" y="26966"/>
                    <a:pt x="14423" y="26754"/>
                  </a:cubicBezTo>
                  <a:cubicBezTo>
                    <a:pt x="14523" y="26543"/>
                    <a:pt x="14615" y="26329"/>
                    <a:pt x="14694" y="26120"/>
                  </a:cubicBezTo>
                  <a:cubicBezTo>
                    <a:pt x="14796" y="25913"/>
                    <a:pt x="14886" y="25699"/>
                    <a:pt x="14967" y="25484"/>
                  </a:cubicBezTo>
                  <a:cubicBezTo>
                    <a:pt x="15068" y="25276"/>
                    <a:pt x="15159" y="25063"/>
                    <a:pt x="15238" y="24851"/>
                  </a:cubicBezTo>
                  <a:cubicBezTo>
                    <a:pt x="15320" y="24640"/>
                    <a:pt x="15431" y="24429"/>
                    <a:pt x="15512" y="24219"/>
                  </a:cubicBezTo>
                  <a:cubicBezTo>
                    <a:pt x="15591" y="24008"/>
                    <a:pt x="15704" y="23796"/>
                    <a:pt x="15783" y="23585"/>
                  </a:cubicBezTo>
                  <a:cubicBezTo>
                    <a:pt x="15864" y="23376"/>
                    <a:pt x="15975" y="23164"/>
                    <a:pt x="16056" y="22951"/>
                  </a:cubicBezTo>
                  <a:cubicBezTo>
                    <a:pt x="16135" y="22737"/>
                    <a:pt x="16249" y="22528"/>
                    <a:pt x="16328" y="22319"/>
                  </a:cubicBezTo>
                  <a:cubicBezTo>
                    <a:pt x="16409" y="22107"/>
                    <a:pt x="16520" y="21896"/>
                    <a:pt x="16601" y="21684"/>
                  </a:cubicBezTo>
                  <a:cubicBezTo>
                    <a:pt x="16701" y="21477"/>
                    <a:pt x="16791" y="21266"/>
                    <a:pt x="16870" y="21050"/>
                  </a:cubicBezTo>
                  <a:cubicBezTo>
                    <a:pt x="16973" y="20845"/>
                    <a:pt x="17064" y="20634"/>
                    <a:pt x="17141" y="20418"/>
                  </a:cubicBezTo>
                  <a:cubicBezTo>
                    <a:pt x="17244" y="20211"/>
                    <a:pt x="17336" y="19999"/>
                    <a:pt x="17415" y="19784"/>
                  </a:cubicBezTo>
                  <a:cubicBezTo>
                    <a:pt x="17517" y="19578"/>
                    <a:pt x="17607" y="19367"/>
                    <a:pt x="17686" y="19151"/>
                  </a:cubicBezTo>
                  <a:cubicBezTo>
                    <a:pt x="17867" y="18728"/>
                    <a:pt x="18049" y="18306"/>
                    <a:pt x="18230" y="17883"/>
                  </a:cubicBezTo>
                  <a:cubicBezTo>
                    <a:pt x="18335" y="17678"/>
                    <a:pt x="18425" y="17466"/>
                    <a:pt x="18504" y="17251"/>
                  </a:cubicBezTo>
                  <a:cubicBezTo>
                    <a:pt x="18609" y="17046"/>
                    <a:pt x="18700" y="16832"/>
                    <a:pt x="18775" y="16616"/>
                  </a:cubicBezTo>
                  <a:cubicBezTo>
                    <a:pt x="18882" y="16411"/>
                    <a:pt x="18972" y="16200"/>
                    <a:pt x="19046" y="15982"/>
                  </a:cubicBezTo>
                  <a:cubicBezTo>
                    <a:pt x="19153" y="15779"/>
                    <a:pt x="19243" y="15568"/>
                    <a:pt x="19318" y="15350"/>
                  </a:cubicBezTo>
                  <a:cubicBezTo>
                    <a:pt x="19424" y="15147"/>
                    <a:pt x="19516" y="14936"/>
                    <a:pt x="19591" y="14718"/>
                  </a:cubicBezTo>
                  <a:cubicBezTo>
                    <a:pt x="19770" y="14295"/>
                    <a:pt x="19952" y="13872"/>
                    <a:pt x="20136" y="13449"/>
                  </a:cubicBezTo>
                  <a:cubicBezTo>
                    <a:pt x="20317" y="13026"/>
                    <a:pt x="20499" y="12603"/>
                    <a:pt x="20680" y="12180"/>
                  </a:cubicBezTo>
                  <a:cubicBezTo>
                    <a:pt x="20787" y="11978"/>
                    <a:pt x="20879" y="11766"/>
                    <a:pt x="20951" y="11548"/>
                  </a:cubicBezTo>
                  <a:cubicBezTo>
                    <a:pt x="21060" y="11345"/>
                    <a:pt x="21152" y="11132"/>
                    <a:pt x="21225" y="10914"/>
                  </a:cubicBezTo>
                  <a:cubicBezTo>
                    <a:pt x="21404" y="10489"/>
                    <a:pt x="21586" y="10068"/>
                    <a:pt x="21769" y="9645"/>
                  </a:cubicBezTo>
                  <a:cubicBezTo>
                    <a:pt x="21878" y="9443"/>
                    <a:pt x="21968" y="9229"/>
                    <a:pt x="22038" y="9009"/>
                  </a:cubicBezTo>
                  <a:cubicBezTo>
                    <a:pt x="22149" y="8808"/>
                    <a:pt x="22241" y="8597"/>
                    <a:pt x="22310" y="8377"/>
                  </a:cubicBezTo>
                  <a:cubicBezTo>
                    <a:pt x="22425" y="8174"/>
                    <a:pt x="22515" y="7958"/>
                    <a:pt x="22583" y="7736"/>
                  </a:cubicBezTo>
                  <a:cubicBezTo>
                    <a:pt x="22696" y="7538"/>
                    <a:pt x="22786" y="7328"/>
                    <a:pt x="22852" y="7113"/>
                  </a:cubicBezTo>
                  <a:cubicBezTo>
                    <a:pt x="22967" y="6912"/>
                    <a:pt x="23057" y="6698"/>
                    <a:pt x="23121" y="6476"/>
                  </a:cubicBezTo>
                  <a:cubicBezTo>
                    <a:pt x="23241" y="6277"/>
                    <a:pt x="23333" y="6066"/>
                    <a:pt x="23395" y="5844"/>
                  </a:cubicBezTo>
                  <a:cubicBezTo>
                    <a:pt x="23574" y="5419"/>
                    <a:pt x="23755" y="4996"/>
                    <a:pt x="23939" y="4573"/>
                  </a:cubicBezTo>
                  <a:cubicBezTo>
                    <a:pt x="24061" y="4375"/>
                    <a:pt x="24151" y="4161"/>
                    <a:pt x="24208" y="3937"/>
                  </a:cubicBezTo>
                  <a:cubicBezTo>
                    <a:pt x="24332" y="3740"/>
                    <a:pt x="24424" y="3527"/>
                    <a:pt x="24477" y="3302"/>
                  </a:cubicBezTo>
                  <a:cubicBezTo>
                    <a:pt x="24606" y="3108"/>
                    <a:pt x="24697" y="2895"/>
                    <a:pt x="24749" y="2670"/>
                  </a:cubicBezTo>
                  <a:cubicBezTo>
                    <a:pt x="24879" y="2476"/>
                    <a:pt x="24971" y="2260"/>
                    <a:pt x="25018" y="2034"/>
                  </a:cubicBezTo>
                  <a:cubicBezTo>
                    <a:pt x="25500" y="1325"/>
                    <a:pt x="25383" y="483"/>
                    <a:pt x="24742" y="142"/>
                  </a:cubicBezTo>
                  <a:cubicBezTo>
                    <a:pt x="24562" y="46"/>
                    <a:pt x="24357" y="0"/>
                    <a:pt x="24144" y="0"/>
                  </a:cubicBez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14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805" name="Google Shape;805;p14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" name="Google Shape;855;p14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856" name="Google Shape;856;p14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4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4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4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4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4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4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4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4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4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4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4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4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4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4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4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4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4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4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4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46379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5"/>
          <p:cNvSpPr/>
          <p:nvPr/>
        </p:nvSpPr>
        <p:spPr>
          <a:xfrm>
            <a:off x="-5633392" y="4178175"/>
            <a:ext cx="20410800" cy="47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1" name="Google Shape;911;p15"/>
          <p:cNvGrpSpPr/>
          <p:nvPr/>
        </p:nvGrpSpPr>
        <p:grpSpPr>
          <a:xfrm>
            <a:off x="-5633415" y="4598175"/>
            <a:ext cx="20410830" cy="4342300"/>
            <a:chOff x="-6987328" y="6311341"/>
            <a:chExt cx="22395030" cy="4764428"/>
          </a:xfrm>
        </p:grpSpPr>
        <p:sp>
          <p:nvSpPr>
            <p:cNvPr id="912" name="Google Shape;912;p15"/>
            <p:cNvSpPr/>
            <p:nvPr/>
          </p:nvSpPr>
          <p:spPr>
            <a:xfrm>
              <a:off x="-2357508" y="6311341"/>
              <a:ext cx="13135266" cy="558944"/>
            </a:xfrm>
            <a:custGeom>
              <a:avLst/>
              <a:gdLst/>
              <a:ahLst/>
              <a:cxnLst/>
              <a:rect l="l" t="t" r="r" b="b"/>
              <a:pathLst>
                <a:path w="167547" h="9279" extrusionOk="0">
                  <a:moveTo>
                    <a:pt x="7845" y="0"/>
                  </a:moveTo>
                  <a:lnTo>
                    <a:pt x="1" y="9279"/>
                  </a:lnTo>
                  <a:lnTo>
                    <a:pt x="167546" y="9279"/>
                  </a:lnTo>
                  <a:lnTo>
                    <a:pt x="159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5"/>
            <p:cNvSpPr/>
            <p:nvPr/>
          </p:nvSpPr>
          <p:spPr>
            <a:xfrm>
              <a:off x="-4069083" y="7557925"/>
              <a:ext cx="16558414" cy="866938"/>
            </a:xfrm>
            <a:custGeom>
              <a:avLst/>
              <a:gdLst/>
              <a:ahLst/>
              <a:cxnLst/>
              <a:rect l="l" t="t" r="r" b="b"/>
              <a:pathLst>
                <a:path w="211211" h="14392" extrusionOk="0">
                  <a:moveTo>
                    <a:pt x="12178" y="0"/>
                  </a:moveTo>
                  <a:lnTo>
                    <a:pt x="1" y="14392"/>
                  </a:lnTo>
                  <a:lnTo>
                    <a:pt x="211211" y="14392"/>
                  </a:lnTo>
                  <a:lnTo>
                    <a:pt x="1990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5"/>
            <p:cNvSpPr/>
            <p:nvPr/>
          </p:nvSpPr>
          <p:spPr>
            <a:xfrm>
              <a:off x="-6987328" y="9551760"/>
              <a:ext cx="22395030" cy="1524009"/>
            </a:xfrm>
            <a:custGeom>
              <a:avLst/>
              <a:gdLst/>
              <a:ahLst/>
              <a:cxnLst/>
              <a:rect l="l" t="t" r="r" b="b"/>
              <a:pathLst>
                <a:path w="285660" h="25300" extrusionOk="0">
                  <a:moveTo>
                    <a:pt x="21398" y="1"/>
                  </a:moveTo>
                  <a:lnTo>
                    <a:pt x="0" y="25299"/>
                  </a:lnTo>
                  <a:lnTo>
                    <a:pt x="285660" y="25299"/>
                  </a:lnTo>
                  <a:lnTo>
                    <a:pt x="264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5" name="Google Shape;915;p15"/>
          <p:cNvSpPr/>
          <p:nvPr/>
        </p:nvSpPr>
        <p:spPr>
          <a:xfrm>
            <a:off x="2333137" y="4253598"/>
            <a:ext cx="4479178" cy="629256"/>
          </a:xfrm>
          <a:custGeom>
            <a:avLst/>
            <a:gdLst/>
            <a:ahLst/>
            <a:cxnLst/>
            <a:rect l="l" t="t" r="r" b="b"/>
            <a:pathLst>
              <a:path w="85689" h="12038" extrusionOk="0">
                <a:moveTo>
                  <a:pt x="80165" y="1"/>
                </a:moveTo>
                <a:cubicBezTo>
                  <a:pt x="80117" y="1"/>
                  <a:pt x="80069" y="11"/>
                  <a:pt x="80022" y="31"/>
                </a:cubicBezTo>
                <a:cubicBezTo>
                  <a:pt x="79844" y="115"/>
                  <a:pt x="79771" y="329"/>
                  <a:pt x="79861" y="504"/>
                </a:cubicBezTo>
                <a:lnTo>
                  <a:pt x="84790" y="11347"/>
                </a:lnTo>
                <a:lnTo>
                  <a:pt x="949" y="11347"/>
                </a:lnTo>
                <a:lnTo>
                  <a:pt x="5878" y="504"/>
                </a:lnTo>
                <a:cubicBezTo>
                  <a:pt x="5955" y="329"/>
                  <a:pt x="5878" y="125"/>
                  <a:pt x="5707" y="48"/>
                </a:cubicBezTo>
                <a:cubicBezTo>
                  <a:pt x="5660" y="26"/>
                  <a:pt x="5611" y="16"/>
                  <a:pt x="5563" y="16"/>
                </a:cubicBezTo>
                <a:cubicBezTo>
                  <a:pt x="5432" y="16"/>
                  <a:pt x="5308" y="92"/>
                  <a:pt x="5251" y="219"/>
                </a:cubicBezTo>
                <a:lnTo>
                  <a:pt x="98" y="11551"/>
                </a:lnTo>
                <a:cubicBezTo>
                  <a:pt x="0" y="11779"/>
                  <a:pt x="165" y="12034"/>
                  <a:pt x="413" y="12037"/>
                </a:cubicBezTo>
                <a:lnTo>
                  <a:pt x="85323" y="12037"/>
                </a:lnTo>
                <a:cubicBezTo>
                  <a:pt x="85440" y="12037"/>
                  <a:pt x="85547" y="11977"/>
                  <a:pt x="85611" y="11880"/>
                </a:cubicBezTo>
                <a:cubicBezTo>
                  <a:pt x="85678" y="11783"/>
                  <a:pt x="85688" y="11659"/>
                  <a:pt x="85638" y="11551"/>
                </a:cubicBezTo>
                <a:lnTo>
                  <a:pt x="80484" y="219"/>
                </a:lnTo>
                <a:cubicBezTo>
                  <a:pt x="80432" y="82"/>
                  <a:pt x="80302" y="1"/>
                  <a:pt x="801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15"/>
          <p:cNvSpPr/>
          <p:nvPr/>
        </p:nvSpPr>
        <p:spPr>
          <a:xfrm>
            <a:off x="713128" y="4254382"/>
            <a:ext cx="7717826" cy="1658031"/>
          </a:xfrm>
          <a:custGeom>
            <a:avLst/>
            <a:gdLst/>
            <a:ahLst/>
            <a:cxnLst/>
            <a:rect l="l" t="t" r="r" b="b"/>
            <a:pathLst>
              <a:path w="147646" h="31719" extrusionOk="0">
                <a:moveTo>
                  <a:pt x="20581" y="0"/>
                </a:moveTo>
                <a:cubicBezTo>
                  <a:pt x="20469" y="0"/>
                  <a:pt x="20359" y="55"/>
                  <a:pt x="20293" y="157"/>
                </a:cubicBezTo>
                <a:lnTo>
                  <a:pt x="151" y="31186"/>
                </a:lnTo>
                <a:cubicBezTo>
                  <a:pt x="0" y="31414"/>
                  <a:pt x="161" y="31715"/>
                  <a:pt x="436" y="31718"/>
                </a:cubicBezTo>
                <a:lnTo>
                  <a:pt x="147287" y="31718"/>
                </a:lnTo>
                <a:cubicBezTo>
                  <a:pt x="147411" y="31718"/>
                  <a:pt x="147528" y="31648"/>
                  <a:pt x="147588" y="31538"/>
                </a:cubicBezTo>
                <a:cubicBezTo>
                  <a:pt x="147645" y="31427"/>
                  <a:pt x="147642" y="31293"/>
                  <a:pt x="147575" y="31186"/>
                </a:cubicBezTo>
                <a:lnTo>
                  <a:pt x="127426" y="157"/>
                </a:lnTo>
                <a:cubicBezTo>
                  <a:pt x="127363" y="55"/>
                  <a:pt x="127253" y="0"/>
                  <a:pt x="127141" y="0"/>
                </a:cubicBezTo>
                <a:cubicBezTo>
                  <a:pt x="127077" y="0"/>
                  <a:pt x="127012" y="18"/>
                  <a:pt x="126954" y="56"/>
                </a:cubicBezTo>
                <a:cubicBezTo>
                  <a:pt x="126793" y="157"/>
                  <a:pt x="126746" y="375"/>
                  <a:pt x="126850" y="536"/>
                </a:cubicBezTo>
                <a:lnTo>
                  <a:pt x="146654" y="31032"/>
                </a:lnTo>
                <a:lnTo>
                  <a:pt x="1073" y="31032"/>
                </a:lnTo>
                <a:lnTo>
                  <a:pt x="20870" y="536"/>
                </a:lnTo>
                <a:cubicBezTo>
                  <a:pt x="20973" y="375"/>
                  <a:pt x="20930" y="160"/>
                  <a:pt x="20769" y="56"/>
                </a:cubicBezTo>
                <a:cubicBezTo>
                  <a:pt x="20711" y="18"/>
                  <a:pt x="20646" y="0"/>
                  <a:pt x="205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15"/>
          <p:cNvSpPr/>
          <p:nvPr/>
        </p:nvSpPr>
        <p:spPr>
          <a:xfrm>
            <a:off x="2701287" y="6104977"/>
            <a:ext cx="3745233" cy="982922"/>
          </a:xfrm>
          <a:custGeom>
            <a:avLst/>
            <a:gdLst/>
            <a:ahLst/>
            <a:cxnLst/>
            <a:rect l="l" t="t" r="r" b="b"/>
            <a:pathLst>
              <a:path w="71649" h="18804" extrusionOk="0">
                <a:moveTo>
                  <a:pt x="71264" y="0"/>
                </a:moveTo>
                <a:cubicBezTo>
                  <a:pt x="71121" y="0"/>
                  <a:pt x="70986" y="89"/>
                  <a:pt x="70938" y="233"/>
                </a:cubicBezTo>
                <a:cubicBezTo>
                  <a:pt x="69196" y="5162"/>
                  <a:pt x="64924" y="9642"/>
                  <a:pt x="58899" y="12859"/>
                </a:cubicBezTo>
                <a:cubicBezTo>
                  <a:pt x="52462" y="16300"/>
                  <a:pt x="44480" y="18116"/>
                  <a:pt x="35825" y="18116"/>
                </a:cubicBezTo>
                <a:cubicBezTo>
                  <a:pt x="27173" y="18116"/>
                  <a:pt x="19191" y="16300"/>
                  <a:pt x="12751" y="12859"/>
                </a:cubicBezTo>
                <a:cubicBezTo>
                  <a:pt x="6733" y="9642"/>
                  <a:pt x="2454" y="5162"/>
                  <a:pt x="711" y="233"/>
                </a:cubicBezTo>
                <a:cubicBezTo>
                  <a:pt x="664" y="90"/>
                  <a:pt x="531" y="2"/>
                  <a:pt x="390" y="2"/>
                </a:cubicBezTo>
                <a:cubicBezTo>
                  <a:pt x="352" y="2"/>
                  <a:pt x="313" y="8"/>
                  <a:pt x="276" y="22"/>
                </a:cubicBezTo>
                <a:cubicBezTo>
                  <a:pt x="98" y="82"/>
                  <a:pt x="1" y="280"/>
                  <a:pt x="65" y="457"/>
                </a:cubicBezTo>
                <a:cubicBezTo>
                  <a:pt x="1864" y="5551"/>
                  <a:pt x="6254" y="10171"/>
                  <a:pt x="12429" y="13469"/>
                </a:cubicBezTo>
                <a:cubicBezTo>
                  <a:pt x="18967" y="16960"/>
                  <a:pt x="27059" y="18803"/>
                  <a:pt x="35825" y="18803"/>
                </a:cubicBezTo>
                <a:cubicBezTo>
                  <a:pt x="44597" y="18803"/>
                  <a:pt x="52683" y="16960"/>
                  <a:pt x="59227" y="13469"/>
                </a:cubicBezTo>
                <a:cubicBezTo>
                  <a:pt x="65396" y="10171"/>
                  <a:pt x="69789" y="5551"/>
                  <a:pt x="71588" y="457"/>
                </a:cubicBezTo>
                <a:cubicBezTo>
                  <a:pt x="71649" y="276"/>
                  <a:pt x="71555" y="82"/>
                  <a:pt x="71374" y="18"/>
                </a:cubicBezTo>
                <a:cubicBezTo>
                  <a:pt x="71338" y="6"/>
                  <a:pt x="71300" y="0"/>
                  <a:pt x="7126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15"/>
          <p:cNvGrpSpPr/>
          <p:nvPr/>
        </p:nvGrpSpPr>
        <p:grpSpPr>
          <a:xfrm>
            <a:off x="-208706" y="3997266"/>
            <a:ext cx="9561413" cy="290324"/>
            <a:chOff x="-121625" y="4081400"/>
            <a:chExt cx="10170634" cy="308823"/>
          </a:xfrm>
        </p:grpSpPr>
        <p:sp>
          <p:nvSpPr>
            <p:cNvPr id="919" name="Google Shape;919;p15"/>
            <p:cNvSpPr/>
            <p:nvPr/>
          </p:nvSpPr>
          <p:spPr>
            <a:xfrm>
              <a:off x="-121625" y="4082192"/>
              <a:ext cx="10170634" cy="308030"/>
            </a:xfrm>
            <a:custGeom>
              <a:avLst/>
              <a:gdLst/>
              <a:ahLst/>
              <a:cxnLst/>
              <a:rect l="l" t="t" r="r" b="b"/>
              <a:pathLst>
                <a:path w="205374" h="6220" extrusionOk="0">
                  <a:moveTo>
                    <a:pt x="4024" y="1"/>
                  </a:moveTo>
                  <a:lnTo>
                    <a:pt x="0" y="6220"/>
                  </a:lnTo>
                  <a:lnTo>
                    <a:pt x="205373" y="6220"/>
                  </a:lnTo>
                  <a:lnTo>
                    <a:pt x="2013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5"/>
            <p:cNvSpPr/>
            <p:nvPr/>
          </p:nvSpPr>
          <p:spPr>
            <a:xfrm>
              <a:off x="-121625" y="4325497"/>
              <a:ext cx="10170634" cy="64726"/>
            </a:xfrm>
            <a:custGeom>
              <a:avLst/>
              <a:gdLst/>
              <a:ahLst/>
              <a:cxnLst/>
              <a:rect l="l" t="t" r="r" b="b"/>
              <a:pathLst>
                <a:path w="205374" h="1307" extrusionOk="0">
                  <a:moveTo>
                    <a:pt x="848" y="0"/>
                  </a:moveTo>
                  <a:lnTo>
                    <a:pt x="0" y="1307"/>
                  </a:lnTo>
                  <a:lnTo>
                    <a:pt x="205373" y="1307"/>
                  </a:lnTo>
                  <a:lnTo>
                    <a:pt x="2045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5"/>
            <p:cNvSpPr/>
            <p:nvPr/>
          </p:nvSpPr>
          <p:spPr>
            <a:xfrm>
              <a:off x="1389763" y="4081400"/>
              <a:ext cx="2698283" cy="244146"/>
            </a:xfrm>
            <a:custGeom>
              <a:avLst/>
              <a:gdLst/>
              <a:ahLst/>
              <a:cxnLst/>
              <a:rect l="l" t="t" r="r" b="b"/>
              <a:pathLst>
                <a:path w="54486" h="4930" extrusionOk="0">
                  <a:moveTo>
                    <a:pt x="2262" y="0"/>
                  </a:moveTo>
                  <a:lnTo>
                    <a:pt x="1" y="4929"/>
                  </a:lnTo>
                  <a:lnTo>
                    <a:pt x="53909" y="4929"/>
                  </a:lnTo>
                  <a:lnTo>
                    <a:pt x="544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5"/>
            <p:cNvSpPr/>
            <p:nvPr/>
          </p:nvSpPr>
          <p:spPr>
            <a:xfrm>
              <a:off x="5839689" y="4081400"/>
              <a:ext cx="2698134" cy="244146"/>
            </a:xfrm>
            <a:custGeom>
              <a:avLst/>
              <a:gdLst/>
              <a:ahLst/>
              <a:cxnLst/>
              <a:rect l="l" t="t" r="r" b="b"/>
              <a:pathLst>
                <a:path w="54483" h="4930" extrusionOk="0">
                  <a:moveTo>
                    <a:pt x="1" y="0"/>
                  </a:moveTo>
                  <a:lnTo>
                    <a:pt x="571" y="4929"/>
                  </a:lnTo>
                  <a:lnTo>
                    <a:pt x="54482" y="4929"/>
                  </a:lnTo>
                  <a:lnTo>
                    <a:pt x="5222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15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924" name="Google Shape;924;p15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5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5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4" name="Google Shape;974;p15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975" name="Google Shape;975;p15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3855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6"/>
          <p:cNvSpPr/>
          <p:nvPr/>
        </p:nvSpPr>
        <p:spPr>
          <a:xfrm>
            <a:off x="-6450490" y="0"/>
            <a:ext cx="220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0" name="Google Shape;1030;p16"/>
          <p:cNvGrpSpPr/>
          <p:nvPr/>
        </p:nvGrpSpPr>
        <p:grpSpPr>
          <a:xfrm>
            <a:off x="-6450834" y="453914"/>
            <a:ext cx="22045667" cy="4690103"/>
            <a:chOff x="-6987328" y="6311341"/>
            <a:chExt cx="22395030" cy="4764428"/>
          </a:xfrm>
        </p:grpSpPr>
        <p:sp>
          <p:nvSpPr>
            <p:cNvPr id="1031" name="Google Shape;1031;p16"/>
            <p:cNvSpPr/>
            <p:nvPr/>
          </p:nvSpPr>
          <p:spPr>
            <a:xfrm>
              <a:off x="-2357508" y="6311341"/>
              <a:ext cx="13135266" cy="558944"/>
            </a:xfrm>
            <a:custGeom>
              <a:avLst/>
              <a:gdLst/>
              <a:ahLst/>
              <a:cxnLst/>
              <a:rect l="l" t="t" r="r" b="b"/>
              <a:pathLst>
                <a:path w="167547" h="9279" extrusionOk="0">
                  <a:moveTo>
                    <a:pt x="7845" y="0"/>
                  </a:moveTo>
                  <a:lnTo>
                    <a:pt x="1" y="9279"/>
                  </a:lnTo>
                  <a:lnTo>
                    <a:pt x="167546" y="9279"/>
                  </a:lnTo>
                  <a:lnTo>
                    <a:pt x="159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-4069083" y="7557925"/>
              <a:ext cx="16558414" cy="866938"/>
            </a:xfrm>
            <a:custGeom>
              <a:avLst/>
              <a:gdLst/>
              <a:ahLst/>
              <a:cxnLst/>
              <a:rect l="l" t="t" r="r" b="b"/>
              <a:pathLst>
                <a:path w="211211" h="14392" extrusionOk="0">
                  <a:moveTo>
                    <a:pt x="12178" y="0"/>
                  </a:moveTo>
                  <a:lnTo>
                    <a:pt x="1" y="14392"/>
                  </a:lnTo>
                  <a:lnTo>
                    <a:pt x="211211" y="14392"/>
                  </a:lnTo>
                  <a:lnTo>
                    <a:pt x="1990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-6987328" y="9551760"/>
              <a:ext cx="22395030" cy="1524009"/>
            </a:xfrm>
            <a:custGeom>
              <a:avLst/>
              <a:gdLst/>
              <a:ahLst/>
              <a:cxnLst/>
              <a:rect l="l" t="t" r="r" b="b"/>
              <a:pathLst>
                <a:path w="285660" h="25300" extrusionOk="0">
                  <a:moveTo>
                    <a:pt x="21398" y="1"/>
                  </a:moveTo>
                  <a:lnTo>
                    <a:pt x="0" y="25299"/>
                  </a:lnTo>
                  <a:lnTo>
                    <a:pt x="285660" y="25299"/>
                  </a:lnTo>
                  <a:lnTo>
                    <a:pt x="264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41678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7"/>
          <p:cNvSpPr/>
          <p:nvPr/>
        </p:nvSpPr>
        <p:spPr>
          <a:xfrm>
            <a:off x="-6450490" y="0"/>
            <a:ext cx="220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6" name="Google Shape;1036;p17"/>
          <p:cNvGrpSpPr/>
          <p:nvPr/>
        </p:nvGrpSpPr>
        <p:grpSpPr>
          <a:xfrm>
            <a:off x="-6450834" y="453914"/>
            <a:ext cx="22045667" cy="4690103"/>
            <a:chOff x="-6987328" y="6311341"/>
            <a:chExt cx="22395030" cy="4764428"/>
          </a:xfrm>
        </p:grpSpPr>
        <p:sp>
          <p:nvSpPr>
            <p:cNvPr id="1037" name="Google Shape;1037;p17"/>
            <p:cNvSpPr/>
            <p:nvPr/>
          </p:nvSpPr>
          <p:spPr>
            <a:xfrm>
              <a:off x="-2357508" y="6311341"/>
              <a:ext cx="13135266" cy="558944"/>
            </a:xfrm>
            <a:custGeom>
              <a:avLst/>
              <a:gdLst/>
              <a:ahLst/>
              <a:cxnLst/>
              <a:rect l="l" t="t" r="r" b="b"/>
              <a:pathLst>
                <a:path w="167547" h="9279" extrusionOk="0">
                  <a:moveTo>
                    <a:pt x="7845" y="0"/>
                  </a:moveTo>
                  <a:lnTo>
                    <a:pt x="1" y="9279"/>
                  </a:lnTo>
                  <a:lnTo>
                    <a:pt x="167546" y="9279"/>
                  </a:lnTo>
                  <a:lnTo>
                    <a:pt x="159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-4069083" y="7557925"/>
              <a:ext cx="16558414" cy="866938"/>
            </a:xfrm>
            <a:custGeom>
              <a:avLst/>
              <a:gdLst/>
              <a:ahLst/>
              <a:cxnLst/>
              <a:rect l="l" t="t" r="r" b="b"/>
              <a:pathLst>
                <a:path w="211211" h="14392" extrusionOk="0">
                  <a:moveTo>
                    <a:pt x="12178" y="0"/>
                  </a:moveTo>
                  <a:lnTo>
                    <a:pt x="1" y="14392"/>
                  </a:lnTo>
                  <a:lnTo>
                    <a:pt x="211211" y="14392"/>
                  </a:lnTo>
                  <a:lnTo>
                    <a:pt x="1990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-6987328" y="9551760"/>
              <a:ext cx="22395030" cy="1524009"/>
            </a:xfrm>
            <a:custGeom>
              <a:avLst/>
              <a:gdLst/>
              <a:ahLst/>
              <a:cxnLst/>
              <a:rect l="l" t="t" r="r" b="b"/>
              <a:pathLst>
                <a:path w="285660" h="25300" extrusionOk="0">
                  <a:moveTo>
                    <a:pt x="21398" y="1"/>
                  </a:moveTo>
                  <a:lnTo>
                    <a:pt x="0" y="25299"/>
                  </a:lnTo>
                  <a:lnTo>
                    <a:pt x="285660" y="25299"/>
                  </a:lnTo>
                  <a:lnTo>
                    <a:pt x="264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5487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8"/>
          <p:cNvSpPr/>
          <p:nvPr/>
        </p:nvSpPr>
        <p:spPr>
          <a:xfrm>
            <a:off x="-50" y="4693725"/>
            <a:ext cx="9144000" cy="1363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18"/>
          <p:cNvSpPr/>
          <p:nvPr/>
        </p:nvSpPr>
        <p:spPr>
          <a:xfrm>
            <a:off x="4605144" y="2674019"/>
            <a:ext cx="612304" cy="361564"/>
          </a:xfrm>
          <a:custGeom>
            <a:avLst/>
            <a:gdLst/>
            <a:ahLst/>
            <a:cxnLst/>
            <a:rect l="l" t="t" r="r" b="b"/>
            <a:pathLst>
              <a:path w="19133" h="11298" extrusionOk="0">
                <a:moveTo>
                  <a:pt x="418" y="11298"/>
                </a:moveTo>
                <a:lnTo>
                  <a:pt x="19133" y="11298"/>
                </a:lnTo>
                <a:lnTo>
                  <a:pt x="19133" y="0"/>
                </a:lnTo>
                <a:lnTo>
                  <a:pt x="18976" y="0"/>
                </a:lnTo>
                <a:lnTo>
                  <a:pt x="455" y="0"/>
                </a:lnTo>
                <a:lnTo>
                  <a:pt x="0" y="0"/>
                </a:lnTo>
                <a:lnTo>
                  <a:pt x="0" y="1129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18"/>
          <p:cNvSpPr/>
          <p:nvPr/>
        </p:nvSpPr>
        <p:spPr>
          <a:xfrm>
            <a:off x="6693371" y="2503669"/>
            <a:ext cx="453187" cy="472581"/>
          </a:xfrm>
          <a:custGeom>
            <a:avLst/>
            <a:gdLst/>
            <a:ahLst/>
            <a:cxnLst/>
            <a:rect l="l" t="t" r="r" b="b"/>
            <a:pathLst>
              <a:path w="14161" h="14767" extrusionOk="0">
                <a:moveTo>
                  <a:pt x="14160" y="13231"/>
                </a:moveTo>
                <a:lnTo>
                  <a:pt x="12745" y="1"/>
                </a:lnTo>
                <a:lnTo>
                  <a:pt x="12149" y="90"/>
                </a:lnTo>
                <a:lnTo>
                  <a:pt x="0" y="1939"/>
                </a:lnTo>
                <a:lnTo>
                  <a:pt x="470" y="1476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8"/>
          <p:cNvSpPr/>
          <p:nvPr/>
        </p:nvSpPr>
        <p:spPr>
          <a:xfrm>
            <a:off x="7144511" y="2425135"/>
            <a:ext cx="512008" cy="495111"/>
          </a:xfrm>
          <a:custGeom>
            <a:avLst/>
            <a:gdLst/>
            <a:ahLst/>
            <a:cxnLst/>
            <a:rect l="l" t="t" r="r" b="b"/>
            <a:pathLst>
              <a:path w="15999" h="15471" extrusionOk="0">
                <a:moveTo>
                  <a:pt x="2090" y="15356"/>
                </a:moveTo>
                <a:lnTo>
                  <a:pt x="15988" y="13261"/>
                </a:lnTo>
                <a:lnTo>
                  <a:pt x="15999" y="13251"/>
                </a:lnTo>
                <a:lnTo>
                  <a:pt x="13413" y="0"/>
                </a:lnTo>
                <a:lnTo>
                  <a:pt x="12849" y="104"/>
                </a:lnTo>
                <a:lnTo>
                  <a:pt x="1" y="2267"/>
                </a:lnTo>
                <a:lnTo>
                  <a:pt x="1421" y="1547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8"/>
          <p:cNvSpPr/>
          <p:nvPr/>
        </p:nvSpPr>
        <p:spPr>
          <a:xfrm>
            <a:off x="2046544" y="2522743"/>
            <a:ext cx="453027" cy="450819"/>
          </a:xfrm>
          <a:custGeom>
            <a:avLst/>
            <a:gdLst/>
            <a:ahLst/>
            <a:cxnLst/>
            <a:rect l="l" t="t" r="r" b="b"/>
            <a:pathLst>
              <a:path w="14156" h="14087" extrusionOk="0">
                <a:moveTo>
                  <a:pt x="1" y="12823"/>
                </a:moveTo>
                <a:lnTo>
                  <a:pt x="209" y="12849"/>
                </a:lnTo>
                <a:lnTo>
                  <a:pt x="13539" y="14066"/>
                </a:lnTo>
                <a:lnTo>
                  <a:pt x="13706" y="14087"/>
                </a:lnTo>
                <a:lnTo>
                  <a:pt x="14155" y="1912"/>
                </a:lnTo>
                <a:lnTo>
                  <a:pt x="13920" y="1886"/>
                </a:lnTo>
                <a:lnTo>
                  <a:pt x="1515" y="32"/>
                </a:lnTo>
                <a:lnTo>
                  <a:pt x="1364" y="0"/>
                </a:lnTo>
                <a:lnTo>
                  <a:pt x="6" y="1273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18"/>
          <p:cNvSpPr/>
          <p:nvPr/>
        </p:nvSpPr>
        <p:spPr>
          <a:xfrm>
            <a:off x="5214920" y="2647105"/>
            <a:ext cx="571853" cy="388478"/>
          </a:xfrm>
          <a:custGeom>
            <a:avLst/>
            <a:gdLst/>
            <a:ahLst/>
            <a:cxnLst/>
            <a:rect l="l" t="t" r="r" b="b"/>
            <a:pathLst>
              <a:path w="17869" h="12139" extrusionOk="0">
                <a:moveTo>
                  <a:pt x="17743" y="11752"/>
                </a:moveTo>
                <a:lnTo>
                  <a:pt x="17868" y="0"/>
                </a:lnTo>
                <a:lnTo>
                  <a:pt x="79" y="841"/>
                </a:lnTo>
                <a:lnTo>
                  <a:pt x="0" y="1213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8"/>
          <p:cNvSpPr/>
          <p:nvPr/>
        </p:nvSpPr>
        <p:spPr>
          <a:xfrm>
            <a:off x="2528790" y="2588924"/>
            <a:ext cx="413728" cy="416417"/>
          </a:xfrm>
          <a:custGeom>
            <a:avLst/>
            <a:gdLst/>
            <a:ahLst/>
            <a:cxnLst/>
            <a:rect l="l" t="t" r="r" b="b"/>
            <a:pathLst>
              <a:path w="12928" h="13012" extrusionOk="0">
                <a:moveTo>
                  <a:pt x="230" y="12264"/>
                </a:moveTo>
                <a:lnTo>
                  <a:pt x="12750" y="13011"/>
                </a:lnTo>
                <a:lnTo>
                  <a:pt x="12927" y="13011"/>
                </a:lnTo>
                <a:lnTo>
                  <a:pt x="12927" y="1312"/>
                </a:lnTo>
                <a:lnTo>
                  <a:pt x="12818" y="1306"/>
                </a:lnTo>
                <a:lnTo>
                  <a:pt x="705" y="22"/>
                </a:lnTo>
                <a:lnTo>
                  <a:pt x="554" y="1"/>
                </a:lnTo>
                <a:lnTo>
                  <a:pt x="0" y="1223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8"/>
          <p:cNvSpPr/>
          <p:nvPr/>
        </p:nvSpPr>
        <p:spPr>
          <a:xfrm>
            <a:off x="6262458" y="2570875"/>
            <a:ext cx="402367" cy="431298"/>
          </a:xfrm>
          <a:custGeom>
            <a:avLst/>
            <a:gdLst/>
            <a:ahLst/>
            <a:cxnLst/>
            <a:rect l="l" t="t" r="r" b="b"/>
            <a:pathLst>
              <a:path w="12573" h="13477" extrusionOk="0">
                <a:moveTo>
                  <a:pt x="209" y="13466"/>
                </a:moveTo>
                <a:lnTo>
                  <a:pt x="12572" y="12740"/>
                </a:lnTo>
                <a:lnTo>
                  <a:pt x="11987" y="1"/>
                </a:lnTo>
                <a:lnTo>
                  <a:pt x="11773" y="21"/>
                </a:lnTo>
                <a:lnTo>
                  <a:pt x="251" y="1379"/>
                </a:lnTo>
                <a:lnTo>
                  <a:pt x="0" y="1406"/>
                </a:lnTo>
                <a:lnTo>
                  <a:pt x="0" y="1347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18"/>
          <p:cNvSpPr/>
          <p:nvPr/>
        </p:nvSpPr>
        <p:spPr>
          <a:xfrm>
            <a:off x="2988794" y="2634239"/>
            <a:ext cx="415904" cy="380446"/>
          </a:xfrm>
          <a:custGeom>
            <a:avLst/>
            <a:gdLst/>
            <a:ahLst/>
            <a:cxnLst/>
            <a:rect l="l" t="t" r="r" b="b"/>
            <a:pathLst>
              <a:path w="12996" h="11888" extrusionOk="0">
                <a:moveTo>
                  <a:pt x="12995" y="11888"/>
                </a:moveTo>
                <a:lnTo>
                  <a:pt x="12995" y="491"/>
                </a:lnTo>
                <a:lnTo>
                  <a:pt x="272" y="26"/>
                </a:lnTo>
                <a:lnTo>
                  <a:pt x="0" y="0"/>
                </a:lnTo>
                <a:lnTo>
                  <a:pt x="0" y="1159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18"/>
          <p:cNvSpPr/>
          <p:nvPr/>
        </p:nvSpPr>
        <p:spPr>
          <a:xfrm>
            <a:off x="5758322" y="2620510"/>
            <a:ext cx="458020" cy="403199"/>
          </a:xfrm>
          <a:custGeom>
            <a:avLst/>
            <a:gdLst/>
            <a:ahLst/>
            <a:cxnLst/>
            <a:rect l="l" t="t" r="r" b="b"/>
            <a:pathLst>
              <a:path w="14312" h="12599" extrusionOk="0">
                <a:moveTo>
                  <a:pt x="14312" y="12014"/>
                </a:moveTo>
                <a:lnTo>
                  <a:pt x="14312" y="1"/>
                </a:lnTo>
                <a:lnTo>
                  <a:pt x="131" y="831"/>
                </a:lnTo>
                <a:lnTo>
                  <a:pt x="0" y="125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18"/>
          <p:cNvSpPr/>
          <p:nvPr/>
        </p:nvSpPr>
        <p:spPr>
          <a:xfrm>
            <a:off x="433042" y="2051538"/>
            <a:ext cx="689846" cy="662964"/>
          </a:xfrm>
          <a:custGeom>
            <a:avLst/>
            <a:gdLst/>
            <a:ahLst/>
            <a:cxnLst/>
            <a:rect l="l" t="t" r="r" b="b"/>
            <a:pathLst>
              <a:path w="21556" h="20716" extrusionOk="0">
                <a:moveTo>
                  <a:pt x="16855" y="20600"/>
                </a:moveTo>
                <a:lnTo>
                  <a:pt x="17304" y="20715"/>
                </a:lnTo>
                <a:lnTo>
                  <a:pt x="21556" y="6096"/>
                </a:lnTo>
                <a:lnTo>
                  <a:pt x="21300" y="5981"/>
                </a:lnTo>
                <a:lnTo>
                  <a:pt x="6435" y="6"/>
                </a:lnTo>
                <a:lnTo>
                  <a:pt x="6419" y="0"/>
                </a:lnTo>
                <a:lnTo>
                  <a:pt x="0" y="1527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18"/>
          <p:cNvSpPr/>
          <p:nvPr/>
        </p:nvSpPr>
        <p:spPr>
          <a:xfrm>
            <a:off x="1039618" y="2268995"/>
            <a:ext cx="538250" cy="576717"/>
          </a:xfrm>
          <a:custGeom>
            <a:avLst/>
            <a:gdLst/>
            <a:ahLst/>
            <a:cxnLst/>
            <a:rect l="l" t="t" r="r" b="b"/>
            <a:pathLst>
              <a:path w="16819" h="18021" extrusionOk="0">
                <a:moveTo>
                  <a:pt x="14004" y="17999"/>
                </a:moveTo>
                <a:lnTo>
                  <a:pt x="14160" y="18020"/>
                </a:lnTo>
                <a:lnTo>
                  <a:pt x="16819" y="4388"/>
                </a:lnTo>
                <a:lnTo>
                  <a:pt x="16511" y="4310"/>
                </a:lnTo>
                <a:lnTo>
                  <a:pt x="4419" y="110"/>
                </a:lnTo>
                <a:lnTo>
                  <a:pt x="4169" y="1"/>
                </a:lnTo>
                <a:lnTo>
                  <a:pt x="1" y="1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8"/>
          <p:cNvSpPr/>
          <p:nvPr/>
        </p:nvSpPr>
        <p:spPr>
          <a:xfrm>
            <a:off x="8683491" y="1826500"/>
            <a:ext cx="456356" cy="756571"/>
          </a:xfrm>
          <a:custGeom>
            <a:avLst/>
            <a:gdLst/>
            <a:ahLst/>
            <a:cxnLst/>
            <a:rect l="l" t="t" r="r" b="b"/>
            <a:pathLst>
              <a:path w="14260" h="23641" extrusionOk="0">
                <a:moveTo>
                  <a:pt x="14260" y="20574"/>
                </a:moveTo>
                <a:lnTo>
                  <a:pt x="14260" y="1"/>
                </a:lnTo>
                <a:lnTo>
                  <a:pt x="1" y="8018"/>
                </a:lnTo>
                <a:lnTo>
                  <a:pt x="6226" y="22956"/>
                </a:lnTo>
                <a:lnTo>
                  <a:pt x="6336" y="23640"/>
                </a:lnTo>
                <a:lnTo>
                  <a:pt x="6629" y="2354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18"/>
          <p:cNvSpPr/>
          <p:nvPr/>
        </p:nvSpPr>
        <p:spPr>
          <a:xfrm>
            <a:off x="8144249" y="2113850"/>
            <a:ext cx="685206" cy="655763"/>
          </a:xfrm>
          <a:custGeom>
            <a:avLst/>
            <a:gdLst/>
            <a:ahLst/>
            <a:cxnLst/>
            <a:rect l="l" t="t" r="r" b="b"/>
            <a:pathLst>
              <a:path w="21411" h="20491" extrusionOk="0">
                <a:moveTo>
                  <a:pt x="5203" y="20349"/>
                </a:moveTo>
                <a:lnTo>
                  <a:pt x="21227" y="15251"/>
                </a:lnTo>
                <a:lnTo>
                  <a:pt x="21410" y="15199"/>
                </a:lnTo>
                <a:lnTo>
                  <a:pt x="21332" y="14682"/>
                </a:lnTo>
                <a:lnTo>
                  <a:pt x="15158" y="0"/>
                </a:lnTo>
                <a:lnTo>
                  <a:pt x="14453" y="402"/>
                </a:lnTo>
                <a:lnTo>
                  <a:pt x="288" y="6179"/>
                </a:lnTo>
                <a:lnTo>
                  <a:pt x="1" y="6294"/>
                </a:lnTo>
                <a:lnTo>
                  <a:pt x="4655" y="2049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18"/>
          <p:cNvSpPr/>
          <p:nvPr/>
        </p:nvSpPr>
        <p:spPr>
          <a:xfrm>
            <a:off x="3404666" y="2649953"/>
            <a:ext cx="578189" cy="385630"/>
          </a:xfrm>
          <a:custGeom>
            <a:avLst/>
            <a:gdLst/>
            <a:ahLst/>
            <a:cxnLst/>
            <a:rect l="l" t="t" r="r" b="b"/>
            <a:pathLst>
              <a:path w="18067" h="12050" extrusionOk="0">
                <a:moveTo>
                  <a:pt x="18067" y="12050"/>
                </a:moveTo>
                <a:lnTo>
                  <a:pt x="18030" y="392"/>
                </a:lnTo>
                <a:lnTo>
                  <a:pt x="0" y="0"/>
                </a:lnTo>
                <a:lnTo>
                  <a:pt x="0" y="1139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18"/>
          <p:cNvSpPr/>
          <p:nvPr/>
        </p:nvSpPr>
        <p:spPr>
          <a:xfrm>
            <a:off x="1536553" y="2420431"/>
            <a:ext cx="511016" cy="506504"/>
          </a:xfrm>
          <a:custGeom>
            <a:avLst/>
            <a:gdLst/>
            <a:ahLst/>
            <a:cxnLst/>
            <a:rect l="l" t="t" r="r" b="b"/>
            <a:pathLst>
              <a:path w="15968" h="15827" extrusionOk="0">
                <a:moveTo>
                  <a:pt x="1" y="13476"/>
                </a:moveTo>
                <a:lnTo>
                  <a:pt x="445" y="13539"/>
                </a:lnTo>
                <a:lnTo>
                  <a:pt x="14182" y="15774"/>
                </a:lnTo>
                <a:lnTo>
                  <a:pt x="14573" y="15827"/>
                </a:lnTo>
                <a:lnTo>
                  <a:pt x="14573" y="15774"/>
                </a:lnTo>
                <a:lnTo>
                  <a:pt x="15968" y="2842"/>
                </a:lnTo>
                <a:lnTo>
                  <a:pt x="15372" y="2691"/>
                </a:lnTo>
                <a:lnTo>
                  <a:pt x="3062" y="121"/>
                </a:lnTo>
                <a:lnTo>
                  <a:pt x="2623" y="1"/>
                </a:lnTo>
                <a:lnTo>
                  <a:pt x="1" y="134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18"/>
          <p:cNvSpPr/>
          <p:nvPr/>
        </p:nvSpPr>
        <p:spPr>
          <a:xfrm>
            <a:off x="-48" y="1716728"/>
            <a:ext cx="581037" cy="800863"/>
          </a:xfrm>
          <a:custGeom>
            <a:avLst/>
            <a:gdLst/>
            <a:ahLst/>
            <a:cxnLst/>
            <a:rect l="l" t="t" r="r" b="b"/>
            <a:pathLst>
              <a:path w="18156" h="25025" extrusionOk="0">
                <a:moveTo>
                  <a:pt x="17597" y="9522"/>
                </a:moveTo>
                <a:lnTo>
                  <a:pt x="0" y="1"/>
                </a:lnTo>
                <a:lnTo>
                  <a:pt x="0" y="20783"/>
                </a:lnTo>
                <a:lnTo>
                  <a:pt x="11642" y="24967"/>
                </a:lnTo>
                <a:lnTo>
                  <a:pt x="11778" y="25024"/>
                </a:lnTo>
                <a:lnTo>
                  <a:pt x="18155" y="97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18"/>
          <p:cNvSpPr/>
          <p:nvPr/>
        </p:nvSpPr>
        <p:spPr>
          <a:xfrm>
            <a:off x="7617060" y="2263139"/>
            <a:ext cx="623345" cy="578541"/>
          </a:xfrm>
          <a:custGeom>
            <a:avLst/>
            <a:gdLst/>
            <a:ahLst/>
            <a:cxnLst/>
            <a:rect l="l" t="t" r="r" b="b"/>
            <a:pathLst>
              <a:path w="19478" h="18078" extrusionOk="0">
                <a:moveTo>
                  <a:pt x="3521" y="17916"/>
                </a:moveTo>
                <a:lnTo>
                  <a:pt x="19477" y="14030"/>
                </a:lnTo>
                <a:lnTo>
                  <a:pt x="14876" y="1"/>
                </a:lnTo>
                <a:lnTo>
                  <a:pt x="14327" y="205"/>
                </a:lnTo>
                <a:lnTo>
                  <a:pt x="434" y="4717"/>
                </a:lnTo>
                <a:lnTo>
                  <a:pt x="0" y="4801"/>
                </a:lnTo>
                <a:lnTo>
                  <a:pt x="2586" y="1807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18"/>
          <p:cNvSpPr/>
          <p:nvPr/>
        </p:nvSpPr>
        <p:spPr>
          <a:xfrm>
            <a:off x="3981672" y="2662466"/>
            <a:ext cx="577357" cy="373117"/>
          </a:xfrm>
          <a:custGeom>
            <a:avLst/>
            <a:gdLst/>
            <a:ahLst/>
            <a:cxnLst/>
            <a:rect l="l" t="t" r="r" b="b"/>
            <a:pathLst>
              <a:path w="18041" h="11659" extrusionOk="0">
                <a:moveTo>
                  <a:pt x="37" y="11659"/>
                </a:moveTo>
                <a:lnTo>
                  <a:pt x="18041" y="11659"/>
                </a:lnTo>
                <a:lnTo>
                  <a:pt x="18041" y="361"/>
                </a:lnTo>
                <a:lnTo>
                  <a:pt x="0" y="1"/>
                </a:lnTo>
                <a:lnTo>
                  <a:pt x="0" y="1165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18"/>
          <p:cNvSpPr/>
          <p:nvPr/>
        </p:nvSpPr>
        <p:spPr>
          <a:xfrm>
            <a:off x="-48" y="2541304"/>
            <a:ext cx="9139882" cy="2158953"/>
          </a:xfrm>
          <a:custGeom>
            <a:avLst/>
            <a:gdLst/>
            <a:ahLst/>
            <a:cxnLst/>
            <a:rect l="l" t="t" r="r" b="b"/>
            <a:pathLst>
              <a:path w="285599" h="67462" extrusionOk="0">
                <a:moveTo>
                  <a:pt x="278203" y="2612"/>
                </a:moveTo>
                <a:lnTo>
                  <a:pt x="276427" y="3160"/>
                </a:lnTo>
                <a:cubicBezTo>
                  <a:pt x="272274" y="4414"/>
                  <a:pt x="266681" y="5928"/>
                  <a:pt x="259567" y="7480"/>
                </a:cubicBezTo>
                <a:lnTo>
                  <a:pt x="257937" y="7835"/>
                </a:lnTo>
                <a:cubicBezTo>
                  <a:pt x="252918" y="8900"/>
                  <a:pt x="247188" y="9976"/>
                  <a:pt x="240732" y="10995"/>
                </a:cubicBezTo>
                <a:lnTo>
                  <a:pt x="239374" y="11209"/>
                </a:lnTo>
                <a:cubicBezTo>
                  <a:pt x="234856" y="11909"/>
                  <a:pt x="229983" y="12572"/>
                  <a:pt x="224750" y="13194"/>
                </a:cubicBezTo>
                <a:lnTo>
                  <a:pt x="223397" y="13350"/>
                </a:lnTo>
                <a:cubicBezTo>
                  <a:pt x="219062" y="13846"/>
                  <a:pt x="214486" y="14306"/>
                  <a:pt x="209670" y="14724"/>
                </a:cubicBezTo>
                <a:lnTo>
                  <a:pt x="208312" y="14834"/>
                </a:lnTo>
                <a:cubicBezTo>
                  <a:pt x="204270" y="15173"/>
                  <a:pt x="200065" y="15471"/>
                  <a:pt x="195688" y="15727"/>
                </a:cubicBezTo>
                <a:lnTo>
                  <a:pt x="194247" y="15810"/>
                </a:lnTo>
                <a:cubicBezTo>
                  <a:pt x="190721" y="16009"/>
                  <a:pt x="187091" y="16186"/>
                  <a:pt x="183351" y="16322"/>
                </a:cubicBezTo>
                <a:lnTo>
                  <a:pt x="181910" y="16374"/>
                </a:lnTo>
                <a:cubicBezTo>
                  <a:pt x="176342" y="16568"/>
                  <a:pt x="170529" y="16693"/>
                  <a:pt x="164475" y="16745"/>
                </a:cubicBezTo>
                <a:lnTo>
                  <a:pt x="163034" y="16745"/>
                </a:lnTo>
                <a:cubicBezTo>
                  <a:pt x="156902" y="16787"/>
                  <a:pt x="150529" y="16735"/>
                  <a:pt x="143901" y="16594"/>
                </a:cubicBezTo>
                <a:lnTo>
                  <a:pt x="142799" y="16578"/>
                </a:lnTo>
                <a:lnTo>
                  <a:pt x="142460" y="16578"/>
                </a:lnTo>
                <a:cubicBezTo>
                  <a:pt x="136197" y="16709"/>
                  <a:pt x="130159" y="16771"/>
                  <a:pt x="124341" y="16750"/>
                </a:cubicBezTo>
                <a:lnTo>
                  <a:pt x="122899" y="16750"/>
                </a:lnTo>
                <a:cubicBezTo>
                  <a:pt x="116741" y="16719"/>
                  <a:pt x="110829" y="16609"/>
                  <a:pt x="105167" y="16421"/>
                </a:cubicBezTo>
                <a:lnTo>
                  <a:pt x="103725" y="16374"/>
                </a:lnTo>
                <a:cubicBezTo>
                  <a:pt x="100184" y="16249"/>
                  <a:pt x="96742" y="16098"/>
                  <a:pt x="93394" y="15915"/>
                </a:cubicBezTo>
                <a:lnTo>
                  <a:pt x="91947" y="15836"/>
                </a:lnTo>
                <a:cubicBezTo>
                  <a:pt x="87450" y="15591"/>
                  <a:pt x="83120" y="15298"/>
                  <a:pt x="78963" y="14964"/>
                </a:cubicBezTo>
                <a:lnTo>
                  <a:pt x="77605" y="14855"/>
                </a:lnTo>
                <a:cubicBezTo>
                  <a:pt x="72794" y="14463"/>
                  <a:pt x="68214" y="14019"/>
                  <a:pt x="63873" y="13533"/>
                </a:cubicBezTo>
                <a:lnTo>
                  <a:pt x="62515" y="13382"/>
                </a:lnTo>
                <a:cubicBezTo>
                  <a:pt x="57292" y="12781"/>
                  <a:pt x="52414" y="12139"/>
                  <a:pt x="47885" y="11449"/>
                </a:cubicBezTo>
                <a:lnTo>
                  <a:pt x="46533" y="11251"/>
                </a:lnTo>
                <a:cubicBezTo>
                  <a:pt x="41226" y="10431"/>
                  <a:pt x="36379" y="9579"/>
                  <a:pt x="32012" y="8717"/>
                </a:cubicBezTo>
                <a:lnTo>
                  <a:pt x="30388" y="8388"/>
                </a:lnTo>
                <a:cubicBezTo>
                  <a:pt x="23274" y="6947"/>
                  <a:pt x="17461" y="5505"/>
                  <a:pt x="12896" y="4231"/>
                </a:cubicBezTo>
                <a:lnTo>
                  <a:pt x="11115" y="3729"/>
                </a:lnTo>
                <a:cubicBezTo>
                  <a:pt x="3609" y="1567"/>
                  <a:pt x="0" y="0"/>
                  <a:pt x="0" y="0"/>
                </a:cubicBezTo>
                <a:lnTo>
                  <a:pt x="0" y="67461"/>
                </a:lnTo>
                <a:lnTo>
                  <a:pt x="285599" y="67461"/>
                </a:lnTo>
                <a:lnTo>
                  <a:pt x="285599" y="0"/>
                </a:lnTo>
                <a:cubicBezTo>
                  <a:pt x="285599" y="0"/>
                  <a:pt x="283191" y="1045"/>
                  <a:pt x="278203" y="261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18"/>
          <p:cNvSpPr/>
          <p:nvPr/>
        </p:nvSpPr>
        <p:spPr>
          <a:xfrm>
            <a:off x="-48" y="3745782"/>
            <a:ext cx="9141386" cy="330170"/>
          </a:xfrm>
          <a:custGeom>
            <a:avLst/>
            <a:gdLst/>
            <a:ahLst/>
            <a:cxnLst/>
            <a:rect l="l" t="t" r="r" b="b"/>
            <a:pathLst>
              <a:path w="285646" h="10317" extrusionOk="0">
                <a:moveTo>
                  <a:pt x="0" y="1"/>
                </a:moveTo>
                <a:lnTo>
                  <a:pt x="0" y="2006"/>
                </a:lnTo>
                <a:cubicBezTo>
                  <a:pt x="28993" y="9371"/>
                  <a:pt x="76022" y="10316"/>
                  <a:pt x="76022" y="10316"/>
                </a:cubicBezTo>
                <a:lnTo>
                  <a:pt x="209623" y="10316"/>
                </a:lnTo>
                <a:cubicBezTo>
                  <a:pt x="209623" y="10316"/>
                  <a:pt x="256642" y="9371"/>
                  <a:pt x="285646" y="2006"/>
                </a:cubicBezTo>
                <a:lnTo>
                  <a:pt x="285646" y="1"/>
                </a:lnTo>
                <a:cubicBezTo>
                  <a:pt x="256642" y="7365"/>
                  <a:pt x="209623" y="8770"/>
                  <a:pt x="209623" y="8770"/>
                </a:cubicBezTo>
                <a:lnTo>
                  <a:pt x="76022" y="8770"/>
                </a:lnTo>
                <a:cubicBezTo>
                  <a:pt x="76022" y="8770"/>
                  <a:pt x="28993" y="7365"/>
                  <a:pt x="0" y="1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18"/>
          <p:cNvSpPr/>
          <p:nvPr/>
        </p:nvSpPr>
        <p:spPr>
          <a:xfrm>
            <a:off x="-48" y="3910947"/>
            <a:ext cx="9141386" cy="330138"/>
          </a:xfrm>
          <a:custGeom>
            <a:avLst/>
            <a:gdLst/>
            <a:ahLst/>
            <a:cxnLst/>
            <a:rect l="l" t="t" r="r" b="b"/>
            <a:pathLst>
              <a:path w="285646" h="10316" extrusionOk="0">
                <a:moveTo>
                  <a:pt x="0" y="0"/>
                </a:moveTo>
                <a:lnTo>
                  <a:pt x="0" y="2000"/>
                </a:lnTo>
                <a:cubicBezTo>
                  <a:pt x="28993" y="9365"/>
                  <a:pt x="76022" y="10316"/>
                  <a:pt x="76022" y="10316"/>
                </a:cubicBezTo>
                <a:lnTo>
                  <a:pt x="209623" y="10316"/>
                </a:lnTo>
                <a:cubicBezTo>
                  <a:pt x="209623" y="10316"/>
                  <a:pt x="256642" y="9365"/>
                  <a:pt x="285646" y="2000"/>
                </a:cubicBezTo>
                <a:lnTo>
                  <a:pt x="285646" y="0"/>
                </a:lnTo>
                <a:cubicBezTo>
                  <a:pt x="256642" y="7365"/>
                  <a:pt x="209623" y="8764"/>
                  <a:pt x="209623" y="8764"/>
                </a:cubicBezTo>
                <a:lnTo>
                  <a:pt x="76022" y="8764"/>
                </a:lnTo>
                <a:cubicBezTo>
                  <a:pt x="76022" y="8764"/>
                  <a:pt x="28993" y="7365"/>
                  <a:pt x="0" y="0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18"/>
          <p:cNvSpPr/>
          <p:nvPr/>
        </p:nvSpPr>
        <p:spPr>
          <a:xfrm>
            <a:off x="-48" y="4075920"/>
            <a:ext cx="9141386" cy="330138"/>
          </a:xfrm>
          <a:custGeom>
            <a:avLst/>
            <a:gdLst/>
            <a:ahLst/>
            <a:cxnLst/>
            <a:rect l="l" t="t" r="r" b="b"/>
            <a:pathLst>
              <a:path w="285646" h="10316" extrusionOk="0">
                <a:moveTo>
                  <a:pt x="0" y="0"/>
                </a:moveTo>
                <a:lnTo>
                  <a:pt x="0" y="2006"/>
                </a:lnTo>
                <a:cubicBezTo>
                  <a:pt x="28993" y="9370"/>
                  <a:pt x="76022" y="10316"/>
                  <a:pt x="76022" y="10316"/>
                </a:cubicBezTo>
                <a:lnTo>
                  <a:pt x="209623" y="10316"/>
                </a:lnTo>
                <a:cubicBezTo>
                  <a:pt x="209623" y="10316"/>
                  <a:pt x="256642" y="9370"/>
                  <a:pt x="285646" y="2006"/>
                </a:cubicBezTo>
                <a:lnTo>
                  <a:pt x="285646" y="0"/>
                </a:lnTo>
                <a:cubicBezTo>
                  <a:pt x="256642" y="7365"/>
                  <a:pt x="209623" y="8770"/>
                  <a:pt x="209623" y="8770"/>
                </a:cubicBezTo>
                <a:lnTo>
                  <a:pt x="76022" y="8770"/>
                </a:lnTo>
                <a:cubicBezTo>
                  <a:pt x="76022" y="8770"/>
                  <a:pt x="28993" y="7365"/>
                  <a:pt x="0" y="0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18"/>
          <p:cNvSpPr/>
          <p:nvPr/>
        </p:nvSpPr>
        <p:spPr>
          <a:xfrm>
            <a:off x="-48" y="4305922"/>
            <a:ext cx="9139882" cy="251412"/>
          </a:xfrm>
          <a:custGeom>
            <a:avLst/>
            <a:gdLst/>
            <a:ahLst/>
            <a:cxnLst/>
            <a:rect l="l" t="t" r="r" b="b"/>
            <a:pathLst>
              <a:path w="285599" h="7856" extrusionOk="0">
                <a:moveTo>
                  <a:pt x="285599" y="0"/>
                </a:moveTo>
                <a:cubicBezTo>
                  <a:pt x="278422" y="1823"/>
                  <a:pt x="270138" y="2142"/>
                  <a:pt x="261734" y="3301"/>
                </a:cubicBezTo>
                <a:cubicBezTo>
                  <a:pt x="243685" y="5798"/>
                  <a:pt x="225090" y="6163"/>
                  <a:pt x="215746" y="6163"/>
                </a:cubicBezTo>
                <a:cubicBezTo>
                  <a:pt x="211875" y="6163"/>
                  <a:pt x="209592" y="6101"/>
                  <a:pt x="209592" y="6101"/>
                </a:cubicBezTo>
                <a:lnTo>
                  <a:pt x="76012" y="6101"/>
                </a:lnTo>
                <a:cubicBezTo>
                  <a:pt x="76012" y="6101"/>
                  <a:pt x="72884" y="6208"/>
                  <a:pt x="67745" y="6208"/>
                </a:cubicBezTo>
                <a:cubicBezTo>
                  <a:pt x="57830" y="6208"/>
                  <a:pt x="40426" y="5807"/>
                  <a:pt x="23546" y="3458"/>
                </a:cubicBezTo>
                <a:cubicBezTo>
                  <a:pt x="15251" y="2309"/>
                  <a:pt x="7093" y="2210"/>
                  <a:pt x="0" y="408"/>
                </a:cubicBezTo>
                <a:lnTo>
                  <a:pt x="0" y="2413"/>
                </a:lnTo>
                <a:cubicBezTo>
                  <a:pt x="7239" y="4247"/>
                  <a:pt x="15596" y="4346"/>
                  <a:pt x="24073" y="5469"/>
                </a:cubicBezTo>
                <a:cubicBezTo>
                  <a:pt x="39000" y="7447"/>
                  <a:pt x="54274" y="7856"/>
                  <a:pt x="64359" y="7856"/>
                </a:cubicBezTo>
                <a:cubicBezTo>
                  <a:pt x="71478" y="7856"/>
                  <a:pt x="76012" y="7652"/>
                  <a:pt x="76012" y="7652"/>
                </a:cubicBezTo>
                <a:lnTo>
                  <a:pt x="209592" y="7652"/>
                </a:lnTo>
                <a:cubicBezTo>
                  <a:pt x="209592" y="7652"/>
                  <a:pt x="213237" y="7790"/>
                  <a:pt x="219123" y="7790"/>
                </a:cubicBezTo>
                <a:cubicBezTo>
                  <a:pt x="229037" y="7790"/>
                  <a:pt x="245309" y="7399"/>
                  <a:pt x="261233" y="5302"/>
                </a:cubicBezTo>
                <a:cubicBezTo>
                  <a:pt x="269804" y="4173"/>
                  <a:pt x="278281" y="3865"/>
                  <a:pt x="285599" y="2006"/>
                </a:cubicBezTo>
                <a:lnTo>
                  <a:pt x="285599" y="0"/>
                </a:ln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18"/>
          <p:cNvSpPr/>
          <p:nvPr/>
        </p:nvSpPr>
        <p:spPr>
          <a:xfrm>
            <a:off x="-48" y="3248495"/>
            <a:ext cx="9141386" cy="425121"/>
          </a:xfrm>
          <a:custGeom>
            <a:avLst/>
            <a:gdLst/>
            <a:ahLst/>
            <a:cxnLst/>
            <a:rect l="l" t="t" r="r" b="b"/>
            <a:pathLst>
              <a:path w="285646" h="13284" extrusionOk="0">
                <a:moveTo>
                  <a:pt x="285646" y="1"/>
                </a:moveTo>
                <a:cubicBezTo>
                  <a:pt x="282000" y="925"/>
                  <a:pt x="278062" y="2545"/>
                  <a:pt x="273967" y="3349"/>
                </a:cubicBezTo>
                <a:cubicBezTo>
                  <a:pt x="245381" y="8912"/>
                  <a:pt x="208762" y="11450"/>
                  <a:pt x="208762" y="11450"/>
                </a:cubicBezTo>
                <a:lnTo>
                  <a:pt x="181899" y="12458"/>
                </a:lnTo>
                <a:lnTo>
                  <a:pt x="100069" y="12035"/>
                </a:lnTo>
                <a:lnTo>
                  <a:pt x="75051" y="11340"/>
                </a:lnTo>
                <a:cubicBezTo>
                  <a:pt x="75051" y="11340"/>
                  <a:pt x="40056" y="9188"/>
                  <a:pt x="11867" y="3756"/>
                </a:cubicBezTo>
                <a:cubicBezTo>
                  <a:pt x="7720" y="2957"/>
                  <a:pt x="3724" y="1328"/>
                  <a:pt x="0" y="382"/>
                </a:cubicBezTo>
                <a:lnTo>
                  <a:pt x="0" y="1542"/>
                </a:lnTo>
                <a:cubicBezTo>
                  <a:pt x="3813" y="2508"/>
                  <a:pt x="7918" y="4153"/>
                  <a:pt x="12175" y="4958"/>
                </a:cubicBezTo>
                <a:cubicBezTo>
                  <a:pt x="40312" y="10280"/>
                  <a:pt x="75051" y="12165"/>
                  <a:pt x="75051" y="12165"/>
                </a:cubicBezTo>
                <a:lnTo>
                  <a:pt x="100174" y="12855"/>
                </a:lnTo>
                <a:lnTo>
                  <a:pt x="181790" y="13283"/>
                </a:lnTo>
                <a:lnTo>
                  <a:pt x="208762" y="12275"/>
                </a:lnTo>
                <a:cubicBezTo>
                  <a:pt x="208762" y="12275"/>
                  <a:pt x="245114" y="10008"/>
                  <a:pt x="273643" y="4555"/>
                </a:cubicBezTo>
                <a:cubicBezTo>
                  <a:pt x="277863" y="3756"/>
                  <a:pt x="281911" y="2116"/>
                  <a:pt x="285646" y="1171"/>
                </a:cubicBezTo>
                <a:lnTo>
                  <a:pt x="285646" y="1"/>
                </a:ln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18"/>
          <p:cNvSpPr/>
          <p:nvPr/>
        </p:nvSpPr>
        <p:spPr>
          <a:xfrm>
            <a:off x="-48" y="2588924"/>
            <a:ext cx="9139882" cy="569036"/>
          </a:xfrm>
          <a:custGeom>
            <a:avLst/>
            <a:gdLst/>
            <a:ahLst/>
            <a:cxnLst/>
            <a:rect l="l" t="t" r="r" b="b"/>
            <a:pathLst>
              <a:path w="285599" h="17781" extrusionOk="0">
                <a:moveTo>
                  <a:pt x="0" y="1"/>
                </a:moveTo>
                <a:lnTo>
                  <a:pt x="0" y="1019"/>
                </a:lnTo>
                <a:cubicBezTo>
                  <a:pt x="0" y="1019"/>
                  <a:pt x="3609" y="2581"/>
                  <a:pt x="11115" y="4748"/>
                </a:cubicBezTo>
                <a:lnTo>
                  <a:pt x="12896" y="5255"/>
                </a:lnTo>
                <a:cubicBezTo>
                  <a:pt x="17461" y="6530"/>
                  <a:pt x="23274" y="7971"/>
                  <a:pt x="30388" y="9407"/>
                </a:cubicBezTo>
                <a:lnTo>
                  <a:pt x="32012" y="9742"/>
                </a:lnTo>
                <a:cubicBezTo>
                  <a:pt x="36379" y="10598"/>
                  <a:pt x="41226" y="11460"/>
                  <a:pt x="46533" y="12275"/>
                </a:cubicBezTo>
                <a:lnTo>
                  <a:pt x="47885" y="12479"/>
                </a:lnTo>
                <a:cubicBezTo>
                  <a:pt x="52419" y="13158"/>
                  <a:pt x="57292" y="13810"/>
                  <a:pt x="62515" y="14401"/>
                </a:cubicBezTo>
                <a:lnTo>
                  <a:pt x="63873" y="14552"/>
                </a:lnTo>
                <a:cubicBezTo>
                  <a:pt x="68214" y="15033"/>
                  <a:pt x="72794" y="15477"/>
                  <a:pt x="77605" y="15879"/>
                </a:cubicBezTo>
                <a:lnTo>
                  <a:pt x="78963" y="15989"/>
                </a:lnTo>
                <a:cubicBezTo>
                  <a:pt x="83120" y="16318"/>
                  <a:pt x="87450" y="16605"/>
                  <a:pt x="91947" y="16866"/>
                </a:cubicBezTo>
                <a:lnTo>
                  <a:pt x="93394" y="16944"/>
                </a:lnTo>
                <a:cubicBezTo>
                  <a:pt x="96742" y="17122"/>
                  <a:pt x="100184" y="17268"/>
                  <a:pt x="103725" y="17394"/>
                </a:cubicBezTo>
                <a:lnTo>
                  <a:pt x="105167" y="17441"/>
                </a:lnTo>
                <a:cubicBezTo>
                  <a:pt x="110829" y="17629"/>
                  <a:pt x="116741" y="17738"/>
                  <a:pt x="122899" y="17770"/>
                </a:cubicBezTo>
                <a:lnTo>
                  <a:pt x="124341" y="17770"/>
                </a:lnTo>
                <a:cubicBezTo>
                  <a:pt x="125250" y="17774"/>
                  <a:pt x="126165" y="17776"/>
                  <a:pt x="127084" y="17776"/>
                </a:cubicBezTo>
                <a:cubicBezTo>
                  <a:pt x="132052" y="17776"/>
                  <a:pt x="137176" y="17716"/>
                  <a:pt x="142460" y="17597"/>
                </a:cubicBezTo>
                <a:lnTo>
                  <a:pt x="142799" y="17597"/>
                </a:lnTo>
                <a:lnTo>
                  <a:pt x="143901" y="17613"/>
                </a:lnTo>
                <a:cubicBezTo>
                  <a:pt x="149165" y="17725"/>
                  <a:pt x="154267" y="17781"/>
                  <a:pt x="159215" y="17781"/>
                </a:cubicBezTo>
                <a:cubicBezTo>
                  <a:pt x="160498" y="17781"/>
                  <a:pt x="161771" y="17777"/>
                  <a:pt x="163034" y="17770"/>
                </a:cubicBezTo>
                <a:lnTo>
                  <a:pt x="164475" y="17770"/>
                </a:lnTo>
                <a:cubicBezTo>
                  <a:pt x="170529" y="17717"/>
                  <a:pt x="176342" y="17597"/>
                  <a:pt x="181910" y="17399"/>
                </a:cubicBezTo>
                <a:lnTo>
                  <a:pt x="183351" y="17347"/>
                </a:lnTo>
                <a:cubicBezTo>
                  <a:pt x="187091" y="17205"/>
                  <a:pt x="190721" y="17033"/>
                  <a:pt x="194247" y="16829"/>
                </a:cubicBezTo>
                <a:lnTo>
                  <a:pt x="195688" y="16751"/>
                </a:lnTo>
                <a:cubicBezTo>
                  <a:pt x="200065" y="16485"/>
                  <a:pt x="204270" y="16187"/>
                  <a:pt x="208312" y="15858"/>
                </a:cubicBezTo>
                <a:lnTo>
                  <a:pt x="209670" y="15748"/>
                </a:lnTo>
                <a:cubicBezTo>
                  <a:pt x="214486" y="15330"/>
                  <a:pt x="219062" y="14871"/>
                  <a:pt x="223397" y="14369"/>
                </a:cubicBezTo>
                <a:lnTo>
                  <a:pt x="224750" y="14213"/>
                </a:lnTo>
                <a:cubicBezTo>
                  <a:pt x="229978" y="13596"/>
                  <a:pt x="234856" y="12928"/>
                  <a:pt x="239374" y="12228"/>
                </a:cubicBezTo>
                <a:lnTo>
                  <a:pt x="240732" y="12019"/>
                </a:lnTo>
                <a:cubicBezTo>
                  <a:pt x="247188" y="10995"/>
                  <a:pt x="252918" y="9914"/>
                  <a:pt x="257937" y="8854"/>
                </a:cubicBezTo>
                <a:lnTo>
                  <a:pt x="259567" y="8499"/>
                </a:lnTo>
                <a:cubicBezTo>
                  <a:pt x="266681" y="6947"/>
                  <a:pt x="272274" y="5438"/>
                  <a:pt x="276427" y="4184"/>
                </a:cubicBezTo>
                <a:lnTo>
                  <a:pt x="278203" y="3636"/>
                </a:lnTo>
                <a:cubicBezTo>
                  <a:pt x="283191" y="2069"/>
                  <a:pt x="285599" y="1024"/>
                  <a:pt x="285599" y="1024"/>
                </a:cubicBezTo>
                <a:lnTo>
                  <a:pt x="285599" y="6"/>
                </a:lnTo>
                <a:cubicBezTo>
                  <a:pt x="285599" y="6"/>
                  <a:pt x="283191" y="1050"/>
                  <a:pt x="278203" y="2617"/>
                </a:cubicBezTo>
                <a:lnTo>
                  <a:pt x="276427" y="3166"/>
                </a:lnTo>
                <a:cubicBezTo>
                  <a:pt x="272274" y="4419"/>
                  <a:pt x="266681" y="5934"/>
                  <a:pt x="259567" y="7485"/>
                </a:cubicBezTo>
                <a:lnTo>
                  <a:pt x="257937" y="7835"/>
                </a:lnTo>
                <a:cubicBezTo>
                  <a:pt x="252918" y="8906"/>
                  <a:pt x="247188" y="9982"/>
                  <a:pt x="240732" y="11000"/>
                </a:cubicBezTo>
                <a:lnTo>
                  <a:pt x="239374" y="11215"/>
                </a:lnTo>
                <a:cubicBezTo>
                  <a:pt x="234856" y="11920"/>
                  <a:pt x="229983" y="12583"/>
                  <a:pt x="224750" y="13199"/>
                </a:cubicBezTo>
                <a:lnTo>
                  <a:pt x="223397" y="13356"/>
                </a:lnTo>
                <a:cubicBezTo>
                  <a:pt x="219062" y="13857"/>
                  <a:pt x="214486" y="14317"/>
                  <a:pt x="209670" y="14730"/>
                </a:cubicBezTo>
                <a:lnTo>
                  <a:pt x="208312" y="14839"/>
                </a:lnTo>
                <a:cubicBezTo>
                  <a:pt x="204270" y="15184"/>
                  <a:pt x="200065" y="15482"/>
                  <a:pt x="195688" y="15733"/>
                </a:cubicBezTo>
                <a:lnTo>
                  <a:pt x="194247" y="15821"/>
                </a:lnTo>
                <a:cubicBezTo>
                  <a:pt x="190721" y="16015"/>
                  <a:pt x="187091" y="16187"/>
                  <a:pt x="183351" y="16328"/>
                </a:cubicBezTo>
                <a:lnTo>
                  <a:pt x="181910" y="16380"/>
                </a:lnTo>
                <a:cubicBezTo>
                  <a:pt x="176342" y="16584"/>
                  <a:pt x="170529" y="16709"/>
                  <a:pt x="164475" y="16751"/>
                </a:cubicBezTo>
                <a:lnTo>
                  <a:pt x="163034" y="16751"/>
                </a:lnTo>
                <a:cubicBezTo>
                  <a:pt x="161564" y="16762"/>
                  <a:pt x="160080" y="16768"/>
                  <a:pt x="158581" y="16768"/>
                </a:cubicBezTo>
                <a:cubicBezTo>
                  <a:pt x="153833" y="16768"/>
                  <a:pt x="148940" y="16712"/>
                  <a:pt x="143901" y="16605"/>
                </a:cubicBezTo>
                <a:lnTo>
                  <a:pt x="142799" y="16584"/>
                </a:lnTo>
                <a:lnTo>
                  <a:pt x="142460" y="16584"/>
                </a:lnTo>
                <a:cubicBezTo>
                  <a:pt x="136866" y="16705"/>
                  <a:pt x="131451" y="16764"/>
                  <a:pt x="126212" y="16764"/>
                </a:cubicBezTo>
                <a:cubicBezTo>
                  <a:pt x="125585" y="16764"/>
                  <a:pt x="124962" y="16763"/>
                  <a:pt x="124341" y="16762"/>
                </a:cubicBezTo>
                <a:lnTo>
                  <a:pt x="122899" y="16762"/>
                </a:lnTo>
                <a:cubicBezTo>
                  <a:pt x="116746" y="16720"/>
                  <a:pt x="110834" y="16610"/>
                  <a:pt x="105167" y="16427"/>
                </a:cubicBezTo>
                <a:lnTo>
                  <a:pt x="103725" y="16375"/>
                </a:lnTo>
                <a:cubicBezTo>
                  <a:pt x="100179" y="16250"/>
                  <a:pt x="96737" y="16103"/>
                  <a:pt x="93394" y="15926"/>
                </a:cubicBezTo>
                <a:lnTo>
                  <a:pt x="91947" y="15847"/>
                </a:lnTo>
                <a:cubicBezTo>
                  <a:pt x="87440" y="15592"/>
                  <a:pt x="83110" y="15299"/>
                  <a:pt x="78957" y="14970"/>
                </a:cubicBezTo>
                <a:lnTo>
                  <a:pt x="77599" y="14860"/>
                </a:lnTo>
                <a:cubicBezTo>
                  <a:pt x="72794" y="14463"/>
                  <a:pt x="68214" y="14025"/>
                  <a:pt x="63873" y="13539"/>
                </a:cubicBezTo>
                <a:lnTo>
                  <a:pt x="62515" y="13393"/>
                </a:lnTo>
                <a:cubicBezTo>
                  <a:pt x="57297" y="12792"/>
                  <a:pt x="52424" y="12144"/>
                  <a:pt x="47885" y="11460"/>
                </a:cubicBezTo>
                <a:lnTo>
                  <a:pt x="46533" y="11256"/>
                </a:lnTo>
                <a:cubicBezTo>
                  <a:pt x="41226" y="10442"/>
                  <a:pt x="36379" y="9585"/>
                  <a:pt x="32012" y="8723"/>
                </a:cubicBezTo>
                <a:lnTo>
                  <a:pt x="30388" y="8394"/>
                </a:lnTo>
                <a:cubicBezTo>
                  <a:pt x="23274" y="6953"/>
                  <a:pt x="17456" y="5511"/>
                  <a:pt x="12896" y="4237"/>
                </a:cubicBezTo>
                <a:lnTo>
                  <a:pt x="11115" y="3735"/>
                </a:lnTo>
                <a:cubicBezTo>
                  <a:pt x="3609" y="1562"/>
                  <a:pt x="0" y="1"/>
                  <a:pt x="0" y="1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18"/>
          <p:cNvSpPr/>
          <p:nvPr/>
        </p:nvSpPr>
        <p:spPr>
          <a:xfrm>
            <a:off x="4113" y="2717638"/>
            <a:ext cx="9139914" cy="569452"/>
          </a:xfrm>
          <a:custGeom>
            <a:avLst/>
            <a:gdLst/>
            <a:ahLst/>
            <a:cxnLst/>
            <a:rect l="l" t="t" r="r" b="b"/>
            <a:pathLst>
              <a:path w="285600" h="17794" extrusionOk="0">
                <a:moveTo>
                  <a:pt x="1" y="0"/>
                </a:moveTo>
                <a:lnTo>
                  <a:pt x="1" y="1019"/>
                </a:lnTo>
                <a:cubicBezTo>
                  <a:pt x="1" y="1019"/>
                  <a:pt x="3610" y="2581"/>
                  <a:pt x="11105" y="4759"/>
                </a:cubicBezTo>
                <a:lnTo>
                  <a:pt x="12891" y="5260"/>
                </a:lnTo>
                <a:cubicBezTo>
                  <a:pt x="17461" y="6534"/>
                  <a:pt x="23269" y="7976"/>
                  <a:pt x="30389" y="9423"/>
                </a:cubicBezTo>
                <a:cubicBezTo>
                  <a:pt x="30921" y="9533"/>
                  <a:pt x="31459" y="9642"/>
                  <a:pt x="32013" y="9747"/>
                </a:cubicBezTo>
                <a:cubicBezTo>
                  <a:pt x="36379" y="10608"/>
                  <a:pt x="41216" y="11465"/>
                  <a:pt x="46528" y="12280"/>
                </a:cubicBezTo>
                <a:lnTo>
                  <a:pt x="47875" y="12489"/>
                </a:lnTo>
                <a:cubicBezTo>
                  <a:pt x="52414" y="13173"/>
                  <a:pt x="57293" y="13815"/>
                  <a:pt x="62516" y="14416"/>
                </a:cubicBezTo>
                <a:lnTo>
                  <a:pt x="63869" y="14568"/>
                </a:lnTo>
                <a:cubicBezTo>
                  <a:pt x="68204" y="15053"/>
                  <a:pt x="72784" y="15492"/>
                  <a:pt x="77605" y="15889"/>
                </a:cubicBezTo>
                <a:lnTo>
                  <a:pt x="78963" y="16004"/>
                </a:lnTo>
                <a:cubicBezTo>
                  <a:pt x="83116" y="16333"/>
                  <a:pt x="87440" y="16620"/>
                  <a:pt x="91948" y="16871"/>
                </a:cubicBezTo>
                <a:lnTo>
                  <a:pt x="93389" y="16949"/>
                </a:lnTo>
                <a:cubicBezTo>
                  <a:pt x="96732" y="17127"/>
                  <a:pt x="100179" y="17278"/>
                  <a:pt x="103726" y="17404"/>
                </a:cubicBezTo>
                <a:lnTo>
                  <a:pt x="105167" y="17451"/>
                </a:lnTo>
                <a:cubicBezTo>
                  <a:pt x="110829" y="17644"/>
                  <a:pt x="116742" y="17754"/>
                  <a:pt x="122900" y="17785"/>
                </a:cubicBezTo>
                <a:lnTo>
                  <a:pt x="124341" y="17785"/>
                </a:lnTo>
                <a:cubicBezTo>
                  <a:pt x="124962" y="17787"/>
                  <a:pt x="125585" y="17788"/>
                  <a:pt x="126211" y="17788"/>
                </a:cubicBezTo>
                <a:cubicBezTo>
                  <a:pt x="131446" y="17788"/>
                  <a:pt x="136861" y="17729"/>
                  <a:pt x="142455" y="17607"/>
                </a:cubicBezTo>
                <a:lnTo>
                  <a:pt x="142800" y="17607"/>
                </a:lnTo>
                <a:lnTo>
                  <a:pt x="143897" y="17628"/>
                </a:lnTo>
                <a:cubicBezTo>
                  <a:pt x="149282" y="17739"/>
                  <a:pt x="154502" y="17794"/>
                  <a:pt x="159556" y="17794"/>
                </a:cubicBezTo>
                <a:cubicBezTo>
                  <a:pt x="160723" y="17794"/>
                  <a:pt x="161880" y="17791"/>
                  <a:pt x="163029" y="17785"/>
                </a:cubicBezTo>
                <a:lnTo>
                  <a:pt x="164476" y="17769"/>
                </a:lnTo>
                <a:cubicBezTo>
                  <a:pt x="170529" y="17722"/>
                  <a:pt x="176343" y="17602"/>
                  <a:pt x="181910" y="17404"/>
                </a:cubicBezTo>
                <a:lnTo>
                  <a:pt x="183347" y="17346"/>
                </a:lnTo>
                <a:cubicBezTo>
                  <a:pt x="187086" y="17210"/>
                  <a:pt x="190722" y="17033"/>
                  <a:pt x="194242" y="16840"/>
                </a:cubicBezTo>
                <a:lnTo>
                  <a:pt x="195684" y="16751"/>
                </a:lnTo>
                <a:cubicBezTo>
                  <a:pt x="200061" y="16495"/>
                  <a:pt x="204270" y="16197"/>
                  <a:pt x="208313" y="15863"/>
                </a:cubicBezTo>
                <a:lnTo>
                  <a:pt x="209661" y="15748"/>
                </a:lnTo>
                <a:cubicBezTo>
                  <a:pt x="214482" y="15330"/>
                  <a:pt x="219057" y="14871"/>
                  <a:pt x="223392" y="14374"/>
                </a:cubicBezTo>
                <a:lnTo>
                  <a:pt x="224750" y="14218"/>
                </a:lnTo>
                <a:cubicBezTo>
                  <a:pt x="229973" y="13596"/>
                  <a:pt x="234846" y="12933"/>
                  <a:pt x="239375" y="12233"/>
                </a:cubicBezTo>
                <a:lnTo>
                  <a:pt x="240728" y="12024"/>
                </a:lnTo>
                <a:cubicBezTo>
                  <a:pt x="247183" y="11000"/>
                  <a:pt x="252918" y="9924"/>
                  <a:pt x="257938" y="8859"/>
                </a:cubicBezTo>
                <a:lnTo>
                  <a:pt x="259562" y="8504"/>
                </a:lnTo>
                <a:cubicBezTo>
                  <a:pt x="266671" y="6952"/>
                  <a:pt x="272270" y="5438"/>
                  <a:pt x="276422" y="4184"/>
                </a:cubicBezTo>
                <a:cubicBezTo>
                  <a:pt x="277049" y="4001"/>
                  <a:pt x="277639" y="3813"/>
                  <a:pt x="278203" y="3641"/>
                </a:cubicBezTo>
                <a:cubicBezTo>
                  <a:pt x="283186" y="2074"/>
                  <a:pt x="285599" y="1029"/>
                  <a:pt x="285599" y="1029"/>
                </a:cubicBezTo>
                <a:lnTo>
                  <a:pt x="285599" y="11"/>
                </a:lnTo>
                <a:cubicBezTo>
                  <a:pt x="285599" y="11"/>
                  <a:pt x="283186" y="1055"/>
                  <a:pt x="278203" y="2622"/>
                </a:cubicBezTo>
                <a:lnTo>
                  <a:pt x="276422" y="3171"/>
                </a:lnTo>
                <a:cubicBezTo>
                  <a:pt x="272270" y="4424"/>
                  <a:pt x="266671" y="5934"/>
                  <a:pt x="259562" y="7490"/>
                </a:cubicBezTo>
                <a:lnTo>
                  <a:pt x="257938" y="7840"/>
                </a:lnTo>
                <a:cubicBezTo>
                  <a:pt x="252918" y="8911"/>
                  <a:pt x="247183" y="9987"/>
                  <a:pt x="240728" y="11005"/>
                </a:cubicBezTo>
                <a:lnTo>
                  <a:pt x="239375" y="11225"/>
                </a:lnTo>
                <a:cubicBezTo>
                  <a:pt x="234846" y="11930"/>
                  <a:pt x="229973" y="12588"/>
                  <a:pt x="224750" y="13199"/>
                </a:cubicBezTo>
                <a:lnTo>
                  <a:pt x="223392" y="13366"/>
                </a:lnTo>
                <a:cubicBezTo>
                  <a:pt x="219057" y="13862"/>
                  <a:pt x="214482" y="14322"/>
                  <a:pt x="209661" y="14735"/>
                </a:cubicBezTo>
                <a:lnTo>
                  <a:pt x="208313" y="14844"/>
                </a:lnTo>
                <a:cubicBezTo>
                  <a:pt x="204276" y="15179"/>
                  <a:pt x="200066" y="15482"/>
                  <a:pt x="195684" y="15743"/>
                </a:cubicBezTo>
                <a:lnTo>
                  <a:pt x="194242" y="15826"/>
                </a:lnTo>
                <a:cubicBezTo>
                  <a:pt x="190722" y="16020"/>
                  <a:pt x="187086" y="16192"/>
                  <a:pt x="183347" y="16333"/>
                </a:cubicBezTo>
                <a:lnTo>
                  <a:pt x="181910" y="16385"/>
                </a:lnTo>
                <a:cubicBezTo>
                  <a:pt x="176343" y="16589"/>
                  <a:pt x="170529" y="16714"/>
                  <a:pt x="164476" y="16761"/>
                </a:cubicBezTo>
                <a:lnTo>
                  <a:pt x="163029" y="16761"/>
                </a:lnTo>
                <a:cubicBezTo>
                  <a:pt x="161760" y="16769"/>
                  <a:pt x="160480" y="16773"/>
                  <a:pt x="159189" y="16773"/>
                </a:cubicBezTo>
                <a:cubicBezTo>
                  <a:pt x="154249" y="16773"/>
                  <a:pt x="149152" y="16717"/>
                  <a:pt x="143897" y="16610"/>
                </a:cubicBezTo>
                <a:lnTo>
                  <a:pt x="142800" y="16584"/>
                </a:lnTo>
                <a:lnTo>
                  <a:pt x="142455" y="16584"/>
                </a:lnTo>
                <a:cubicBezTo>
                  <a:pt x="136672" y="16709"/>
                  <a:pt x="131084" y="16768"/>
                  <a:pt x="125680" y="16768"/>
                </a:cubicBezTo>
                <a:cubicBezTo>
                  <a:pt x="125233" y="16768"/>
                  <a:pt x="124786" y="16767"/>
                  <a:pt x="124341" y="16767"/>
                </a:cubicBezTo>
                <a:lnTo>
                  <a:pt x="122900" y="16751"/>
                </a:lnTo>
                <a:cubicBezTo>
                  <a:pt x="116737" y="16720"/>
                  <a:pt x="110824" y="16610"/>
                  <a:pt x="105167" y="16427"/>
                </a:cubicBezTo>
                <a:lnTo>
                  <a:pt x="103726" y="16375"/>
                </a:lnTo>
                <a:cubicBezTo>
                  <a:pt x="100179" y="16249"/>
                  <a:pt x="96737" y="16098"/>
                  <a:pt x="93389" y="15920"/>
                </a:cubicBezTo>
                <a:lnTo>
                  <a:pt x="91948" y="15842"/>
                </a:lnTo>
                <a:cubicBezTo>
                  <a:pt x="87440" y="15597"/>
                  <a:pt x="83116" y="15304"/>
                  <a:pt x="78963" y="14970"/>
                </a:cubicBezTo>
                <a:lnTo>
                  <a:pt x="77605" y="14860"/>
                </a:lnTo>
                <a:cubicBezTo>
                  <a:pt x="72790" y="14458"/>
                  <a:pt x="68209" y="14014"/>
                  <a:pt x="63869" y="13533"/>
                </a:cubicBezTo>
                <a:lnTo>
                  <a:pt x="62516" y="13382"/>
                </a:lnTo>
                <a:cubicBezTo>
                  <a:pt x="57293" y="12787"/>
                  <a:pt x="52414" y="12134"/>
                  <a:pt x="47875" y="11455"/>
                </a:cubicBezTo>
                <a:lnTo>
                  <a:pt x="46523" y="11256"/>
                </a:lnTo>
                <a:cubicBezTo>
                  <a:pt x="41216" y="10436"/>
                  <a:pt x="36379" y="9585"/>
                  <a:pt x="32013" y="8723"/>
                </a:cubicBezTo>
                <a:lnTo>
                  <a:pt x="30389" y="8394"/>
                </a:lnTo>
                <a:cubicBezTo>
                  <a:pt x="23269" y="6952"/>
                  <a:pt x="17456" y="5511"/>
                  <a:pt x="12891" y="4236"/>
                </a:cubicBezTo>
                <a:lnTo>
                  <a:pt x="11105" y="3724"/>
                </a:lnTo>
                <a:cubicBezTo>
                  <a:pt x="3610" y="1562"/>
                  <a:pt x="1" y="0"/>
                  <a:pt x="1" y="0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18"/>
          <p:cNvSpPr/>
          <p:nvPr/>
        </p:nvSpPr>
        <p:spPr>
          <a:xfrm>
            <a:off x="4113" y="2855217"/>
            <a:ext cx="9139914" cy="568780"/>
          </a:xfrm>
          <a:custGeom>
            <a:avLst/>
            <a:gdLst/>
            <a:ahLst/>
            <a:cxnLst/>
            <a:rect l="l" t="t" r="r" b="b"/>
            <a:pathLst>
              <a:path w="285600" h="17773" extrusionOk="0">
                <a:moveTo>
                  <a:pt x="285599" y="0"/>
                </a:moveTo>
                <a:cubicBezTo>
                  <a:pt x="285599" y="0"/>
                  <a:pt x="283186" y="1045"/>
                  <a:pt x="278203" y="2612"/>
                </a:cubicBezTo>
                <a:cubicBezTo>
                  <a:pt x="277639" y="2789"/>
                  <a:pt x="277049" y="2972"/>
                  <a:pt x="276422" y="3155"/>
                </a:cubicBezTo>
                <a:cubicBezTo>
                  <a:pt x="272270" y="4408"/>
                  <a:pt x="266671" y="5923"/>
                  <a:pt x="259562" y="7479"/>
                </a:cubicBezTo>
                <a:lnTo>
                  <a:pt x="257938" y="7829"/>
                </a:lnTo>
                <a:cubicBezTo>
                  <a:pt x="252918" y="8895"/>
                  <a:pt x="247183" y="9971"/>
                  <a:pt x="240728" y="10995"/>
                </a:cubicBezTo>
                <a:lnTo>
                  <a:pt x="239375" y="11204"/>
                </a:lnTo>
                <a:cubicBezTo>
                  <a:pt x="234846" y="11909"/>
                  <a:pt x="229973" y="12572"/>
                  <a:pt x="224750" y="13188"/>
                </a:cubicBezTo>
                <a:lnTo>
                  <a:pt x="223392" y="13350"/>
                </a:lnTo>
                <a:cubicBezTo>
                  <a:pt x="219057" y="13852"/>
                  <a:pt x="214482" y="14311"/>
                  <a:pt x="209661" y="14719"/>
                </a:cubicBezTo>
                <a:lnTo>
                  <a:pt x="208313" y="14839"/>
                </a:lnTo>
                <a:cubicBezTo>
                  <a:pt x="204276" y="15173"/>
                  <a:pt x="200066" y="15471"/>
                  <a:pt x="195684" y="15732"/>
                </a:cubicBezTo>
                <a:lnTo>
                  <a:pt x="194242" y="15810"/>
                </a:lnTo>
                <a:cubicBezTo>
                  <a:pt x="190722" y="16014"/>
                  <a:pt x="187086" y="16181"/>
                  <a:pt x="183347" y="16317"/>
                </a:cubicBezTo>
                <a:lnTo>
                  <a:pt x="181910" y="16380"/>
                </a:lnTo>
                <a:cubicBezTo>
                  <a:pt x="176343" y="16578"/>
                  <a:pt x="170529" y="16698"/>
                  <a:pt x="164476" y="16745"/>
                </a:cubicBezTo>
                <a:lnTo>
                  <a:pt x="163029" y="16756"/>
                </a:lnTo>
                <a:cubicBezTo>
                  <a:pt x="161717" y="16765"/>
                  <a:pt x="160393" y="16769"/>
                  <a:pt x="159058" y="16769"/>
                </a:cubicBezTo>
                <a:cubicBezTo>
                  <a:pt x="154159" y="16769"/>
                  <a:pt x="149105" y="16710"/>
                  <a:pt x="143897" y="16599"/>
                </a:cubicBezTo>
                <a:lnTo>
                  <a:pt x="142800" y="16578"/>
                </a:lnTo>
                <a:lnTo>
                  <a:pt x="142455" y="16578"/>
                </a:lnTo>
                <a:cubicBezTo>
                  <a:pt x="136861" y="16699"/>
                  <a:pt x="131450" y="16758"/>
                  <a:pt x="126212" y="16758"/>
                </a:cubicBezTo>
                <a:cubicBezTo>
                  <a:pt x="125586" y="16758"/>
                  <a:pt x="124962" y="16757"/>
                  <a:pt x="124341" y="16756"/>
                </a:cubicBezTo>
                <a:lnTo>
                  <a:pt x="122900" y="16756"/>
                </a:lnTo>
                <a:cubicBezTo>
                  <a:pt x="116737" y="16719"/>
                  <a:pt x="110824" y="16609"/>
                  <a:pt x="105167" y="16421"/>
                </a:cubicBezTo>
                <a:lnTo>
                  <a:pt x="103726" y="16380"/>
                </a:lnTo>
                <a:cubicBezTo>
                  <a:pt x="100179" y="16249"/>
                  <a:pt x="96737" y="16098"/>
                  <a:pt x="93389" y="15920"/>
                </a:cubicBezTo>
                <a:lnTo>
                  <a:pt x="91948" y="15842"/>
                </a:lnTo>
                <a:cubicBezTo>
                  <a:pt x="87440" y="15591"/>
                  <a:pt x="83116" y="15298"/>
                  <a:pt x="78963" y="14975"/>
                </a:cubicBezTo>
                <a:lnTo>
                  <a:pt x="77605" y="14865"/>
                </a:lnTo>
                <a:cubicBezTo>
                  <a:pt x="72790" y="14463"/>
                  <a:pt x="68209" y="14019"/>
                  <a:pt x="63869" y="13538"/>
                </a:cubicBezTo>
                <a:lnTo>
                  <a:pt x="62516" y="13387"/>
                </a:lnTo>
                <a:cubicBezTo>
                  <a:pt x="57293" y="12791"/>
                  <a:pt x="52414" y="12138"/>
                  <a:pt x="47875" y="11459"/>
                </a:cubicBezTo>
                <a:lnTo>
                  <a:pt x="46523" y="11251"/>
                </a:lnTo>
                <a:cubicBezTo>
                  <a:pt x="41216" y="10436"/>
                  <a:pt x="36379" y="9579"/>
                  <a:pt x="32013" y="8717"/>
                </a:cubicBezTo>
                <a:cubicBezTo>
                  <a:pt x="31454" y="8613"/>
                  <a:pt x="30921" y="8503"/>
                  <a:pt x="30389" y="8394"/>
                </a:cubicBezTo>
                <a:cubicBezTo>
                  <a:pt x="23269" y="6952"/>
                  <a:pt x="17456" y="5505"/>
                  <a:pt x="12891" y="4236"/>
                </a:cubicBezTo>
                <a:lnTo>
                  <a:pt x="11105" y="3729"/>
                </a:lnTo>
                <a:cubicBezTo>
                  <a:pt x="3610" y="1562"/>
                  <a:pt x="1" y="5"/>
                  <a:pt x="1" y="5"/>
                </a:cubicBezTo>
                <a:lnTo>
                  <a:pt x="1" y="1013"/>
                </a:lnTo>
                <a:cubicBezTo>
                  <a:pt x="1" y="1013"/>
                  <a:pt x="3610" y="2575"/>
                  <a:pt x="11105" y="4727"/>
                </a:cubicBezTo>
                <a:lnTo>
                  <a:pt x="12886" y="5239"/>
                </a:lnTo>
                <a:cubicBezTo>
                  <a:pt x="17456" y="6513"/>
                  <a:pt x="23269" y="7955"/>
                  <a:pt x="30383" y="9396"/>
                </a:cubicBezTo>
                <a:lnTo>
                  <a:pt x="32013" y="9725"/>
                </a:lnTo>
                <a:cubicBezTo>
                  <a:pt x="36379" y="10587"/>
                  <a:pt x="41216" y="11439"/>
                  <a:pt x="46523" y="12259"/>
                </a:cubicBezTo>
                <a:lnTo>
                  <a:pt x="47875" y="12457"/>
                </a:lnTo>
                <a:cubicBezTo>
                  <a:pt x="52414" y="13136"/>
                  <a:pt x="57293" y="13789"/>
                  <a:pt x="62516" y="14384"/>
                </a:cubicBezTo>
                <a:lnTo>
                  <a:pt x="63869" y="14536"/>
                </a:lnTo>
                <a:cubicBezTo>
                  <a:pt x="68209" y="15016"/>
                  <a:pt x="72784" y="15471"/>
                  <a:pt x="77600" y="15863"/>
                </a:cubicBezTo>
                <a:lnTo>
                  <a:pt x="78958" y="15972"/>
                </a:lnTo>
                <a:cubicBezTo>
                  <a:pt x="83110" y="16306"/>
                  <a:pt x="87440" y="16599"/>
                  <a:pt x="91948" y="16844"/>
                </a:cubicBezTo>
                <a:lnTo>
                  <a:pt x="93389" y="16923"/>
                </a:lnTo>
                <a:cubicBezTo>
                  <a:pt x="96732" y="17100"/>
                  <a:pt x="100179" y="17252"/>
                  <a:pt x="103726" y="17377"/>
                </a:cubicBezTo>
                <a:lnTo>
                  <a:pt x="105167" y="17429"/>
                </a:lnTo>
                <a:cubicBezTo>
                  <a:pt x="110829" y="17617"/>
                  <a:pt x="116742" y="17727"/>
                  <a:pt x="122900" y="17753"/>
                </a:cubicBezTo>
                <a:lnTo>
                  <a:pt x="124341" y="17769"/>
                </a:lnTo>
                <a:cubicBezTo>
                  <a:pt x="125071" y="17772"/>
                  <a:pt x="125804" y="17773"/>
                  <a:pt x="126541" y="17773"/>
                </a:cubicBezTo>
                <a:cubicBezTo>
                  <a:pt x="131674" y="17773"/>
                  <a:pt x="136979" y="17709"/>
                  <a:pt x="142455" y="17586"/>
                </a:cubicBezTo>
                <a:lnTo>
                  <a:pt x="142800" y="17586"/>
                </a:lnTo>
                <a:lnTo>
                  <a:pt x="143897" y="17612"/>
                </a:lnTo>
                <a:cubicBezTo>
                  <a:pt x="149033" y="17717"/>
                  <a:pt x="154019" y="17773"/>
                  <a:pt x="158855" y="17773"/>
                </a:cubicBezTo>
                <a:cubicBezTo>
                  <a:pt x="160259" y="17773"/>
                  <a:pt x="161650" y="17768"/>
                  <a:pt x="163029" y="17758"/>
                </a:cubicBezTo>
                <a:lnTo>
                  <a:pt x="164476" y="17758"/>
                </a:lnTo>
                <a:cubicBezTo>
                  <a:pt x="170529" y="17706"/>
                  <a:pt x="176343" y="17586"/>
                  <a:pt x="181910" y="17388"/>
                </a:cubicBezTo>
                <a:lnTo>
                  <a:pt x="183347" y="17335"/>
                </a:lnTo>
                <a:cubicBezTo>
                  <a:pt x="187092" y="17194"/>
                  <a:pt x="190722" y="17022"/>
                  <a:pt x="194242" y="16829"/>
                </a:cubicBezTo>
                <a:lnTo>
                  <a:pt x="195684" y="16740"/>
                </a:lnTo>
                <a:cubicBezTo>
                  <a:pt x="200061" y="16479"/>
                  <a:pt x="204270" y="16181"/>
                  <a:pt x="208313" y="15847"/>
                </a:cubicBezTo>
                <a:lnTo>
                  <a:pt x="209661" y="15737"/>
                </a:lnTo>
                <a:cubicBezTo>
                  <a:pt x="214482" y="15319"/>
                  <a:pt x="219057" y="14860"/>
                  <a:pt x="223392" y="14363"/>
                </a:cubicBezTo>
                <a:lnTo>
                  <a:pt x="224750" y="14202"/>
                </a:lnTo>
                <a:cubicBezTo>
                  <a:pt x="229973" y="13580"/>
                  <a:pt x="234846" y="12922"/>
                  <a:pt x="239375" y="12222"/>
                </a:cubicBezTo>
                <a:lnTo>
                  <a:pt x="240728" y="12008"/>
                </a:lnTo>
                <a:cubicBezTo>
                  <a:pt x="247183" y="10989"/>
                  <a:pt x="252918" y="9913"/>
                  <a:pt x="257938" y="8843"/>
                </a:cubicBezTo>
                <a:lnTo>
                  <a:pt x="259562" y="8498"/>
                </a:lnTo>
                <a:cubicBezTo>
                  <a:pt x="266671" y="6936"/>
                  <a:pt x="272270" y="5427"/>
                  <a:pt x="276422" y="4173"/>
                </a:cubicBezTo>
                <a:lnTo>
                  <a:pt x="278203" y="3625"/>
                </a:lnTo>
                <a:cubicBezTo>
                  <a:pt x="283186" y="2058"/>
                  <a:pt x="285599" y="1013"/>
                  <a:pt x="285599" y="1013"/>
                </a:cubicBezTo>
                <a:lnTo>
                  <a:pt x="285599" y="0"/>
                </a:ln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18"/>
          <p:cNvSpPr/>
          <p:nvPr/>
        </p:nvSpPr>
        <p:spPr>
          <a:xfrm>
            <a:off x="4113" y="2992764"/>
            <a:ext cx="9139914" cy="568876"/>
          </a:xfrm>
          <a:custGeom>
            <a:avLst/>
            <a:gdLst/>
            <a:ahLst/>
            <a:cxnLst/>
            <a:rect l="l" t="t" r="r" b="b"/>
            <a:pathLst>
              <a:path w="285600" h="17776" extrusionOk="0">
                <a:moveTo>
                  <a:pt x="1" y="1"/>
                </a:moveTo>
                <a:lnTo>
                  <a:pt x="1" y="1019"/>
                </a:lnTo>
                <a:cubicBezTo>
                  <a:pt x="1" y="1019"/>
                  <a:pt x="3610" y="2581"/>
                  <a:pt x="11105" y="4743"/>
                </a:cubicBezTo>
                <a:lnTo>
                  <a:pt x="12886" y="5250"/>
                </a:lnTo>
                <a:cubicBezTo>
                  <a:pt x="17456" y="6524"/>
                  <a:pt x="23269" y="7961"/>
                  <a:pt x="30383" y="9402"/>
                </a:cubicBezTo>
                <a:cubicBezTo>
                  <a:pt x="30921" y="9512"/>
                  <a:pt x="31454" y="9627"/>
                  <a:pt x="32013" y="9731"/>
                </a:cubicBezTo>
                <a:cubicBezTo>
                  <a:pt x="36379" y="10593"/>
                  <a:pt x="41216" y="11455"/>
                  <a:pt x="46523" y="12264"/>
                </a:cubicBezTo>
                <a:lnTo>
                  <a:pt x="47875" y="12473"/>
                </a:lnTo>
                <a:cubicBezTo>
                  <a:pt x="52414" y="13152"/>
                  <a:pt x="57293" y="13805"/>
                  <a:pt x="62516" y="14395"/>
                </a:cubicBezTo>
                <a:lnTo>
                  <a:pt x="63869" y="14547"/>
                </a:lnTo>
                <a:cubicBezTo>
                  <a:pt x="68204" y="15033"/>
                  <a:pt x="72784" y="15471"/>
                  <a:pt x="77600" y="15874"/>
                </a:cubicBezTo>
                <a:lnTo>
                  <a:pt x="78958" y="15983"/>
                </a:lnTo>
                <a:cubicBezTo>
                  <a:pt x="83110" y="16312"/>
                  <a:pt x="87440" y="16605"/>
                  <a:pt x="91948" y="16850"/>
                </a:cubicBezTo>
                <a:cubicBezTo>
                  <a:pt x="92423" y="16887"/>
                  <a:pt x="92904" y="16913"/>
                  <a:pt x="93389" y="16929"/>
                </a:cubicBezTo>
                <a:cubicBezTo>
                  <a:pt x="96732" y="17106"/>
                  <a:pt x="100179" y="17263"/>
                  <a:pt x="103726" y="17388"/>
                </a:cubicBezTo>
                <a:lnTo>
                  <a:pt x="105167" y="17435"/>
                </a:lnTo>
                <a:cubicBezTo>
                  <a:pt x="110829" y="17623"/>
                  <a:pt x="116742" y="17733"/>
                  <a:pt x="122900" y="17764"/>
                </a:cubicBezTo>
                <a:lnTo>
                  <a:pt x="124341" y="17764"/>
                </a:lnTo>
                <a:cubicBezTo>
                  <a:pt x="125250" y="17768"/>
                  <a:pt x="126164" y="17770"/>
                  <a:pt x="127083" y="17770"/>
                </a:cubicBezTo>
                <a:cubicBezTo>
                  <a:pt x="132047" y="17770"/>
                  <a:pt x="137171" y="17711"/>
                  <a:pt x="142455" y="17592"/>
                </a:cubicBezTo>
                <a:lnTo>
                  <a:pt x="142800" y="17592"/>
                </a:lnTo>
                <a:lnTo>
                  <a:pt x="143897" y="17608"/>
                </a:lnTo>
                <a:cubicBezTo>
                  <a:pt x="149160" y="17720"/>
                  <a:pt x="154266" y="17776"/>
                  <a:pt x="159213" y="17776"/>
                </a:cubicBezTo>
                <a:cubicBezTo>
                  <a:pt x="160495" y="17776"/>
                  <a:pt x="161767" y="17772"/>
                  <a:pt x="163029" y="17764"/>
                </a:cubicBezTo>
                <a:lnTo>
                  <a:pt x="164476" y="17764"/>
                </a:lnTo>
                <a:cubicBezTo>
                  <a:pt x="170529" y="17712"/>
                  <a:pt x="176343" y="17592"/>
                  <a:pt x="181910" y="17393"/>
                </a:cubicBezTo>
                <a:lnTo>
                  <a:pt x="183347" y="17336"/>
                </a:lnTo>
                <a:cubicBezTo>
                  <a:pt x="187092" y="17195"/>
                  <a:pt x="190722" y="17028"/>
                  <a:pt x="194242" y="16824"/>
                </a:cubicBezTo>
                <a:lnTo>
                  <a:pt x="195684" y="16746"/>
                </a:lnTo>
                <a:cubicBezTo>
                  <a:pt x="200061" y="16485"/>
                  <a:pt x="204270" y="16187"/>
                  <a:pt x="208313" y="15853"/>
                </a:cubicBezTo>
                <a:lnTo>
                  <a:pt x="209661" y="15738"/>
                </a:lnTo>
                <a:cubicBezTo>
                  <a:pt x="214482" y="15325"/>
                  <a:pt x="219057" y="14871"/>
                  <a:pt x="223392" y="14364"/>
                </a:cubicBezTo>
                <a:lnTo>
                  <a:pt x="224750" y="14207"/>
                </a:lnTo>
                <a:cubicBezTo>
                  <a:pt x="229973" y="13591"/>
                  <a:pt x="234852" y="12923"/>
                  <a:pt x="239375" y="12223"/>
                </a:cubicBezTo>
                <a:lnTo>
                  <a:pt x="240728" y="12014"/>
                </a:lnTo>
                <a:cubicBezTo>
                  <a:pt x="247183" y="10990"/>
                  <a:pt x="252918" y="9909"/>
                  <a:pt x="257938" y="8849"/>
                </a:cubicBezTo>
                <a:lnTo>
                  <a:pt x="259562" y="8493"/>
                </a:lnTo>
                <a:cubicBezTo>
                  <a:pt x="266671" y="6942"/>
                  <a:pt x="272270" y="5433"/>
                  <a:pt x="276422" y="4179"/>
                </a:cubicBezTo>
                <a:lnTo>
                  <a:pt x="278203" y="3631"/>
                </a:lnTo>
                <a:cubicBezTo>
                  <a:pt x="283186" y="2064"/>
                  <a:pt x="285599" y="1019"/>
                  <a:pt x="285599" y="1019"/>
                </a:cubicBezTo>
                <a:lnTo>
                  <a:pt x="285599" y="1"/>
                </a:lnTo>
                <a:cubicBezTo>
                  <a:pt x="285599" y="1"/>
                  <a:pt x="283186" y="1045"/>
                  <a:pt x="278203" y="2612"/>
                </a:cubicBezTo>
                <a:lnTo>
                  <a:pt x="276422" y="3161"/>
                </a:lnTo>
                <a:cubicBezTo>
                  <a:pt x="272270" y="4414"/>
                  <a:pt x="266671" y="5929"/>
                  <a:pt x="259562" y="7485"/>
                </a:cubicBezTo>
                <a:lnTo>
                  <a:pt x="257938" y="7830"/>
                </a:lnTo>
                <a:cubicBezTo>
                  <a:pt x="252918" y="8901"/>
                  <a:pt x="247183" y="9977"/>
                  <a:pt x="240728" y="10995"/>
                </a:cubicBezTo>
                <a:lnTo>
                  <a:pt x="239375" y="11209"/>
                </a:lnTo>
                <a:cubicBezTo>
                  <a:pt x="234846" y="11914"/>
                  <a:pt x="229973" y="12578"/>
                  <a:pt x="224750" y="13194"/>
                </a:cubicBezTo>
                <a:lnTo>
                  <a:pt x="223392" y="13351"/>
                </a:lnTo>
                <a:cubicBezTo>
                  <a:pt x="219057" y="13857"/>
                  <a:pt x="214482" y="14312"/>
                  <a:pt x="209661" y="14724"/>
                </a:cubicBezTo>
                <a:lnTo>
                  <a:pt x="208313" y="14834"/>
                </a:lnTo>
                <a:cubicBezTo>
                  <a:pt x="204276" y="15174"/>
                  <a:pt x="200066" y="15471"/>
                  <a:pt x="195684" y="15727"/>
                </a:cubicBezTo>
                <a:lnTo>
                  <a:pt x="194242" y="15816"/>
                </a:lnTo>
                <a:cubicBezTo>
                  <a:pt x="190722" y="16009"/>
                  <a:pt x="187086" y="16182"/>
                  <a:pt x="183347" y="16323"/>
                </a:cubicBezTo>
                <a:lnTo>
                  <a:pt x="181910" y="16375"/>
                </a:lnTo>
                <a:cubicBezTo>
                  <a:pt x="176343" y="16573"/>
                  <a:pt x="170529" y="16699"/>
                  <a:pt x="164476" y="16746"/>
                </a:cubicBezTo>
                <a:lnTo>
                  <a:pt x="163029" y="16746"/>
                </a:lnTo>
                <a:cubicBezTo>
                  <a:pt x="161650" y="16755"/>
                  <a:pt x="160259" y="16760"/>
                  <a:pt x="158855" y="16760"/>
                </a:cubicBezTo>
                <a:cubicBezTo>
                  <a:pt x="154019" y="16760"/>
                  <a:pt x="149033" y="16705"/>
                  <a:pt x="143897" y="16600"/>
                </a:cubicBezTo>
                <a:lnTo>
                  <a:pt x="142800" y="16573"/>
                </a:lnTo>
                <a:lnTo>
                  <a:pt x="142455" y="16584"/>
                </a:lnTo>
                <a:cubicBezTo>
                  <a:pt x="137024" y="16706"/>
                  <a:pt x="131766" y="16766"/>
                  <a:pt x="126670" y="16766"/>
                </a:cubicBezTo>
                <a:cubicBezTo>
                  <a:pt x="125890" y="16766"/>
                  <a:pt x="125114" y="16764"/>
                  <a:pt x="124341" y="16761"/>
                </a:cubicBezTo>
                <a:lnTo>
                  <a:pt x="122900" y="16761"/>
                </a:lnTo>
                <a:cubicBezTo>
                  <a:pt x="116737" y="16720"/>
                  <a:pt x="110824" y="16610"/>
                  <a:pt x="105167" y="16427"/>
                </a:cubicBezTo>
                <a:lnTo>
                  <a:pt x="103726" y="16375"/>
                </a:lnTo>
                <a:cubicBezTo>
                  <a:pt x="100179" y="16250"/>
                  <a:pt x="96737" y="16098"/>
                  <a:pt x="93389" y="15926"/>
                </a:cubicBezTo>
                <a:lnTo>
                  <a:pt x="91948" y="15847"/>
                </a:lnTo>
                <a:cubicBezTo>
                  <a:pt x="87440" y="15597"/>
                  <a:pt x="83116" y="15304"/>
                  <a:pt x="78963" y="14970"/>
                </a:cubicBezTo>
                <a:lnTo>
                  <a:pt x="77605" y="14860"/>
                </a:lnTo>
                <a:cubicBezTo>
                  <a:pt x="72784" y="14469"/>
                  <a:pt x="68209" y="14019"/>
                  <a:pt x="63869" y="13544"/>
                </a:cubicBezTo>
                <a:lnTo>
                  <a:pt x="62516" y="13382"/>
                </a:lnTo>
                <a:cubicBezTo>
                  <a:pt x="57298" y="12787"/>
                  <a:pt x="52414" y="12144"/>
                  <a:pt x="47875" y="11460"/>
                </a:cubicBezTo>
                <a:lnTo>
                  <a:pt x="46523" y="11256"/>
                </a:lnTo>
                <a:cubicBezTo>
                  <a:pt x="41216" y="10442"/>
                  <a:pt x="36379" y="9585"/>
                  <a:pt x="32013" y="8723"/>
                </a:cubicBezTo>
                <a:lnTo>
                  <a:pt x="30389" y="8399"/>
                </a:lnTo>
                <a:cubicBezTo>
                  <a:pt x="23269" y="6953"/>
                  <a:pt x="17456" y="5511"/>
                  <a:pt x="12891" y="4237"/>
                </a:cubicBezTo>
                <a:lnTo>
                  <a:pt x="11105" y="3730"/>
                </a:lnTo>
                <a:cubicBezTo>
                  <a:pt x="3610" y="1562"/>
                  <a:pt x="1" y="1"/>
                  <a:pt x="1" y="1"/>
                </a:cubicBezTo>
                <a:close/>
              </a:path>
            </a:pathLst>
          </a:custGeom>
          <a:solidFill>
            <a:srgbClr val="909191">
              <a:alpha val="61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18"/>
          <p:cNvSpPr/>
          <p:nvPr/>
        </p:nvSpPr>
        <p:spPr>
          <a:xfrm>
            <a:off x="-48" y="4539092"/>
            <a:ext cx="9139882" cy="190927"/>
          </a:xfrm>
          <a:custGeom>
            <a:avLst/>
            <a:gdLst/>
            <a:ahLst/>
            <a:cxnLst/>
            <a:rect l="l" t="t" r="r" b="b"/>
            <a:pathLst>
              <a:path w="285599" h="5966" extrusionOk="0">
                <a:moveTo>
                  <a:pt x="0" y="0"/>
                </a:moveTo>
                <a:cubicBezTo>
                  <a:pt x="0" y="0"/>
                  <a:pt x="192074" y="5965"/>
                  <a:pt x="285599" y="0"/>
                </a:cubicBezTo>
                <a:lnTo>
                  <a:pt x="285599" y="5056"/>
                </a:lnTo>
                <a:lnTo>
                  <a:pt x="0" y="505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8"/>
          <p:cNvSpPr/>
          <p:nvPr/>
        </p:nvSpPr>
        <p:spPr>
          <a:xfrm>
            <a:off x="5695821" y="3057953"/>
            <a:ext cx="317945" cy="1565562"/>
          </a:xfrm>
          <a:custGeom>
            <a:avLst/>
            <a:gdLst/>
            <a:ahLst/>
            <a:cxnLst/>
            <a:rect l="l" t="t" r="r" b="b"/>
            <a:pathLst>
              <a:path w="9935" h="48920" extrusionOk="0">
                <a:moveTo>
                  <a:pt x="9934" y="1"/>
                </a:moveTo>
                <a:lnTo>
                  <a:pt x="6320" y="152"/>
                </a:lnTo>
                <a:lnTo>
                  <a:pt x="0" y="48920"/>
                </a:lnTo>
                <a:lnTo>
                  <a:pt x="3599" y="48915"/>
                </a:lnTo>
                <a:lnTo>
                  <a:pt x="993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8"/>
          <p:cNvSpPr/>
          <p:nvPr/>
        </p:nvSpPr>
        <p:spPr>
          <a:xfrm>
            <a:off x="6920525" y="2936759"/>
            <a:ext cx="486438" cy="1677411"/>
          </a:xfrm>
          <a:custGeom>
            <a:avLst/>
            <a:gdLst/>
            <a:ahLst/>
            <a:cxnLst/>
            <a:rect l="l" t="t" r="r" b="b"/>
            <a:pathLst>
              <a:path w="15200" h="52415" extrusionOk="0">
                <a:moveTo>
                  <a:pt x="15200" y="1"/>
                </a:moveTo>
                <a:lnTo>
                  <a:pt x="11444" y="481"/>
                </a:lnTo>
                <a:lnTo>
                  <a:pt x="1" y="52415"/>
                </a:lnTo>
                <a:lnTo>
                  <a:pt x="3641" y="52415"/>
                </a:lnTo>
                <a:lnTo>
                  <a:pt x="1520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18"/>
          <p:cNvSpPr/>
          <p:nvPr/>
        </p:nvSpPr>
        <p:spPr>
          <a:xfrm>
            <a:off x="8328968" y="2676134"/>
            <a:ext cx="635026" cy="1975418"/>
          </a:xfrm>
          <a:custGeom>
            <a:avLst/>
            <a:gdLst/>
            <a:ahLst/>
            <a:cxnLst/>
            <a:rect l="l" t="t" r="r" b="b"/>
            <a:pathLst>
              <a:path w="19843" h="61727" extrusionOk="0">
                <a:moveTo>
                  <a:pt x="19843" y="1"/>
                </a:moveTo>
                <a:lnTo>
                  <a:pt x="15832" y="1264"/>
                </a:lnTo>
                <a:lnTo>
                  <a:pt x="0" y="61727"/>
                </a:lnTo>
                <a:lnTo>
                  <a:pt x="0" y="61727"/>
                </a:lnTo>
                <a:lnTo>
                  <a:pt x="3714" y="61591"/>
                </a:lnTo>
                <a:lnTo>
                  <a:pt x="1984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18"/>
          <p:cNvSpPr/>
          <p:nvPr/>
        </p:nvSpPr>
        <p:spPr>
          <a:xfrm>
            <a:off x="3127845" y="3057953"/>
            <a:ext cx="315961" cy="1552697"/>
          </a:xfrm>
          <a:custGeom>
            <a:avLst/>
            <a:gdLst/>
            <a:ahLst/>
            <a:cxnLst/>
            <a:rect l="l" t="t" r="r" b="b"/>
            <a:pathLst>
              <a:path w="9873" h="48518" extrusionOk="0">
                <a:moveTo>
                  <a:pt x="1" y="1"/>
                </a:moveTo>
                <a:lnTo>
                  <a:pt x="6279" y="48471"/>
                </a:lnTo>
                <a:lnTo>
                  <a:pt x="9872" y="48518"/>
                </a:lnTo>
                <a:lnTo>
                  <a:pt x="3610" y="157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18"/>
          <p:cNvSpPr/>
          <p:nvPr/>
        </p:nvSpPr>
        <p:spPr>
          <a:xfrm>
            <a:off x="1732952" y="2936759"/>
            <a:ext cx="481126" cy="1653185"/>
          </a:xfrm>
          <a:custGeom>
            <a:avLst/>
            <a:gdLst/>
            <a:ahLst/>
            <a:cxnLst/>
            <a:rect l="l" t="t" r="r" b="b"/>
            <a:pathLst>
              <a:path w="15034" h="51658" extrusionOk="0">
                <a:moveTo>
                  <a:pt x="1" y="1"/>
                </a:moveTo>
                <a:lnTo>
                  <a:pt x="11387" y="51657"/>
                </a:lnTo>
                <a:lnTo>
                  <a:pt x="15033" y="51657"/>
                </a:lnTo>
                <a:lnTo>
                  <a:pt x="3751" y="49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18"/>
          <p:cNvSpPr/>
          <p:nvPr/>
        </p:nvSpPr>
        <p:spPr>
          <a:xfrm>
            <a:off x="182975" y="2607645"/>
            <a:ext cx="622673" cy="1953209"/>
          </a:xfrm>
          <a:custGeom>
            <a:avLst/>
            <a:gdLst/>
            <a:ahLst/>
            <a:cxnLst/>
            <a:rect l="l" t="t" r="r" b="b"/>
            <a:pathLst>
              <a:path w="19457" h="61033" extrusionOk="0">
                <a:moveTo>
                  <a:pt x="0" y="1"/>
                </a:moveTo>
                <a:lnTo>
                  <a:pt x="15764" y="60944"/>
                </a:lnTo>
                <a:lnTo>
                  <a:pt x="19456" y="61032"/>
                </a:lnTo>
                <a:lnTo>
                  <a:pt x="3834" y="1353"/>
                </a:lnTo>
                <a:lnTo>
                  <a:pt x="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18"/>
          <p:cNvSpPr/>
          <p:nvPr/>
        </p:nvSpPr>
        <p:spPr>
          <a:xfrm>
            <a:off x="4512881" y="3072002"/>
            <a:ext cx="114025" cy="1549529"/>
          </a:xfrm>
          <a:custGeom>
            <a:avLst/>
            <a:gdLst/>
            <a:ahLst/>
            <a:cxnLst/>
            <a:rect l="l" t="t" r="r" b="b"/>
            <a:pathLst>
              <a:path w="3563" h="48419" extrusionOk="0">
                <a:moveTo>
                  <a:pt x="1828" y="0"/>
                </a:moveTo>
                <a:lnTo>
                  <a:pt x="0" y="32"/>
                </a:lnTo>
                <a:lnTo>
                  <a:pt x="0" y="48397"/>
                </a:lnTo>
                <a:lnTo>
                  <a:pt x="3562" y="48418"/>
                </a:lnTo>
                <a:lnTo>
                  <a:pt x="3562" y="32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8"/>
          <p:cNvSpPr/>
          <p:nvPr/>
        </p:nvSpPr>
        <p:spPr>
          <a:xfrm>
            <a:off x="-48" y="3568424"/>
            <a:ext cx="9139882" cy="378814"/>
          </a:xfrm>
          <a:custGeom>
            <a:avLst/>
            <a:gdLst/>
            <a:ahLst/>
            <a:cxnLst/>
            <a:rect l="l" t="t" r="r" b="b"/>
            <a:pathLst>
              <a:path w="285599" h="11837" extrusionOk="0">
                <a:moveTo>
                  <a:pt x="76012" y="8760"/>
                </a:moveTo>
                <a:cubicBezTo>
                  <a:pt x="76012" y="8760"/>
                  <a:pt x="28993" y="7360"/>
                  <a:pt x="0" y="1"/>
                </a:cubicBezTo>
                <a:lnTo>
                  <a:pt x="0" y="3526"/>
                </a:lnTo>
                <a:cubicBezTo>
                  <a:pt x="28993" y="10891"/>
                  <a:pt x="76012" y="11836"/>
                  <a:pt x="76012" y="11836"/>
                </a:cubicBezTo>
                <a:lnTo>
                  <a:pt x="209592" y="11836"/>
                </a:lnTo>
                <a:cubicBezTo>
                  <a:pt x="209592" y="11836"/>
                  <a:pt x="256610" y="10891"/>
                  <a:pt x="285599" y="3526"/>
                </a:cubicBezTo>
                <a:lnTo>
                  <a:pt x="285599" y="1"/>
                </a:lnTo>
                <a:cubicBezTo>
                  <a:pt x="256610" y="7360"/>
                  <a:pt x="209592" y="8760"/>
                  <a:pt x="209592" y="876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8"/>
          <p:cNvSpPr/>
          <p:nvPr/>
        </p:nvSpPr>
        <p:spPr>
          <a:xfrm>
            <a:off x="-48" y="3404124"/>
            <a:ext cx="9139882" cy="444675"/>
          </a:xfrm>
          <a:custGeom>
            <a:avLst/>
            <a:gdLst/>
            <a:ahLst/>
            <a:cxnLst/>
            <a:rect l="l" t="t" r="r" b="b"/>
            <a:pathLst>
              <a:path w="285599" h="13895" extrusionOk="0">
                <a:moveTo>
                  <a:pt x="187854" y="10567"/>
                </a:moveTo>
                <a:lnTo>
                  <a:pt x="97750" y="10567"/>
                </a:lnTo>
                <a:cubicBezTo>
                  <a:pt x="32885" y="10212"/>
                  <a:pt x="0" y="1"/>
                  <a:pt x="0" y="1"/>
                </a:cubicBezTo>
                <a:lnTo>
                  <a:pt x="0" y="5135"/>
                </a:lnTo>
                <a:cubicBezTo>
                  <a:pt x="28993" y="12494"/>
                  <a:pt x="76012" y="13894"/>
                  <a:pt x="76012" y="13894"/>
                </a:cubicBezTo>
                <a:lnTo>
                  <a:pt x="209592" y="13894"/>
                </a:lnTo>
                <a:cubicBezTo>
                  <a:pt x="209592" y="13894"/>
                  <a:pt x="256610" y="12494"/>
                  <a:pt x="285599" y="5135"/>
                </a:cubicBezTo>
                <a:lnTo>
                  <a:pt x="285599" y="1"/>
                </a:lnTo>
                <a:cubicBezTo>
                  <a:pt x="285599" y="1"/>
                  <a:pt x="252714" y="10212"/>
                  <a:pt x="187854" y="1056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8"/>
          <p:cNvSpPr/>
          <p:nvPr/>
        </p:nvSpPr>
        <p:spPr>
          <a:xfrm>
            <a:off x="355628" y="1879365"/>
            <a:ext cx="344859" cy="797694"/>
          </a:xfrm>
          <a:custGeom>
            <a:avLst/>
            <a:gdLst/>
            <a:ahLst/>
            <a:cxnLst/>
            <a:rect l="l" t="t" r="r" b="b"/>
            <a:pathLst>
              <a:path w="10776" h="24926" extrusionOk="0">
                <a:moveTo>
                  <a:pt x="7041" y="4660"/>
                </a:moveTo>
                <a:lnTo>
                  <a:pt x="664" y="19942"/>
                </a:lnTo>
                <a:lnTo>
                  <a:pt x="1" y="24419"/>
                </a:lnTo>
                <a:lnTo>
                  <a:pt x="1782" y="24925"/>
                </a:lnTo>
                <a:lnTo>
                  <a:pt x="2419" y="20658"/>
                </a:lnTo>
                <a:lnTo>
                  <a:pt x="2419" y="20658"/>
                </a:lnTo>
                <a:lnTo>
                  <a:pt x="8838" y="5380"/>
                </a:lnTo>
                <a:lnTo>
                  <a:pt x="10776" y="758"/>
                </a:lnTo>
                <a:lnTo>
                  <a:pt x="89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18"/>
          <p:cNvSpPr/>
          <p:nvPr/>
        </p:nvSpPr>
        <p:spPr>
          <a:xfrm>
            <a:off x="972412" y="2113559"/>
            <a:ext cx="238899" cy="707063"/>
          </a:xfrm>
          <a:custGeom>
            <a:avLst/>
            <a:gdLst/>
            <a:ahLst/>
            <a:cxnLst/>
            <a:rect l="l" t="t" r="r" b="b"/>
            <a:pathLst>
              <a:path w="7465" h="22094" extrusionOk="0">
                <a:moveTo>
                  <a:pt x="4702" y="4158"/>
                </a:moveTo>
                <a:lnTo>
                  <a:pt x="450" y="18777"/>
                </a:lnTo>
                <a:lnTo>
                  <a:pt x="1" y="21765"/>
                </a:lnTo>
                <a:lnTo>
                  <a:pt x="1625" y="22094"/>
                </a:lnTo>
                <a:lnTo>
                  <a:pt x="2101" y="19200"/>
                </a:lnTo>
                <a:lnTo>
                  <a:pt x="6269" y="4858"/>
                </a:lnTo>
                <a:lnTo>
                  <a:pt x="7465" y="726"/>
                </a:lnTo>
                <a:lnTo>
                  <a:pt x="590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18"/>
          <p:cNvSpPr/>
          <p:nvPr/>
        </p:nvSpPr>
        <p:spPr>
          <a:xfrm>
            <a:off x="1489093" y="2301413"/>
            <a:ext cx="152140" cy="606959"/>
          </a:xfrm>
          <a:custGeom>
            <a:avLst/>
            <a:gdLst/>
            <a:ahLst/>
            <a:cxnLst/>
            <a:rect l="l" t="t" r="r" b="b"/>
            <a:pathLst>
              <a:path w="4754" h="18966" extrusionOk="0">
                <a:moveTo>
                  <a:pt x="3427" y="1"/>
                </a:moveTo>
                <a:lnTo>
                  <a:pt x="2774" y="3375"/>
                </a:lnTo>
                <a:lnTo>
                  <a:pt x="115" y="17007"/>
                </a:lnTo>
                <a:lnTo>
                  <a:pt x="1" y="18757"/>
                </a:lnTo>
                <a:lnTo>
                  <a:pt x="1353" y="18966"/>
                </a:lnTo>
                <a:lnTo>
                  <a:pt x="1484" y="17195"/>
                </a:lnTo>
                <a:lnTo>
                  <a:pt x="1484" y="17164"/>
                </a:lnTo>
                <a:lnTo>
                  <a:pt x="4106" y="3720"/>
                </a:lnTo>
                <a:lnTo>
                  <a:pt x="4754" y="419"/>
                </a:lnTo>
                <a:lnTo>
                  <a:pt x="4043" y="25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8"/>
          <p:cNvSpPr/>
          <p:nvPr/>
        </p:nvSpPr>
        <p:spPr>
          <a:xfrm>
            <a:off x="2000589" y="2409902"/>
            <a:ext cx="100648" cy="564844"/>
          </a:xfrm>
          <a:custGeom>
            <a:avLst/>
            <a:gdLst/>
            <a:ahLst/>
            <a:cxnLst/>
            <a:rect l="l" t="t" r="r" b="b"/>
            <a:pathLst>
              <a:path w="3145" h="17650" extrusionOk="0">
                <a:moveTo>
                  <a:pt x="1813" y="1"/>
                </a:moveTo>
                <a:lnTo>
                  <a:pt x="1468" y="3171"/>
                </a:lnTo>
                <a:lnTo>
                  <a:pt x="73" y="16103"/>
                </a:lnTo>
                <a:lnTo>
                  <a:pt x="73" y="16156"/>
                </a:lnTo>
                <a:lnTo>
                  <a:pt x="0" y="17503"/>
                </a:lnTo>
                <a:lnTo>
                  <a:pt x="1358" y="17650"/>
                </a:lnTo>
                <a:lnTo>
                  <a:pt x="1437" y="16344"/>
                </a:lnTo>
                <a:lnTo>
                  <a:pt x="1437" y="16260"/>
                </a:lnTo>
                <a:lnTo>
                  <a:pt x="2795" y="3521"/>
                </a:lnTo>
                <a:lnTo>
                  <a:pt x="3144" y="267"/>
                </a:lnTo>
                <a:lnTo>
                  <a:pt x="2565" y="16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18"/>
          <p:cNvSpPr/>
          <p:nvPr/>
        </p:nvSpPr>
        <p:spPr>
          <a:xfrm>
            <a:off x="2483314" y="2485972"/>
            <a:ext cx="67557" cy="534922"/>
          </a:xfrm>
          <a:custGeom>
            <a:avLst/>
            <a:gdLst/>
            <a:ahLst/>
            <a:cxnLst/>
            <a:rect l="l" t="t" r="r" b="b"/>
            <a:pathLst>
              <a:path w="2111" h="16715" extrusionOk="0">
                <a:moveTo>
                  <a:pt x="617" y="0"/>
                </a:moveTo>
                <a:lnTo>
                  <a:pt x="507" y="3061"/>
                </a:lnTo>
                <a:lnTo>
                  <a:pt x="53" y="15236"/>
                </a:lnTo>
                <a:lnTo>
                  <a:pt x="0" y="16599"/>
                </a:lnTo>
                <a:lnTo>
                  <a:pt x="1358" y="16714"/>
                </a:lnTo>
                <a:lnTo>
                  <a:pt x="1421" y="15450"/>
                </a:lnTo>
                <a:lnTo>
                  <a:pt x="1975" y="3218"/>
                </a:lnTo>
                <a:lnTo>
                  <a:pt x="2111" y="136"/>
                </a:lnTo>
                <a:lnTo>
                  <a:pt x="794" y="2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18"/>
          <p:cNvSpPr/>
          <p:nvPr/>
        </p:nvSpPr>
        <p:spPr>
          <a:xfrm>
            <a:off x="2942486" y="2523063"/>
            <a:ext cx="46340" cy="528233"/>
          </a:xfrm>
          <a:custGeom>
            <a:avLst/>
            <a:gdLst/>
            <a:ahLst/>
            <a:cxnLst/>
            <a:rect l="l" t="t" r="r" b="b"/>
            <a:pathLst>
              <a:path w="1448" h="16506" extrusionOk="0">
                <a:moveTo>
                  <a:pt x="0" y="3370"/>
                </a:moveTo>
                <a:lnTo>
                  <a:pt x="0" y="16427"/>
                </a:lnTo>
                <a:lnTo>
                  <a:pt x="1447" y="16506"/>
                </a:lnTo>
                <a:lnTo>
                  <a:pt x="144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18"/>
          <p:cNvSpPr/>
          <p:nvPr/>
        </p:nvSpPr>
        <p:spPr>
          <a:xfrm>
            <a:off x="3429052" y="2523063"/>
            <a:ext cx="46180" cy="546795"/>
          </a:xfrm>
          <a:custGeom>
            <a:avLst/>
            <a:gdLst/>
            <a:ahLst/>
            <a:cxnLst/>
            <a:rect l="l" t="t" r="r" b="b"/>
            <a:pathLst>
              <a:path w="1443" h="17086" extrusionOk="0">
                <a:moveTo>
                  <a:pt x="1" y="3965"/>
                </a:moveTo>
                <a:lnTo>
                  <a:pt x="1" y="17044"/>
                </a:lnTo>
                <a:lnTo>
                  <a:pt x="1442" y="17085"/>
                </a:lnTo>
                <a:lnTo>
                  <a:pt x="1442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8"/>
          <p:cNvSpPr/>
          <p:nvPr/>
        </p:nvSpPr>
        <p:spPr>
          <a:xfrm>
            <a:off x="8558618" y="1918763"/>
            <a:ext cx="344539" cy="794686"/>
          </a:xfrm>
          <a:custGeom>
            <a:avLst/>
            <a:gdLst/>
            <a:ahLst/>
            <a:cxnLst/>
            <a:rect l="l" t="t" r="r" b="b"/>
            <a:pathLst>
              <a:path w="10766" h="24832" extrusionOk="0">
                <a:moveTo>
                  <a:pt x="10128" y="20073"/>
                </a:moveTo>
                <a:lnTo>
                  <a:pt x="3903" y="5135"/>
                </a:lnTo>
                <a:lnTo>
                  <a:pt x="1761" y="1"/>
                </a:lnTo>
                <a:lnTo>
                  <a:pt x="868" y="429"/>
                </a:lnTo>
                <a:lnTo>
                  <a:pt x="1" y="821"/>
                </a:lnTo>
                <a:lnTo>
                  <a:pt x="2210" y="6096"/>
                </a:lnTo>
                <a:lnTo>
                  <a:pt x="8379" y="20778"/>
                </a:lnTo>
                <a:lnTo>
                  <a:pt x="8457" y="21295"/>
                </a:lnTo>
                <a:lnTo>
                  <a:pt x="8990" y="24831"/>
                </a:lnTo>
                <a:lnTo>
                  <a:pt x="10766" y="24283"/>
                </a:lnTo>
                <a:lnTo>
                  <a:pt x="10233" y="2075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8"/>
          <p:cNvSpPr/>
          <p:nvPr/>
        </p:nvSpPr>
        <p:spPr>
          <a:xfrm>
            <a:off x="8041137" y="2154109"/>
            <a:ext cx="265621" cy="708759"/>
          </a:xfrm>
          <a:custGeom>
            <a:avLst/>
            <a:gdLst/>
            <a:ahLst/>
            <a:cxnLst/>
            <a:rect l="l" t="t" r="r" b="b"/>
            <a:pathLst>
              <a:path w="8300" h="22147" extrusionOk="0">
                <a:moveTo>
                  <a:pt x="1625" y="5621"/>
                </a:moveTo>
                <a:lnTo>
                  <a:pt x="6226" y="19650"/>
                </a:lnTo>
                <a:lnTo>
                  <a:pt x="6299" y="19880"/>
                </a:lnTo>
                <a:lnTo>
                  <a:pt x="6670" y="22147"/>
                </a:lnTo>
                <a:lnTo>
                  <a:pt x="8300" y="21792"/>
                </a:lnTo>
                <a:lnTo>
                  <a:pt x="7950" y="19457"/>
                </a:lnTo>
                <a:lnTo>
                  <a:pt x="7877" y="19227"/>
                </a:lnTo>
                <a:lnTo>
                  <a:pt x="3223" y="5036"/>
                </a:lnTo>
                <a:lnTo>
                  <a:pt x="1567" y="1"/>
                </a:lnTo>
                <a:lnTo>
                  <a:pt x="0" y="70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18"/>
          <p:cNvSpPr/>
          <p:nvPr/>
        </p:nvSpPr>
        <p:spPr>
          <a:xfrm>
            <a:off x="7553183" y="2305606"/>
            <a:ext cx="150828" cy="594606"/>
          </a:xfrm>
          <a:custGeom>
            <a:avLst/>
            <a:gdLst/>
            <a:ahLst/>
            <a:cxnLst/>
            <a:rect l="l" t="t" r="r" b="b"/>
            <a:pathLst>
              <a:path w="4713" h="18580" extrusionOk="0">
                <a:moveTo>
                  <a:pt x="1" y="418"/>
                </a:moveTo>
                <a:lnTo>
                  <a:pt x="643" y="3735"/>
                </a:lnTo>
                <a:lnTo>
                  <a:pt x="3229" y="16986"/>
                </a:lnTo>
                <a:lnTo>
                  <a:pt x="3245" y="17033"/>
                </a:lnTo>
                <a:lnTo>
                  <a:pt x="3354" y="18579"/>
                </a:lnTo>
                <a:lnTo>
                  <a:pt x="4712" y="18365"/>
                </a:lnTo>
                <a:lnTo>
                  <a:pt x="4608" y="16876"/>
                </a:lnTo>
                <a:lnTo>
                  <a:pt x="4582" y="16751"/>
                </a:lnTo>
                <a:lnTo>
                  <a:pt x="1996" y="3474"/>
                </a:lnTo>
                <a:lnTo>
                  <a:pt x="1317" y="1"/>
                </a:lnTo>
                <a:lnTo>
                  <a:pt x="737" y="25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18"/>
          <p:cNvSpPr/>
          <p:nvPr/>
        </p:nvSpPr>
        <p:spPr>
          <a:xfrm>
            <a:off x="7092027" y="2410062"/>
            <a:ext cx="100328" cy="558668"/>
          </a:xfrm>
          <a:custGeom>
            <a:avLst/>
            <a:gdLst/>
            <a:ahLst/>
            <a:cxnLst/>
            <a:rect l="l" t="t" r="r" b="b"/>
            <a:pathLst>
              <a:path w="3135" h="17457" extrusionOk="0">
                <a:moveTo>
                  <a:pt x="0" y="267"/>
                </a:moveTo>
                <a:lnTo>
                  <a:pt x="288" y="2926"/>
                </a:lnTo>
                <a:lnTo>
                  <a:pt x="1703" y="16161"/>
                </a:lnTo>
                <a:lnTo>
                  <a:pt x="1703" y="16255"/>
                </a:lnTo>
                <a:lnTo>
                  <a:pt x="1782" y="17456"/>
                </a:lnTo>
                <a:lnTo>
                  <a:pt x="3134" y="17300"/>
                </a:lnTo>
                <a:lnTo>
                  <a:pt x="3072" y="16098"/>
                </a:lnTo>
                <a:lnTo>
                  <a:pt x="3056" y="15942"/>
                </a:lnTo>
                <a:lnTo>
                  <a:pt x="1641" y="2738"/>
                </a:lnTo>
                <a:lnTo>
                  <a:pt x="1338" y="1"/>
                </a:lnTo>
                <a:lnTo>
                  <a:pt x="528" y="17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18"/>
          <p:cNvSpPr/>
          <p:nvPr/>
        </p:nvSpPr>
        <p:spPr>
          <a:xfrm>
            <a:off x="6642551" y="2485620"/>
            <a:ext cx="67397" cy="530761"/>
          </a:xfrm>
          <a:custGeom>
            <a:avLst/>
            <a:gdLst/>
            <a:ahLst/>
            <a:cxnLst/>
            <a:rect l="l" t="t" r="r" b="b"/>
            <a:pathLst>
              <a:path w="2106" h="16585" extrusionOk="0">
                <a:moveTo>
                  <a:pt x="1" y="147"/>
                </a:moveTo>
                <a:lnTo>
                  <a:pt x="110" y="2665"/>
                </a:lnTo>
                <a:lnTo>
                  <a:pt x="695" y="15404"/>
                </a:lnTo>
                <a:lnTo>
                  <a:pt x="747" y="16584"/>
                </a:lnTo>
                <a:lnTo>
                  <a:pt x="2105" y="16469"/>
                </a:lnTo>
                <a:lnTo>
                  <a:pt x="2058" y="15331"/>
                </a:lnTo>
                <a:lnTo>
                  <a:pt x="1588" y="2503"/>
                </a:lnTo>
                <a:lnTo>
                  <a:pt x="1494" y="1"/>
                </a:lnTo>
                <a:lnTo>
                  <a:pt x="1244" y="4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18"/>
          <p:cNvSpPr/>
          <p:nvPr/>
        </p:nvSpPr>
        <p:spPr>
          <a:xfrm>
            <a:off x="6216310" y="2521399"/>
            <a:ext cx="46180" cy="526217"/>
          </a:xfrm>
          <a:custGeom>
            <a:avLst/>
            <a:gdLst/>
            <a:ahLst/>
            <a:cxnLst/>
            <a:rect l="l" t="t" r="r" b="b"/>
            <a:pathLst>
              <a:path w="1443" h="16443" extrusionOk="0">
                <a:moveTo>
                  <a:pt x="1" y="58"/>
                </a:moveTo>
                <a:lnTo>
                  <a:pt x="1" y="16443"/>
                </a:lnTo>
                <a:lnTo>
                  <a:pt x="1442" y="16364"/>
                </a:lnTo>
                <a:lnTo>
                  <a:pt x="1442" y="1"/>
                </a:lnTo>
                <a:lnTo>
                  <a:pt x="758" y="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18"/>
          <p:cNvSpPr/>
          <p:nvPr/>
        </p:nvSpPr>
        <p:spPr>
          <a:xfrm>
            <a:off x="3981672" y="2523223"/>
            <a:ext cx="46340" cy="554667"/>
          </a:xfrm>
          <a:custGeom>
            <a:avLst/>
            <a:gdLst/>
            <a:ahLst/>
            <a:cxnLst/>
            <a:rect l="l" t="t" r="r" b="b"/>
            <a:pathLst>
              <a:path w="1448" h="17332" extrusionOk="0">
                <a:moveTo>
                  <a:pt x="0" y="4352"/>
                </a:moveTo>
                <a:lnTo>
                  <a:pt x="0" y="17331"/>
                </a:lnTo>
                <a:lnTo>
                  <a:pt x="1447" y="17331"/>
                </a:lnTo>
                <a:lnTo>
                  <a:pt x="1447" y="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18"/>
          <p:cNvSpPr/>
          <p:nvPr/>
        </p:nvSpPr>
        <p:spPr>
          <a:xfrm>
            <a:off x="4558997" y="2523223"/>
            <a:ext cx="46180" cy="549963"/>
          </a:xfrm>
          <a:custGeom>
            <a:avLst/>
            <a:gdLst/>
            <a:ahLst/>
            <a:cxnLst/>
            <a:rect l="l" t="t" r="r" b="b"/>
            <a:pathLst>
              <a:path w="1443" h="17185" extrusionOk="0">
                <a:moveTo>
                  <a:pt x="1" y="4712"/>
                </a:moveTo>
                <a:lnTo>
                  <a:pt x="1" y="17159"/>
                </a:lnTo>
                <a:lnTo>
                  <a:pt x="340" y="17159"/>
                </a:lnTo>
                <a:lnTo>
                  <a:pt x="1442" y="17185"/>
                </a:lnTo>
                <a:lnTo>
                  <a:pt x="1442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8"/>
          <p:cNvSpPr/>
          <p:nvPr/>
        </p:nvSpPr>
        <p:spPr>
          <a:xfrm>
            <a:off x="5711695" y="2523223"/>
            <a:ext cx="52164" cy="545643"/>
          </a:xfrm>
          <a:custGeom>
            <a:avLst/>
            <a:gdLst/>
            <a:ahLst/>
            <a:cxnLst/>
            <a:rect l="l" t="t" r="r" b="b"/>
            <a:pathLst>
              <a:path w="1630" h="17050" extrusionOk="0">
                <a:moveTo>
                  <a:pt x="146" y="3803"/>
                </a:moveTo>
                <a:lnTo>
                  <a:pt x="21" y="15592"/>
                </a:lnTo>
                <a:lnTo>
                  <a:pt x="0" y="17033"/>
                </a:lnTo>
                <a:cubicBezTo>
                  <a:pt x="486" y="17049"/>
                  <a:pt x="982" y="16986"/>
                  <a:pt x="1457" y="16992"/>
                </a:cubicBezTo>
                <a:lnTo>
                  <a:pt x="1457" y="15639"/>
                </a:lnTo>
                <a:lnTo>
                  <a:pt x="1588" y="3809"/>
                </a:lnTo>
                <a:lnTo>
                  <a:pt x="1630" y="1"/>
                </a:lnTo>
                <a:lnTo>
                  <a:pt x="18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18"/>
          <p:cNvSpPr/>
          <p:nvPr/>
        </p:nvSpPr>
        <p:spPr>
          <a:xfrm>
            <a:off x="5168772" y="2523223"/>
            <a:ext cx="46180" cy="554667"/>
          </a:xfrm>
          <a:custGeom>
            <a:avLst/>
            <a:gdLst/>
            <a:ahLst/>
            <a:cxnLst/>
            <a:rect l="l" t="t" r="r" b="b"/>
            <a:pathLst>
              <a:path w="1443" h="17332" extrusionOk="0">
                <a:moveTo>
                  <a:pt x="1" y="4712"/>
                </a:moveTo>
                <a:lnTo>
                  <a:pt x="1" y="17331"/>
                </a:lnTo>
                <a:lnTo>
                  <a:pt x="1442" y="17331"/>
                </a:lnTo>
                <a:lnTo>
                  <a:pt x="1442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18"/>
          <p:cNvSpPr/>
          <p:nvPr/>
        </p:nvSpPr>
        <p:spPr>
          <a:xfrm>
            <a:off x="-48" y="1530025"/>
            <a:ext cx="9139882" cy="1017487"/>
          </a:xfrm>
          <a:custGeom>
            <a:avLst/>
            <a:gdLst/>
            <a:ahLst/>
            <a:cxnLst/>
            <a:rect l="l" t="t" r="r" b="b"/>
            <a:pathLst>
              <a:path w="285599" h="31794" extrusionOk="0">
                <a:moveTo>
                  <a:pt x="0" y="2168"/>
                </a:moveTo>
                <a:cubicBezTo>
                  <a:pt x="658" y="2476"/>
                  <a:pt x="2303" y="3218"/>
                  <a:pt x="3552" y="3771"/>
                </a:cubicBezTo>
                <a:cubicBezTo>
                  <a:pt x="5641" y="4701"/>
                  <a:pt x="8555" y="5965"/>
                  <a:pt x="12212" y="7543"/>
                </a:cubicBezTo>
                <a:lnTo>
                  <a:pt x="20104" y="10917"/>
                </a:lnTo>
                <a:lnTo>
                  <a:pt x="21890" y="11674"/>
                </a:lnTo>
                <a:cubicBezTo>
                  <a:pt x="23640" y="12426"/>
                  <a:pt x="24763" y="12896"/>
                  <a:pt x="24778" y="12901"/>
                </a:cubicBezTo>
                <a:lnTo>
                  <a:pt x="36295" y="18234"/>
                </a:lnTo>
                <a:lnTo>
                  <a:pt x="37852" y="18960"/>
                </a:lnTo>
                <a:lnTo>
                  <a:pt x="39857" y="19885"/>
                </a:lnTo>
                <a:lnTo>
                  <a:pt x="49959" y="24105"/>
                </a:lnTo>
                <a:lnTo>
                  <a:pt x="50575" y="24361"/>
                </a:lnTo>
                <a:lnTo>
                  <a:pt x="51286" y="24523"/>
                </a:lnTo>
                <a:lnTo>
                  <a:pt x="64328" y="27495"/>
                </a:lnTo>
                <a:lnTo>
                  <a:pt x="65085" y="27662"/>
                </a:lnTo>
                <a:lnTo>
                  <a:pt x="65670" y="27761"/>
                </a:lnTo>
                <a:lnTo>
                  <a:pt x="78216" y="29871"/>
                </a:lnTo>
                <a:lnTo>
                  <a:pt x="78393" y="29897"/>
                </a:lnTo>
                <a:lnTo>
                  <a:pt x="79710" y="30007"/>
                </a:lnTo>
                <a:lnTo>
                  <a:pt x="91869" y="31031"/>
                </a:lnTo>
                <a:lnTo>
                  <a:pt x="93394" y="31031"/>
                </a:lnTo>
                <a:lnTo>
                  <a:pt x="106389" y="31417"/>
                </a:lnTo>
                <a:lnTo>
                  <a:pt x="107831" y="31417"/>
                </a:lnTo>
                <a:lnTo>
                  <a:pt x="122899" y="31793"/>
                </a:lnTo>
                <a:lnTo>
                  <a:pt x="124341" y="31793"/>
                </a:lnTo>
                <a:lnTo>
                  <a:pt x="142460" y="31417"/>
                </a:lnTo>
                <a:lnTo>
                  <a:pt x="143901" y="31417"/>
                </a:lnTo>
                <a:lnTo>
                  <a:pt x="163034" y="31036"/>
                </a:lnTo>
                <a:lnTo>
                  <a:pt x="195004" y="31036"/>
                </a:lnTo>
                <a:lnTo>
                  <a:pt x="195688" y="30979"/>
                </a:lnTo>
                <a:lnTo>
                  <a:pt x="207566" y="30007"/>
                </a:lnTo>
                <a:lnTo>
                  <a:pt x="208809" y="29908"/>
                </a:lnTo>
                <a:lnTo>
                  <a:pt x="209059" y="29861"/>
                </a:lnTo>
                <a:lnTo>
                  <a:pt x="221610" y="27766"/>
                </a:lnTo>
                <a:lnTo>
                  <a:pt x="222138" y="27678"/>
                </a:lnTo>
                <a:lnTo>
                  <a:pt x="222948" y="27500"/>
                </a:lnTo>
                <a:lnTo>
                  <a:pt x="236021" y="24653"/>
                </a:lnTo>
                <a:lnTo>
                  <a:pt x="236757" y="24491"/>
                </a:lnTo>
                <a:lnTo>
                  <a:pt x="237337" y="24236"/>
                </a:lnTo>
                <a:lnTo>
                  <a:pt x="251272" y="17994"/>
                </a:lnTo>
                <a:lnTo>
                  <a:pt x="252839" y="17289"/>
                </a:lnTo>
                <a:lnTo>
                  <a:pt x="267438" y="10755"/>
                </a:lnTo>
                <a:lnTo>
                  <a:pt x="268305" y="10363"/>
                </a:lnTo>
                <a:lnTo>
                  <a:pt x="269198" y="9935"/>
                </a:lnTo>
                <a:lnTo>
                  <a:pt x="285599" y="2111"/>
                </a:lnTo>
                <a:lnTo>
                  <a:pt x="285599" y="0"/>
                </a:lnTo>
                <a:lnTo>
                  <a:pt x="268467" y="8175"/>
                </a:lnTo>
                <a:lnTo>
                  <a:pt x="267506" y="8629"/>
                </a:lnTo>
                <a:lnTo>
                  <a:pt x="266696" y="8995"/>
                </a:lnTo>
                <a:lnTo>
                  <a:pt x="252244" y="15471"/>
                </a:lnTo>
                <a:lnTo>
                  <a:pt x="250677" y="16171"/>
                </a:lnTo>
                <a:lnTo>
                  <a:pt x="236966" y="22313"/>
                </a:lnTo>
                <a:lnTo>
                  <a:pt x="236162" y="22674"/>
                </a:lnTo>
                <a:lnTo>
                  <a:pt x="235650" y="22784"/>
                </a:lnTo>
                <a:lnTo>
                  <a:pt x="222744" y="25599"/>
                </a:lnTo>
                <a:lnTo>
                  <a:pt x="221799" y="25802"/>
                </a:lnTo>
                <a:lnTo>
                  <a:pt x="221407" y="25865"/>
                </a:lnTo>
                <a:lnTo>
                  <a:pt x="208991" y="27949"/>
                </a:lnTo>
                <a:lnTo>
                  <a:pt x="208610" y="28017"/>
                </a:lnTo>
                <a:lnTo>
                  <a:pt x="207477" y="28106"/>
                </a:lnTo>
                <a:lnTo>
                  <a:pt x="195688" y="29072"/>
                </a:lnTo>
                <a:lnTo>
                  <a:pt x="194926" y="29130"/>
                </a:lnTo>
                <a:lnTo>
                  <a:pt x="163034" y="29130"/>
                </a:lnTo>
                <a:lnTo>
                  <a:pt x="143901" y="29516"/>
                </a:lnTo>
                <a:lnTo>
                  <a:pt x="142460" y="29516"/>
                </a:lnTo>
                <a:lnTo>
                  <a:pt x="124341" y="29897"/>
                </a:lnTo>
                <a:lnTo>
                  <a:pt x="122899" y="29897"/>
                </a:lnTo>
                <a:lnTo>
                  <a:pt x="107831" y="29516"/>
                </a:lnTo>
                <a:lnTo>
                  <a:pt x="106389" y="29516"/>
                </a:lnTo>
                <a:lnTo>
                  <a:pt x="93394" y="29130"/>
                </a:lnTo>
                <a:lnTo>
                  <a:pt x="91947" y="29130"/>
                </a:lnTo>
                <a:lnTo>
                  <a:pt x="79804" y="28106"/>
                </a:lnTo>
                <a:lnTo>
                  <a:pt x="78665" y="28017"/>
                </a:lnTo>
                <a:lnTo>
                  <a:pt x="78289" y="27949"/>
                </a:lnTo>
                <a:lnTo>
                  <a:pt x="65868" y="25865"/>
                </a:lnTo>
                <a:lnTo>
                  <a:pt x="65477" y="25802"/>
                </a:lnTo>
                <a:lnTo>
                  <a:pt x="64531" y="25588"/>
                </a:lnTo>
                <a:lnTo>
                  <a:pt x="51651" y="22653"/>
                </a:lnTo>
                <a:lnTo>
                  <a:pt x="51155" y="22543"/>
                </a:lnTo>
                <a:lnTo>
                  <a:pt x="50330" y="22199"/>
                </a:lnTo>
                <a:lnTo>
                  <a:pt x="40625" y="18145"/>
                </a:lnTo>
                <a:lnTo>
                  <a:pt x="38390" y="17111"/>
                </a:lnTo>
                <a:lnTo>
                  <a:pt x="36828" y="16385"/>
                </a:lnTo>
                <a:lnTo>
                  <a:pt x="25546" y="11162"/>
                </a:lnTo>
                <a:lnTo>
                  <a:pt x="22632" y="9919"/>
                </a:lnTo>
                <a:lnTo>
                  <a:pt x="20840" y="9146"/>
                </a:lnTo>
                <a:cubicBezTo>
                  <a:pt x="11668" y="5203"/>
                  <a:pt x="0" y="58"/>
                  <a:pt x="0" y="5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18"/>
          <p:cNvSpPr/>
          <p:nvPr/>
        </p:nvSpPr>
        <p:spPr>
          <a:xfrm>
            <a:off x="-10" y="5510902"/>
            <a:ext cx="9139882" cy="546622"/>
          </a:xfrm>
          <a:custGeom>
            <a:avLst/>
            <a:gdLst/>
            <a:ahLst/>
            <a:cxnLst/>
            <a:rect l="l" t="t" r="r" b="b"/>
            <a:pathLst>
              <a:path w="285599" h="21342" extrusionOk="0">
                <a:moveTo>
                  <a:pt x="0" y="0"/>
                </a:moveTo>
                <a:lnTo>
                  <a:pt x="0" y="21342"/>
                </a:lnTo>
                <a:lnTo>
                  <a:pt x="285599" y="21342"/>
                </a:lnTo>
                <a:lnTo>
                  <a:pt x="28559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8"/>
          <p:cNvSpPr/>
          <p:nvPr/>
        </p:nvSpPr>
        <p:spPr>
          <a:xfrm>
            <a:off x="-48" y="4922193"/>
            <a:ext cx="9139882" cy="229334"/>
          </a:xfrm>
          <a:custGeom>
            <a:avLst/>
            <a:gdLst/>
            <a:ahLst/>
            <a:cxnLst/>
            <a:rect l="l" t="t" r="r" b="b"/>
            <a:pathLst>
              <a:path w="285599" h="8954" extrusionOk="0">
                <a:moveTo>
                  <a:pt x="0" y="1"/>
                </a:moveTo>
                <a:lnTo>
                  <a:pt x="0" y="8953"/>
                </a:lnTo>
                <a:lnTo>
                  <a:pt x="285599" y="8953"/>
                </a:lnTo>
                <a:lnTo>
                  <a:pt x="2855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8"/>
          <p:cNvSpPr/>
          <p:nvPr/>
        </p:nvSpPr>
        <p:spPr>
          <a:xfrm>
            <a:off x="-48" y="4798330"/>
            <a:ext cx="9139882" cy="25843"/>
          </a:xfrm>
          <a:custGeom>
            <a:avLst/>
            <a:gdLst/>
            <a:ahLst/>
            <a:cxnLst/>
            <a:rect l="l" t="t" r="r" b="b"/>
            <a:pathLst>
              <a:path w="285599" h="1009" extrusionOk="0">
                <a:moveTo>
                  <a:pt x="0" y="0"/>
                </a:moveTo>
                <a:lnTo>
                  <a:pt x="0" y="1008"/>
                </a:lnTo>
                <a:lnTo>
                  <a:pt x="285599" y="1008"/>
                </a:lnTo>
                <a:lnTo>
                  <a:pt x="28559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18"/>
          <p:cNvSpPr/>
          <p:nvPr/>
        </p:nvSpPr>
        <p:spPr>
          <a:xfrm>
            <a:off x="1598061" y="4999646"/>
            <a:ext cx="5964850" cy="625432"/>
          </a:xfrm>
          <a:custGeom>
            <a:avLst/>
            <a:gdLst/>
            <a:ahLst/>
            <a:cxnLst/>
            <a:rect l="l" t="t" r="r" b="b"/>
            <a:pathLst>
              <a:path w="186387" h="24419" fill="none" extrusionOk="0">
                <a:moveTo>
                  <a:pt x="186387" y="12207"/>
                </a:moveTo>
                <a:cubicBezTo>
                  <a:pt x="186387" y="15446"/>
                  <a:pt x="176568" y="18548"/>
                  <a:pt x="159091" y="20841"/>
                </a:cubicBezTo>
                <a:cubicBezTo>
                  <a:pt x="141615" y="23129"/>
                  <a:pt x="117912" y="24419"/>
                  <a:pt x="93197" y="24419"/>
                </a:cubicBezTo>
                <a:cubicBezTo>
                  <a:pt x="68481" y="24419"/>
                  <a:pt x="44773" y="23129"/>
                  <a:pt x="27297" y="20841"/>
                </a:cubicBezTo>
                <a:cubicBezTo>
                  <a:pt x="9820" y="18548"/>
                  <a:pt x="1" y="15446"/>
                  <a:pt x="1" y="12207"/>
                </a:cubicBezTo>
                <a:cubicBezTo>
                  <a:pt x="1" y="8969"/>
                  <a:pt x="9820" y="5866"/>
                  <a:pt x="27297" y="3573"/>
                </a:cubicBezTo>
                <a:cubicBezTo>
                  <a:pt x="44773" y="1286"/>
                  <a:pt x="68481" y="1"/>
                  <a:pt x="93197" y="1"/>
                </a:cubicBezTo>
                <a:cubicBezTo>
                  <a:pt x="117912" y="1"/>
                  <a:pt x="141615" y="1286"/>
                  <a:pt x="159091" y="3573"/>
                </a:cubicBezTo>
                <a:cubicBezTo>
                  <a:pt x="176568" y="5866"/>
                  <a:pt x="186387" y="8969"/>
                  <a:pt x="186387" y="12207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5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18"/>
          <p:cNvSpPr/>
          <p:nvPr/>
        </p:nvSpPr>
        <p:spPr>
          <a:xfrm>
            <a:off x="-48" y="5312300"/>
            <a:ext cx="9139882" cy="26"/>
          </a:xfrm>
          <a:custGeom>
            <a:avLst/>
            <a:gdLst/>
            <a:ahLst/>
            <a:cxnLst/>
            <a:rect l="l" t="t" r="r" b="b"/>
            <a:pathLst>
              <a:path w="285599" h="1" fill="none" extrusionOk="0">
                <a:moveTo>
                  <a:pt x="0" y="0"/>
                </a:moveTo>
                <a:lnTo>
                  <a:pt x="285599" y="0"/>
                </a:ln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miter lim="52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18"/>
          <p:cNvSpPr/>
          <p:nvPr/>
        </p:nvSpPr>
        <p:spPr>
          <a:xfrm>
            <a:off x="3983656" y="4693696"/>
            <a:ext cx="1161915" cy="12225"/>
          </a:xfrm>
          <a:custGeom>
            <a:avLst/>
            <a:gdLst/>
            <a:ahLst/>
            <a:cxnLst/>
            <a:rect l="l" t="t" r="r" b="b"/>
            <a:pathLst>
              <a:path w="36307" h="382" extrusionOk="0">
                <a:moveTo>
                  <a:pt x="1" y="1"/>
                </a:moveTo>
                <a:lnTo>
                  <a:pt x="1" y="136"/>
                </a:lnTo>
                <a:cubicBezTo>
                  <a:pt x="6284" y="168"/>
                  <a:pt x="12312" y="210"/>
                  <a:pt x="18151" y="257"/>
                </a:cubicBezTo>
                <a:cubicBezTo>
                  <a:pt x="23985" y="304"/>
                  <a:pt x="30013" y="356"/>
                  <a:pt x="36307" y="382"/>
                </a:cubicBezTo>
                <a:lnTo>
                  <a:pt x="36307" y="246"/>
                </a:lnTo>
                <a:cubicBezTo>
                  <a:pt x="30018" y="220"/>
                  <a:pt x="23980" y="168"/>
                  <a:pt x="18151" y="121"/>
                </a:cubicBezTo>
                <a:cubicBezTo>
                  <a:pt x="12317" y="74"/>
                  <a:pt x="6284" y="27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18"/>
          <p:cNvSpPr/>
          <p:nvPr/>
        </p:nvSpPr>
        <p:spPr>
          <a:xfrm>
            <a:off x="3983656" y="4654909"/>
            <a:ext cx="1161915" cy="12065"/>
          </a:xfrm>
          <a:custGeom>
            <a:avLst/>
            <a:gdLst/>
            <a:ahLst/>
            <a:cxnLst/>
            <a:rect l="l" t="t" r="r" b="b"/>
            <a:pathLst>
              <a:path w="36307" h="377" extrusionOk="0">
                <a:moveTo>
                  <a:pt x="1" y="1"/>
                </a:moveTo>
                <a:lnTo>
                  <a:pt x="1" y="137"/>
                </a:lnTo>
                <a:cubicBezTo>
                  <a:pt x="6279" y="163"/>
                  <a:pt x="12301" y="215"/>
                  <a:pt x="18135" y="262"/>
                </a:cubicBezTo>
                <a:cubicBezTo>
                  <a:pt x="23970" y="309"/>
                  <a:pt x="30013" y="351"/>
                  <a:pt x="36301" y="377"/>
                </a:cubicBezTo>
                <a:lnTo>
                  <a:pt x="36307" y="241"/>
                </a:lnTo>
                <a:cubicBezTo>
                  <a:pt x="30013" y="215"/>
                  <a:pt x="23964" y="168"/>
                  <a:pt x="18135" y="126"/>
                </a:cubicBezTo>
                <a:cubicBezTo>
                  <a:pt x="12306" y="79"/>
                  <a:pt x="6279" y="27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18"/>
          <p:cNvSpPr/>
          <p:nvPr/>
        </p:nvSpPr>
        <p:spPr>
          <a:xfrm>
            <a:off x="3983656" y="4615962"/>
            <a:ext cx="1161755" cy="12417"/>
          </a:xfrm>
          <a:custGeom>
            <a:avLst/>
            <a:gdLst/>
            <a:ahLst/>
            <a:cxnLst/>
            <a:rect l="l" t="t" r="r" b="b"/>
            <a:pathLst>
              <a:path w="36302" h="388" extrusionOk="0">
                <a:moveTo>
                  <a:pt x="1" y="1"/>
                </a:moveTo>
                <a:lnTo>
                  <a:pt x="1" y="147"/>
                </a:lnTo>
                <a:cubicBezTo>
                  <a:pt x="6284" y="173"/>
                  <a:pt x="12317" y="215"/>
                  <a:pt x="18151" y="262"/>
                </a:cubicBezTo>
                <a:cubicBezTo>
                  <a:pt x="23980" y="309"/>
                  <a:pt x="30013" y="356"/>
                  <a:pt x="36301" y="387"/>
                </a:cubicBezTo>
                <a:lnTo>
                  <a:pt x="36301" y="246"/>
                </a:lnTo>
                <a:cubicBezTo>
                  <a:pt x="30013" y="220"/>
                  <a:pt x="23980" y="173"/>
                  <a:pt x="18151" y="126"/>
                </a:cubicBezTo>
                <a:cubicBezTo>
                  <a:pt x="12317" y="79"/>
                  <a:pt x="6284" y="3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8"/>
          <p:cNvSpPr/>
          <p:nvPr/>
        </p:nvSpPr>
        <p:spPr>
          <a:xfrm>
            <a:off x="3983656" y="4577367"/>
            <a:ext cx="1161755" cy="12065"/>
          </a:xfrm>
          <a:custGeom>
            <a:avLst/>
            <a:gdLst/>
            <a:ahLst/>
            <a:cxnLst/>
            <a:rect l="l" t="t" r="r" b="b"/>
            <a:pathLst>
              <a:path w="36302" h="377" extrusionOk="0">
                <a:moveTo>
                  <a:pt x="1" y="0"/>
                </a:moveTo>
                <a:lnTo>
                  <a:pt x="1" y="136"/>
                </a:lnTo>
                <a:cubicBezTo>
                  <a:pt x="6284" y="162"/>
                  <a:pt x="12317" y="209"/>
                  <a:pt x="18151" y="256"/>
                </a:cubicBezTo>
                <a:cubicBezTo>
                  <a:pt x="23980" y="303"/>
                  <a:pt x="30013" y="350"/>
                  <a:pt x="36301" y="376"/>
                </a:cubicBezTo>
                <a:lnTo>
                  <a:pt x="36301" y="241"/>
                </a:lnTo>
                <a:cubicBezTo>
                  <a:pt x="30013" y="215"/>
                  <a:pt x="23980" y="162"/>
                  <a:pt x="18151" y="115"/>
                </a:cubicBezTo>
                <a:cubicBezTo>
                  <a:pt x="12317" y="74"/>
                  <a:pt x="6284" y="27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8"/>
          <p:cNvSpPr/>
          <p:nvPr/>
        </p:nvSpPr>
        <p:spPr>
          <a:xfrm>
            <a:off x="3983336" y="4538580"/>
            <a:ext cx="1162075" cy="12065"/>
          </a:xfrm>
          <a:custGeom>
            <a:avLst/>
            <a:gdLst/>
            <a:ahLst/>
            <a:cxnLst/>
            <a:rect l="l" t="t" r="r" b="b"/>
            <a:pathLst>
              <a:path w="36312" h="377" extrusionOk="0">
                <a:moveTo>
                  <a:pt x="0" y="1"/>
                </a:moveTo>
                <a:lnTo>
                  <a:pt x="0" y="136"/>
                </a:lnTo>
                <a:cubicBezTo>
                  <a:pt x="6294" y="163"/>
                  <a:pt x="12348" y="215"/>
                  <a:pt x="18172" y="262"/>
                </a:cubicBezTo>
                <a:cubicBezTo>
                  <a:pt x="23995" y="304"/>
                  <a:pt x="30028" y="351"/>
                  <a:pt x="36311" y="377"/>
                </a:cubicBezTo>
                <a:lnTo>
                  <a:pt x="36311" y="241"/>
                </a:lnTo>
                <a:cubicBezTo>
                  <a:pt x="30028" y="215"/>
                  <a:pt x="24006" y="168"/>
                  <a:pt x="18172" y="121"/>
                </a:cubicBezTo>
                <a:cubicBezTo>
                  <a:pt x="12332" y="79"/>
                  <a:pt x="6294" y="27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18"/>
          <p:cNvSpPr/>
          <p:nvPr/>
        </p:nvSpPr>
        <p:spPr>
          <a:xfrm>
            <a:off x="3983336" y="4499633"/>
            <a:ext cx="1162075" cy="12417"/>
          </a:xfrm>
          <a:custGeom>
            <a:avLst/>
            <a:gdLst/>
            <a:ahLst/>
            <a:cxnLst/>
            <a:rect l="l" t="t" r="r" b="b"/>
            <a:pathLst>
              <a:path w="36312" h="388" extrusionOk="0">
                <a:moveTo>
                  <a:pt x="0" y="1"/>
                </a:moveTo>
                <a:lnTo>
                  <a:pt x="0" y="147"/>
                </a:lnTo>
                <a:cubicBezTo>
                  <a:pt x="6289" y="168"/>
                  <a:pt x="12327" y="215"/>
                  <a:pt x="18161" y="262"/>
                </a:cubicBezTo>
                <a:cubicBezTo>
                  <a:pt x="23990" y="309"/>
                  <a:pt x="30023" y="356"/>
                  <a:pt x="36311" y="387"/>
                </a:cubicBezTo>
                <a:lnTo>
                  <a:pt x="36311" y="241"/>
                </a:lnTo>
                <a:cubicBezTo>
                  <a:pt x="30023" y="215"/>
                  <a:pt x="23995" y="173"/>
                  <a:pt x="18161" y="126"/>
                </a:cubicBezTo>
                <a:cubicBezTo>
                  <a:pt x="12322" y="79"/>
                  <a:pt x="6289" y="32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8"/>
          <p:cNvSpPr/>
          <p:nvPr/>
        </p:nvSpPr>
        <p:spPr>
          <a:xfrm>
            <a:off x="3983336" y="4461038"/>
            <a:ext cx="1162075" cy="12065"/>
          </a:xfrm>
          <a:custGeom>
            <a:avLst/>
            <a:gdLst/>
            <a:ahLst/>
            <a:cxnLst/>
            <a:rect l="l" t="t" r="r" b="b"/>
            <a:pathLst>
              <a:path w="36312" h="377" extrusionOk="0">
                <a:moveTo>
                  <a:pt x="0" y="0"/>
                </a:moveTo>
                <a:lnTo>
                  <a:pt x="0" y="136"/>
                </a:lnTo>
                <a:cubicBezTo>
                  <a:pt x="6289" y="162"/>
                  <a:pt x="12316" y="209"/>
                  <a:pt x="18151" y="256"/>
                </a:cubicBezTo>
                <a:cubicBezTo>
                  <a:pt x="23990" y="298"/>
                  <a:pt x="30023" y="350"/>
                  <a:pt x="36311" y="376"/>
                </a:cubicBezTo>
                <a:lnTo>
                  <a:pt x="36311" y="240"/>
                </a:lnTo>
                <a:cubicBezTo>
                  <a:pt x="30023" y="214"/>
                  <a:pt x="23995" y="162"/>
                  <a:pt x="18161" y="115"/>
                </a:cubicBezTo>
                <a:cubicBezTo>
                  <a:pt x="12322" y="73"/>
                  <a:pt x="6289" y="26"/>
                  <a:pt x="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18"/>
          <p:cNvSpPr/>
          <p:nvPr/>
        </p:nvSpPr>
        <p:spPr>
          <a:xfrm>
            <a:off x="3983336" y="4422091"/>
            <a:ext cx="1162075" cy="12225"/>
          </a:xfrm>
          <a:custGeom>
            <a:avLst/>
            <a:gdLst/>
            <a:ahLst/>
            <a:cxnLst/>
            <a:rect l="l" t="t" r="r" b="b"/>
            <a:pathLst>
              <a:path w="36312" h="382" extrusionOk="0">
                <a:moveTo>
                  <a:pt x="0" y="0"/>
                </a:moveTo>
                <a:lnTo>
                  <a:pt x="0" y="141"/>
                </a:lnTo>
                <a:cubicBezTo>
                  <a:pt x="6289" y="167"/>
                  <a:pt x="12316" y="220"/>
                  <a:pt x="18151" y="261"/>
                </a:cubicBezTo>
                <a:cubicBezTo>
                  <a:pt x="23990" y="308"/>
                  <a:pt x="30023" y="355"/>
                  <a:pt x="36311" y="381"/>
                </a:cubicBezTo>
                <a:lnTo>
                  <a:pt x="36311" y="246"/>
                </a:lnTo>
                <a:cubicBezTo>
                  <a:pt x="30023" y="220"/>
                  <a:pt x="23985" y="173"/>
                  <a:pt x="18151" y="126"/>
                </a:cubicBezTo>
                <a:cubicBezTo>
                  <a:pt x="12322" y="79"/>
                  <a:pt x="6289" y="26"/>
                  <a:pt x="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18"/>
          <p:cNvSpPr/>
          <p:nvPr/>
        </p:nvSpPr>
        <p:spPr>
          <a:xfrm>
            <a:off x="3983336" y="4383304"/>
            <a:ext cx="1162075" cy="12385"/>
          </a:xfrm>
          <a:custGeom>
            <a:avLst/>
            <a:gdLst/>
            <a:ahLst/>
            <a:cxnLst/>
            <a:rect l="l" t="t" r="r" b="b"/>
            <a:pathLst>
              <a:path w="36312" h="387" extrusionOk="0">
                <a:moveTo>
                  <a:pt x="0" y="0"/>
                </a:moveTo>
                <a:lnTo>
                  <a:pt x="0" y="136"/>
                </a:lnTo>
                <a:cubicBezTo>
                  <a:pt x="6289" y="168"/>
                  <a:pt x="12316" y="215"/>
                  <a:pt x="18151" y="262"/>
                </a:cubicBezTo>
                <a:cubicBezTo>
                  <a:pt x="23990" y="309"/>
                  <a:pt x="30012" y="350"/>
                  <a:pt x="36301" y="387"/>
                </a:cubicBezTo>
                <a:lnTo>
                  <a:pt x="36311" y="241"/>
                </a:lnTo>
                <a:cubicBezTo>
                  <a:pt x="30023" y="215"/>
                  <a:pt x="23985" y="168"/>
                  <a:pt x="18151" y="126"/>
                </a:cubicBezTo>
                <a:cubicBezTo>
                  <a:pt x="12322" y="79"/>
                  <a:pt x="6289" y="32"/>
                  <a:pt x="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18"/>
          <p:cNvSpPr/>
          <p:nvPr/>
        </p:nvSpPr>
        <p:spPr>
          <a:xfrm>
            <a:off x="4041019" y="4337989"/>
            <a:ext cx="28930" cy="359420"/>
          </a:xfrm>
          <a:custGeom>
            <a:avLst/>
            <a:gdLst/>
            <a:ahLst/>
            <a:cxnLst/>
            <a:rect l="l" t="t" r="r" b="b"/>
            <a:pathLst>
              <a:path w="904" h="11231" extrusionOk="0">
                <a:moveTo>
                  <a:pt x="126" y="1"/>
                </a:moveTo>
                <a:lnTo>
                  <a:pt x="0" y="64"/>
                </a:lnTo>
                <a:cubicBezTo>
                  <a:pt x="413" y="847"/>
                  <a:pt x="470" y="1714"/>
                  <a:pt x="470" y="2566"/>
                </a:cubicBezTo>
                <a:cubicBezTo>
                  <a:pt x="470" y="3412"/>
                  <a:pt x="413" y="4268"/>
                  <a:pt x="355" y="5099"/>
                </a:cubicBezTo>
                <a:cubicBezTo>
                  <a:pt x="308" y="5799"/>
                  <a:pt x="256" y="6519"/>
                  <a:pt x="240" y="7235"/>
                </a:cubicBezTo>
                <a:cubicBezTo>
                  <a:pt x="235" y="7381"/>
                  <a:pt x="235" y="7533"/>
                  <a:pt x="230" y="7668"/>
                </a:cubicBezTo>
                <a:cubicBezTo>
                  <a:pt x="199" y="8990"/>
                  <a:pt x="178" y="9935"/>
                  <a:pt x="778" y="11231"/>
                </a:cubicBezTo>
                <a:lnTo>
                  <a:pt x="904" y="11168"/>
                </a:lnTo>
                <a:cubicBezTo>
                  <a:pt x="314" y="9909"/>
                  <a:pt x="334" y="8969"/>
                  <a:pt x="366" y="7679"/>
                </a:cubicBezTo>
                <a:cubicBezTo>
                  <a:pt x="371" y="7533"/>
                  <a:pt x="371" y="7392"/>
                  <a:pt x="381" y="7240"/>
                </a:cubicBezTo>
                <a:cubicBezTo>
                  <a:pt x="392" y="6530"/>
                  <a:pt x="444" y="5809"/>
                  <a:pt x="491" y="5109"/>
                </a:cubicBezTo>
                <a:cubicBezTo>
                  <a:pt x="549" y="4273"/>
                  <a:pt x="606" y="3380"/>
                  <a:pt x="606" y="2566"/>
                </a:cubicBezTo>
                <a:cubicBezTo>
                  <a:pt x="606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18"/>
          <p:cNvSpPr/>
          <p:nvPr/>
        </p:nvSpPr>
        <p:spPr>
          <a:xfrm>
            <a:off x="4089471" y="4337989"/>
            <a:ext cx="28962" cy="359420"/>
          </a:xfrm>
          <a:custGeom>
            <a:avLst/>
            <a:gdLst/>
            <a:ahLst/>
            <a:cxnLst/>
            <a:rect l="l" t="t" r="r" b="b"/>
            <a:pathLst>
              <a:path w="905" h="11231" extrusionOk="0">
                <a:moveTo>
                  <a:pt x="126" y="1"/>
                </a:moveTo>
                <a:lnTo>
                  <a:pt x="1" y="64"/>
                </a:lnTo>
                <a:cubicBezTo>
                  <a:pt x="414" y="847"/>
                  <a:pt x="471" y="1714"/>
                  <a:pt x="471" y="2566"/>
                </a:cubicBezTo>
                <a:cubicBezTo>
                  <a:pt x="471" y="3412"/>
                  <a:pt x="414" y="4268"/>
                  <a:pt x="356" y="5099"/>
                </a:cubicBezTo>
                <a:cubicBezTo>
                  <a:pt x="309" y="5799"/>
                  <a:pt x="257" y="6519"/>
                  <a:pt x="241" y="7235"/>
                </a:cubicBezTo>
                <a:cubicBezTo>
                  <a:pt x="236" y="7381"/>
                  <a:pt x="236" y="7533"/>
                  <a:pt x="231" y="7668"/>
                </a:cubicBezTo>
                <a:cubicBezTo>
                  <a:pt x="199" y="8990"/>
                  <a:pt x="178" y="9935"/>
                  <a:pt x="774" y="11231"/>
                </a:cubicBezTo>
                <a:lnTo>
                  <a:pt x="904" y="11168"/>
                </a:lnTo>
                <a:cubicBezTo>
                  <a:pt x="314" y="9909"/>
                  <a:pt x="335" y="8969"/>
                  <a:pt x="367" y="7679"/>
                </a:cubicBezTo>
                <a:cubicBezTo>
                  <a:pt x="372" y="7533"/>
                  <a:pt x="372" y="7392"/>
                  <a:pt x="382" y="7240"/>
                </a:cubicBezTo>
                <a:cubicBezTo>
                  <a:pt x="393" y="6530"/>
                  <a:pt x="445" y="5809"/>
                  <a:pt x="492" y="5109"/>
                </a:cubicBezTo>
                <a:cubicBezTo>
                  <a:pt x="549" y="4273"/>
                  <a:pt x="607" y="3380"/>
                  <a:pt x="607" y="2566"/>
                </a:cubicBezTo>
                <a:cubicBezTo>
                  <a:pt x="607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8"/>
          <p:cNvSpPr/>
          <p:nvPr/>
        </p:nvSpPr>
        <p:spPr>
          <a:xfrm>
            <a:off x="4137955" y="4337989"/>
            <a:ext cx="28962" cy="359420"/>
          </a:xfrm>
          <a:custGeom>
            <a:avLst/>
            <a:gdLst/>
            <a:ahLst/>
            <a:cxnLst/>
            <a:rect l="l" t="t" r="r" b="b"/>
            <a:pathLst>
              <a:path w="905" h="11231" extrusionOk="0">
                <a:moveTo>
                  <a:pt x="126" y="1"/>
                </a:moveTo>
                <a:lnTo>
                  <a:pt x="1" y="64"/>
                </a:lnTo>
                <a:cubicBezTo>
                  <a:pt x="413" y="847"/>
                  <a:pt x="471" y="1714"/>
                  <a:pt x="471" y="2566"/>
                </a:cubicBezTo>
                <a:cubicBezTo>
                  <a:pt x="471" y="3412"/>
                  <a:pt x="413" y="4268"/>
                  <a:pt x="356" y="5099"/>
                </a:cubicBezTo>
                <a:cubicBezTo>
                  <a:pt x="309" y="5799"/>
                  <a:pt x="257" y="6519"/>
                  <a:pt x="241" y="7235"/>
                </a:cubicBezTo>
                <a:cubicBezTo>
                  <a:pt x="236" y="7381"/>
                  <a:pt x="236" y="7533"/>
                  <a:pt x="230" y="7668"/>
                </a:cubicBezTo>
                <a:cubicBezTo>
                  <a:pt x="199" y="8990"/>
                  <a:pt x="178" y="9935"/>
                  <a:pt x="774" y="11231"/>
                </a:cubicBezTo>
                <a:lnTo>
                  <a:pt x="904" y="11168"/>
                </a:lnTo>
                <a:cubicBezTo>
                  <a:pt x="314" y="9909"/>
                  <a:pt x="335" y="8969"/>
                  <a:pt x="366" y="7679"/>
                </a:cubicBezTo>
                <a:cubicBezTo>
                  <a:pt x="371" y="7533"/>
                  <a:pt x="371" y="7392"/>
                  <a:pt x="382" y="7240"/>
                </a:cubicBezTo>
                <a:cubicBezTo>
                  <a:pt x="392" y="6530"/>
                  <a:pt x="445" y="5804"/>
                  <a:pt x="492" y="5109"/>
                </a:cubicBezTo>
                <a:cubicBezTo>
                  <a:pt x="549" y="4273"/>
                  <a:pt x="606" y="3380"/>
                  <a:pt x="606" y="2566"/>
                </a:cubicBezTo>
                <a:cubicBezTo>
                  <a:pt x="606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8"/>
          <p:cNvSpPr/>
          <p:nvPr/>
        </p:nvSpPr>
        <p:spPr>
          <a:xfrm>
            <a:off x="4186439" y="4337989"/>
            <a:ext cx="28930" cy="359420"/>
          </a:xfrm>
          <a:custGeom>
            <a:avLst/>
            <a:gdLst/>
            <a:ahLst/>
            <a:cxnLst/>
            <a:rect l="l" t="t" r="r" b="b"/>
            <a:pathLst>
              <a:path w="904" h="11231" extrusionOk="0">
                <a:moveTo>
                  <a:pt x="126" y="1"/>
                </a:moveTo>
                <a:lnTo>
                  <a:pt x="0" y="64"/>
                </a:lnTo>
                <a:cubicBezTo>
                  <a:pt x="413" y="847"/>
                  <a:pt x="470" y="1714"/>
                  <a:pt x="470" y="2566"/>
                </a:cubicBezTo>
                <a:cubicBezTo>
                  <a:pt x="470" y="3412"/>
                  <a:pt x="413" y="4268"/>
                  <a:pt x="355" y="5099"/>
                </a:cubicBezTo>
                <a:cubicBezTo>
                  <a:pt x="308" y="5799"/>
                  <a:pt x="256" y="6519"/>
                  <a:pt x="241" y="7235"/>
                </a:cubicBezTo>
                <a:cubicBezTo>
                  <a:pt x="235" y="7381"/>
                  <a:pt x="235" y="7533"/>
                  <a:pt x="230" y="7668"/>
                </a:cubicBezTo>
                <a:cubicBezTo>
                  <a:pt x="199" y="8990"/>
                  <a:pt x="178" y="9935"/>
                  <a:pt x="773" y="11231"/>
                </a:cubicBezTo>
                <a:lnTo>
                  <a:pt x="904" y="11168"/>
                </a:lnTo>
                <a:cubicBezTo>
                  <a:pt x="314" y="9909"/>
                  <a:pt x="335" y="8969"/>
                  <a:pt x="366" y="7679"/>
                </a:cubicBezTo>
                <a:cubicBezTo>
                  <a:pt x="371" y="7533"/>
                  <a:pt x="371" y="7392"/>
                  <a:pt x="382" y="7240"/>
                </a:cubicBezTo>
                <a:cubicBezTo>
                  <a:pt x="392" y="6530"/>
                  <a:pt x="444" y="5804"/>
                  <a:pt x="491" y="5109"/>
                </a:cubicBezTo>
                <a:cubicBezTo>
                  <a:pt x="549" y="4273"/>
                  <a:pt x="606" y="3380"/>
                  <a:pt x="606" y="2566"/>
                </a:cubicBezTo>
                <a:cubicBezTo>
                  <a:pt x="606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18"/>
          <p:cNvSpPr/>
          <p:nvPr/>
        </p:nvSpPr>
        <p:spPr>
          <a:xfrm>
            <a:off x="4234890" y="4337989"/>
            <a:ext cx="28962" cy="359420"/>
          </a:xfrm>
          <a:custGeom>
            <a:avLst/>
            <a:gdLst/>
            <a:ahLst/>
            <a:cxnLst/>
            <a:rect l="l" t="t" r="r" b="b"/>
            <a:pathLst>
              <a:path w="905" h="11231" extrusionOk="0">
                <a:moveTo>
                  <a:pt x="126" y="1"/>
                </a:moveTo>
                <a:lnTo>
                  <a:pt x="1" y="64"/>
                </a:lnTo>
                <a:cubicBezTo>
                  <a:pt x="414" y="847"/>
                  <a:pt x="471" y="1714"/>
                  <a:pt x="471" y="2566"/>
                </a:cubicBezTo>
                <a:cubicBezTo>
                  <a:pt x="471" y="3412"/>
                  <a:pt x="414" y="4268"/>
                  <a:pt x="356" y="5099"/>
                </a:cubicBezTo>
                <a:cubicBezTo>
                  <a:pt x="309" y="5799"/>
                  <a:pt x="257" y="6519"/>
                  <a:pt x="241" y="7235"/>
                </a:cubicBezTo>
                <a:cubicBezTo>
                  <a:pt x="236" y="7381"/>
                  <a:pt x="236" y="7533"/>
                  <a:pt x="231" y="7668"/>
                </a:cubicBezTo>
                <a:cubicBezTo>
                  <a:pt x="199" y="8990"/>
                  <a:pt x="179" y="9935"/>
                  <a:pt x="774" y="11231"/>
                </a:cubicBezTo>
                <a:lnTo>
                  <a:pt x="905" y="11168"/>
                </a:lnTo>
                <a:cubicBezTo>
                  <a:pt x="314" y="9909"/>
                  <a:pt x="335" y="8969"/>
                  <a:pt x="367" y="7679"/>
                </a:cubicBezTo>
                <a:cubicBezTo>
                  <a:pt x="372" y="7533"/>
                  <a:pt x="372" y="7392"/>
                  <a:pt x="382" y="7240"/>
                </a:cubicBezTo>
                <a:cubicBezTo>
                  <a:pt x="393" y="6530"/>
                  <a:pt x="445" y="5804"/>
                  <a:pt x="492" y="5109"/>
                </a:cubicBezTo>
                <a:cubicBezTo>
                  <a:pt x="549" y="4273"/>
                  <a:pt x="607" y="3380"/>
                  <a:pt x="607" y="2566"/>
                </a:cubicBezTo>
                <a:cubicBezTo>
                  <a:pt x="607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8"/>
          <p:cNvSpPr/>
          <p:nvPr/>
        </p:nvSpPr>
        <p:spPr>
          <a:xfrm>
            <a:off x="4283374" y="4337989"/>
            <a:ext cx="28962" cy="359420"/>
          </a:xfrm>
          <a:custGeom>
            <a:avLst/>
            <a:gdLst/>
            <a:ahLst/>
            <a:cxnLst/>
            <a:rect l="l" t="t" r="r" b="b"/>
            <a:pathLst>
              <a:path w="905" h="11231" extrusionOk="0">
                <a:moveTo>
                  <a:pt x="126" y="1"/>
                </a:moveTo>
                <a:lnTo>
                  <a:pt x="1" y="64"/>
                </a:lnTo>
                <a:cubicBezTo>
                  <a:pt x="413" y="847"/>
                  <a:pt x="471" y="1714"/>
                  <a:pt x="471" y="2566"/>
                </a:cubicBezTo>
                <a:cubicBezTo>
                  <a:pt x="471" y="3412"/>
                  <a:pt x="413" y="4268"/>
                  <a:pt x="351" y="5099"/>
                </a:cubicBezTo>
                <a:cubicBezTo>
                  <a:pt x="309" y="5799"/>
                  <a:pt x="257" y="6519"/>
                  <a:pt x="241" y="7235"/>
                </a:cubicBezTo>
                <a:cubicBezTo>
                  <a:pt x="236" y="7381"/>
                  <a:pt x="236" y="7533"/>
                  <a:pt x="230" y="7668"/>
                </a:cubicBezTo>
                <a:cubicBezTo>
                  <a:pt x="199" y="8990"/>
                  <a:pt x="178" y="9935"/>
                  <a:pt x="774" y="11231"/>
                </a:cubicBezTo>
                <a:lnTo>
                  <a:pt x="904" y="11168"/>
                </a:lnTo>
                <a:cubicBezTo>
                  <a:pt x="314" y="9909"/>
                  <a:pt x="335" y="8969"/>
                  <a:pt x="366" y="7679"/>
                </a:cubicBezTo>
                <a:cubicBezTo>
                  <a:pt x="372" y="7533"/>
                  <a:pt x="372" y="7392"/>
                  <a:pt x="382" y="7240"/>
                </a:cubicBezTo>
                <a:cubicBezTo>
                  <a:pt x="392" y="6530"/>
                  <a:pt x="445" y="5804"/>
                  <a:pt x="492" y="5109"/>
                </a:cubicBezTo>
                <a:cubicBezTo>
                  <a:pt x="549" y="4273"/>
                  <a:pt x="607" y="3380"/>
                  <a:pt x="607" y="2566"/>
                </a:cubicBezTo>
                <a:cubicBezTo>
                  <a:pt x="607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18"/>
          <p:cNvSpPr/>
          <p:nvPr/>
        </p:nvSpPr>
        <p:spPr>
          <a:xfrm>
            <a:off x="4331698" y="4337989"/>
            <a:ext cx="30114" cy="361276"/>
          </a:xfrm>
          <a:custGeom>
            <a:avLst/>
            <a:gdLst/>
            <a:ahLst/>
            <a:cxnLst/>
            <a:rect l="l" t="t" r="r" b="b"/>
            <a:pathLst>
              <a:path w="941" h="11289" extrusionOk="0">
                <a:moveTo>
                  <a:pt x="126" y="1"/>
                </a:moveTo>
                <a:lnTo>
                  <a:pt x="0" y="64"/>
                </a:lnTo>
                <a:cubicBezTo>
                  <a:pt x="408" y="847"/>
                  <a:pt x="470" y="1714"/>
                  <a:pt x="470" y="2566"/>
                </a:cubicBezTo>
                <a:cubicBezTo>
                  <a:pt x="470" y="3412"/>
                  <a:pt x="408" y="4268"/>
                  <a:pt x="350" y="5099"/>
                </a:cubicBezTo>
                <a:cubicBezTo>
                  <a:pt x="303" y="5799"/>
                  <a:pt x="251" y="6519"/>
                  <a:pt x="240" y="7235"/>
                </a:cubicBezTo>
                <a:lnTo>
                  <a:pt x="240" y="7501"/>
                </a:lnTo>
                <a:cubicBezTo>
                  <a:pt x="209" y="8917"/>
                  <a:pt x="188" y="9941"/>
                  <a:pt x="815" y="11288"/>
                </a:cubicBezTo>
                <a:lnTo>
                  <a:pt x="940" y="11225"/>
                </a:lnTo>
                <a:cubicBezTo>
                  <a:pt x="324" y="9909"/>
                  <a:pt x="345" y="8901"/>
                  <a:pt x="376" y="7501"/>
                </a:cubicBezTo>
                <a:lnTo>
                  <a:pt x="376" y="7240"/>
                </a:lnTo>
                <a:cubicBezTo>
                  <a:pt x="392" y="6530"/>
                  <a:pt x="444" y="5809"/>
                  <a:pt x="491" y="5109"/>
                </a:cubicBezTo>
                <a:cubicBezTo>
                  <a:pt x="549" y="4273"/>
                  <a:pt x="606" y="3380"/>
                  <a:pt x="606" y="2566"/>
                </a:cubicBezTo>
                <a:cubicBezTo>
                  <a:pt x="606" y="1751"/>
                  <a:pt x="549" y="811"/>
                  <a:pt x="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8"/>
          <p:cNvSpPr/>
          <p:nvPr/>
        </p:nvSpPr>
        <p:spPr>
          <a:xfrm>
            <a:off x="4380342" y="4338341"/>
            <a:ext cx="26914" cy="361084"/>
          </a:xfrm>
          <a:custGeom>
            <a:avLst/>
            <a:gdLst/>
            <a:ahLst/>
            <a:cxnLst/>
            <a:rect l="l" t="t" r="r" b="b"/>
            <a:pathLst>
              <a:path w="841" h="11283" extrusionOk="0">
                <a:moveTo>
                  <a:pt x="120" y="0"/>
                </a:moveTo>
                <a:lnTo>
                  <a:pt x="0" y="63"/>
                </a:lnTo>
                <a:cubicBezTo>
                  <a:pt x="413" y="862"/>
                  <a:pt x="460" y="1745"/>
                  <a:pt x="465" y="2607"/>
                </a:cubicBezTo>
                <a:cubicBezTo>
                  <a:pt x="470" y="3469"/>
                  <a:pt x="407" y="4336"/>
                  <a:pt x="345" y="5176"/>
                </a:cubicBezTo>
                <a:cubicBezTo>
                  <a:pt x="303" y="5892"/>
                  <a:pt x="251" y="6623"/>
                  <a:pt x="235" y="7344"/>
                </a:cubicBezTo>
                <a:cubicBezTo>
                  <a:pt x="230" y="7574"/>
                  <a:pt x="225" y="7798"/>
                  <a:pt x="214" y="7997"/>
                </a:cubicBezTo>
                <a:cubicBezTo>
                  <a:pt x="178" y="9188"/>
                  <a:pt x="152" y="10050"/>
                  <a:pt x="710" y="11282"/>
                </a:cubicBezTo>
                <a:lnTo>
                  <a:pt x="841" y="11230"/>
                </a:lnTo>
                <a:cubicBezTo>
                  <a:pt x="287" y="10018"/>
                  <a:pt x="313" y="9219"/>
                  <a:pt x="355" y="8007"/>
                </a:cubicBezTo>
                <a:cubicBezTo>
                  <a:pt x="360" y="7793"/>
                  <a:pt x="366" y="7579"/>
                  <a:pt x="371" y="7344"/>
                </a:cubicBezTo>
                <a:cubicBezTo>
                  <a:pt x="387" y="6629"/>
                  <a:pt x="439" y="5897"/>
                  <a:pt x="486" y="5192"/>
                </a:cubicBezTo>
                <a:cubicBezTo>
                  <a:pt x="543" y="4341"/>
                  <a:pt x="606" y="3427"/>
                  <a:pt x="606" y="2607"/>
                </a:cubicBezTo>
                <a:cubicBezTo>
                  <a:pt x="606" y="1781"/>
                  <a:pt x="548" y="820"/>
                  <a:pt x="1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8"/>
          <p:cNvSpPr/>
          <p:nvPr/>
        </p:nvSpPr>
        <p:spPr>
          <a:xfrm>
            <a:off x="4428793" y="4338341"/>
            <a:ext cx="26946" cy="361564"/>
          </a:xfrm>
          <a:custGeom>
            <a:avLst/>
            <a:gdLst/>
            <a:ahLst/>
            <a:cxnLst/>
            <a:rect l="l" t="t" r="r" b="b"/>
            <a:pathLst>
              <a:path w="842" h="11298" extrusionOk="0">
                <a:moveTo>
                  <a:pt x="121" y="0"/>
                </a:moveTo>
                <a:lnTo>
                  <a:pt x="1" y="63"/>
                </a:lnTo>
                <a:cubicBezTo>
                  <a:pt x="413" y="862"/>
                  <a:pt x="466" y="1745"/>
                  <a:pt x="466" y="2607"/>
                </a:cubicBezTo>
                <a:cubicBezTo>
                  <a:pt x="466" y="3469"/>
                  <a:pt x="408" y="4336"/>
                  <a:pt x="345" y="5176"/>
                </a:cubicBezTo>
                <a:cubicBezTo>
                  <a:pt x="304" y="5887"/>
                  <a:pt x="251" y="6623"/>
                  <a:pt x="236" y="7344"/>
                </a:cubicBezTo>
                <a:cubicBezTo>
                  <a:pt x="231" y="7569"/>
                  <a:pt x="225" y="7778"/>
                  <a:pt x="215" y="7976"/>
                </a:cubicBezTo>
                <a:cubicBezTo>
                  <a:pt x="178" y="9183"/>
                  <a:pt x="152" y="10050"/>
                  <a:pt x="722" y="11298"/>
                </a:cubicBezTo>
                <a:lnTo>
                  <a:pt x="842" y="11235"/>
                </a:lnTo>
                <a:cubicBezTo>
                  <a:pt x="288" y="10024"/>
                  <a:pt x="314" y="9214"/>
                  <a:pt x="356" y="7987"/>
                </a:cubicBezTo>
                <a:cubicBezTo>
                  <a:pt x="361" y="7783"/>
                  <a:pt x="366" y="7574"/>
                  <a:pt x="372" y="7344"/>
                </a:cubicBezTo>
                <a:cubicBezTo>
                  <a:pt x="387" y="6629"/>
                  <a:pt x="440" y="5897"/>
                  <a:pt x="487" y="5192"/>
                </a:cubicBezTo>
                <a:cubicBezTo>
                  <a:pt x="544" y="4341"/>
                  <a:pt x="607" y="3427"/>
                  <a:pt x="607" y="2607"/>
                </a:cubicBezTo>
                <a:cubicBezTo>
                  <a:pt x="607" y="1781"/>
                  <a:pt x="549" y="820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18"/>
          <p:cNvSpPr/>
          <p:nvPr/>
        </p:nvSpPr>
        <p:spPr>
          <a:xfrm>
            <a:off x="4477277" y="4338341"/>
            <a:ext cx="27266" cy="361916"/>
          </a:xfrm>
          <a:custGeom>
            <a:avLst/>
            <a:gdLst/>
            <a:ahLst/>
            <a:cxnLst/>
            <a:rect l="l" t="t" r="r" b="b"/>
            <a:pathLst>
              <a:path w="852" h="11309" extrusionOk="0">
                <a:moveTo>
                  <a:pt x="121" y="0"/>
                </a:moveTo>
                <a:lnTo>
                  <a:pt x="0" y="63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58"/>
                  <a:pt x="408" y="4336"/>
                  <a:pt x="345" y="5176"/>
                </a:cubicBezTo>
                <a:cubicBezTo>
                  <a:pt x="303" y="5887"/>
                  <a:pt x="251" y="6623"/>
                  <a:pt x="235" y="7344"/>
                </a:cubicBezTo>
                <a:cubicBezTo>
                  <a:pt x="230" y="7558"/>
                  <a:pt x="225" y="7762"/>
                  <a:pt x="215" y="7950"/>
                </a:cubicBezTo>
                <a:cubicBezTo>
                  <a:pt x="178" y="9172"/>
                  <a:pt x="152" y="10055"/>
                  <a:pt x="726" y="11308"/>
                </a:cubicBezTo>
                <a:lnTo>
                  <a:pt x="852" y="11251"/>
                </a:lnTo>
                <a:cubicBezTo>
                  <a:pt x="288" y="10029"/>
                  <a:pt x="314" y="9203"/>
                  <a:pt x="356" y="7960"/>
                </a:cubicBezTo>
                <a:cubicBezTo>
                  <a:pt x="361" y="7762"/>
                  <a:pt x="366" y="7558"/>
                  <a:pt x="371" y="7344"/>
                </a:cubicBezTo>
                <a:cubicBezTo>
                  <a:pt x="387" y="6629"/>
                  <a:pt x="439" y="5897"/>
                  <a:pt x="486" y="5182"/>
                </a:cubicBezTo>
                <a:cubicBezTo>
                  <a:pt x="544" y="4341"/>
                  <a:pt x="606" y="3432"/>
                  <a:pt x="606" y="2607"/>
                </a:cubicBezTo>
                <a:cubicBezTo>
                  <a:pt x="606" y="1776"/>
                  <a:pt x="549" y="820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8"/>
          <p:cNvSpPr/>
          <p:nvPr/>
        </p:nvSpPr>
        <p:spPr>
          <a:xfrm>
            <a:off x="4525761" y="4338341"/>
            <a:ext cx="27586" cy="362748"/>
          </a:xfrm>
          <a:custGeom>
            <a:avLst/>
            <a:gdLst/>
            <a:ahLst/>
            <a:cxnLst/>
            <a:rect l="l" t="t" r="r" b="b"/>
            <a:pathLst>
              <a:path w="862" h="11335" extrusionOk="0">
                <a:moveTo>
                  <a:pt x="120" y="0"/>
                </a:moveTo>
                <a:lnTo>
                  <a:pt x="0" y="63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63"/>
                  <a:pt x="402" y="4336"/>
                  <a:pt x="345" y="5176"/>
                </a:cubicBezTo>
                <a:cubicBezTo>
                  <a:pt x="303" y="5882"/>
                  <a:pt x="246" y="6623"/>
                  <a:pt x="235" y="7344"/>
                </a:cubicBezTo>
                <a:cubicBezTo>
                  <a:pt x="230" y="7543"/>
                  <a:pt x="225" y="7731"/>
                  <a:pt x="225" y="7908"/>
                </a:cubicBezTo>
                <a:cubicBezTo>
                  <a:pt x="183" y="9162"/>
                  <a:pt x="157" y="10060"/>
                  <a:pt x="737" y="11335"/>
                </a:cubicBezTo>
                <a:lnTo>
                  <a:pt x="862" y="11277"/>
                </a:lnTo>
                <a:cubicBezTo>
                  <a:pt x="293" y="10034"/>
                  <a:pt x="319" y="9193"/>
                  <a:pt x="361" y="7913"/>
                </a:cubicBezTo>
                <a:cubicBezTo>
                  <a:pt x="361" y="7731"/>
                  <a:pt x="366" y="7543"/>
                  <a:pt x="371" y="7344"/>
                </a:cubicBezTo>
                <a:cubicBezTo>
                  <a:pt x="387" y="6629"/>
                  <a:pt x="439" y="5897"/>
                  <a:pt x="486" y="5187"/>
                </a:cubicBezTo>
                <a:cubicBezTo>
                  <a:pt x="543" y="4341"/>
                  <a:pt x="616" y="3437"/>
                  <a:pt x="606" y="2607"/>
                </a:cubicBezTo>
                <a:cubicBezTo>
                  <a:pt x="601" y="1776"/>
                  <a:pt x="549" y="820"/>
                  <a:pt x="1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8"/>
          <p:cNvSpPr/>
          <p:nvPr/>
        </p:nvSpPr>
        <p:spPr>
          <a:xfrm>
            <a:off x="4574213" y="4338341"/>
            <a:ext cx="27618" cy="362748"/>
          </a:xfrm>
          <a:custGeom>
            <a:avLst/>
            <a:gdLst/>
            <a:ahLst/>
            <a:cxnLst/>
            <a:rect l="l" t="t" r="r" b="b"/>
            <a:pathLst>
              <a:path w="863" h="11335" extrusionOk="0">
                <a:moveTo>
                  <a:pt x="121" y="0"/>
                </a:moveTo>
                <a:lnTo>
                  <a:pt x="1" y="63"/>
                </a:lnTo>
                <a:cubicBezTo>
                  <a:pt x="413" y="857"/>
                  <a:pt x="466" y="1750"/>
                  <a:pt x="466" y="2607"/>
                </a:cubicBezTo>
                <a:cubicBezTo>
                  <a:pt x="466" y="3463"/>
                  <a:pt x="403" y="4336"/>
                  <a:pt x="346" y="5176"/>
                </a:cubicBezTo>
                <a:cubicBezTo>
                  <a:pt x="299" y="5882"/>
                  <a:pt x="246" y="6623"/>
                  <a:pt x="236" y="7339"/>
                </a:cubicBezTo>
                <a:cubicBezTo>
                  <a:pt x="231" y="7543"/>
                  <a:pt x="225" y="7725"/>
                  <a:pt x="225" y="7908"/>
                </a:cubicBezTo>
                <a:cubicBezTo>
                  <a:pt x="184" y="9162"/>
                  <a:pt x="158" y="10060"/>
                  <a:pt x="737" y="11335"/>
                </a:cubicBezTo>
                <a:lnTo>
                  <a:pt x="863" y="11277"/>
                </a:lnTo>
                <a:cubicBezTo>
                  <a:pt x="293" y="10034"/>
                  <a:pt x="319" y="9193"/>
                  <a:pt x="361" y="7913"/>
                </a:cubicBezTo>
                <a:cubicBezTo>
                  <a:pt x="361" y="7731"/>
                  <a:pt x="366" y="7543"/>
                  <a:pt x="372" y="7344"/>
                </a:cubicBezTo>
                <a:cubicBezTo>
                  <a:pt x="387" y="6623"/>
                  <a:pt x="440" y="5887"/>
                  <a:pt x="487" y="5187"/>
                </a:cubicBezTo>
                <a:cubicBezTo>
                  <a:pt x="544" y="4341"/>
                  <a:pt x="617" y="3437"/>
                  <a:pt x="607" y="2607"/>
                </a:cubicBezTo>
                <a:cubicBezTo>
                  <a:pt x="602" y="1776"/>
                  <a:pt x="549" y="815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18"/>
          <p:cNvSpPr/>
          <p:nvPr/>
        </p:nvSpPr>
        <p:spPr>
          <a:xfrm>
            <a:off x="4622522" y="4338341"/>
            <a:ext cx="27778" cy="362908"/>
          </a:xfrm>
          <a:custGeom>
            <a:avLst/>
            <a:gdLst/>
            <a:ahLst/>
            <a:cxnLst/>
            <a:rect l="l" t="t" r="r" b="b"/>
            <a:pathLst>
              <a:path w="868" h="11340" extrusionOk="0">
                <a:moveTo>
                  <a:pt x="121" y="0"/>
                </a:moveTo>
                <a:lnTo>
                  <a:pt x="1" y="58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63"/>
                  <a:pt x="408" y="4330"/>
                  <a:pt x="345" y="5176"/>
                </a:cubicBezTo>
                <a:cubicBezTo>
                  <a:pt x="303" y="5882"/>
                  <a:pt x="246" y="6613"/>
                  <a:pt x="236" y="7339"/>
                </a:cubicBezTo>
                <a:cubicBezTo>
                  <a:pt x="230" y="7527"/>
                  <a:pt x="225" y="7710"/>
                  <a:pt x="225" y="7882"/>
                </a:cubicBezTo>
                <a:cubicBezTo>
                  <a:pt x="183" y="9146"/>
                  <a:pt x="157" y="10065"/>
                  <a:pt x="747" y="11340"/>
                </a:cubicBezTo>
                <a:lnTo>
                  <a:pt x="868" y="11288"/>
                </a:lnTo>
                <a:cubicBezTo>
                  <a:pt x="293" y="10034"/>
                  <a:pt x="319" y="9136"/>
                  <a:pt x="361" y="7887"/>
                </a:cubicBezTo>
                <a:cubicBezTo>
                  <a:pt x="361" y="7710"/>
                  <a:pt x="366" y="7537"/>
                  <a:pt x="371" y="7344"/>
                </a:cubicBezTo>
                <a:cubicBezTo>
                  <a:pt x="387" y="6623"/>
                  <a:pt x="439" y="5887"/>
                  <a:pt x="486" y="5187"/>
                </a:cubicBezTo>
                <a:cubicBezTo>
                  <a:pt x="544" y="4341"/>
                  <a:pt x="617" y="3437"/>
                  <a:pt x="606" y="2607"/>
                </a:cubicBezTo>
                <a:cubicBezTo>
                  <a:pt x="601" y="1776"/>
                  <a:pt x="549" y="815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8"/>
          <p:cNvSpPr/>
          <p:nvPr/>
        </p:nvSpPr>
        <p:spPr>
          <a:xfrm>
            <a:off x="4671005" y="4338181"/>
            <a:ext cx="28450" cy="364732"/>
          </a:xfrm>
          <a:custGeom>
            <a:avLst/>
            <a:gdLst/>
            <a:ahLst/>
            <a:cxnLst/>
            <a:rect l="l" t="t" r="r" b="b"/>
            <a:pathLst>
              <a:path w="889" h="11397" extrusionOk="0">
                <a:moveTo>
                  <a:pt x="120" y="0"/>
                </a:moveTo>
                <a:lnTo>
                  <a:pt x="0" y="63"/>
                </a:lnTo>
                <a:cubicBezTo>
                  <a:pt x="413" y="862"/>
                  <a:pt x="465" y="1739"/>
                  <a:pt x="465" y="2601"/>
                </a:cubicBezTo>
                <a:cubicBezTo>
                  <a:pt x="465" y="3463"/>
                  <a:pt x="402" y="4335"/>
                  <a:pt x="345" y="5176"/>
                </a:cubicBezTo>
                <a:cubicBezTo>
                  <a:pt x="298" y="5887"/>
                  <a:pt x="246" y="6618"/>
                  <a:pt x="235" y="7344"/>
                </a:cubicBezTo>
                <a:cubicBezTo>
                  <a:pt x="230" y="7501"/>
                  <a:pt x="230" y="7647"/>
                  <a:pt x="225" y="7788"/>
                </a:cubicBezTo>
                <a:cubicBezTo>
                  <a:pt x="188" y="9125"/>
                  <a:pt x="162" y="10086"/>
                  <a:pt x="763" y="11397"/>
                </a:cubicBezTo>
                <a:lnTo>
                  <a:pt x="888" y="11340"/>
                </a:lnTo>
                <a:cubicBezTo>
                  <a:pt x="303" y="10060"/>
                  <a:pt x="329" y="9104"/>
                  <a:pt x="361" y="7793"/>
                </a:cubicBezTo>
                <a:cubicBezTo>
                  <a:pt x="366" y="7652"/>
                  <a:pt x="366" y="7501"/>
                  <a:pt x="371" y="7344"/>
                </a:cubicBezTo>
                <a:cubicBezTo>
                  <a:pt x="387" y="6623"/>
                  <a:pt x="439" y="5892"/>
                  <a:pt x="486" y="5187"/>
                </a:cubicBezTo>
                <a:cubicBezTo>
                  <a:pt x="543" y="4341"/>
                  <a:pt x="617" y="3427"/>
                  <a:pt x="606" y="2601"/>
                </a:cubicBezTo>
                <a:cubicBezTo>
                  <a:pt x="601" y="1781"/>
                  <a:pt x="549" y="820"/>
                  <a:pt x="1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18"/>
          <p:cNvSpPr/>
          <p:nvPr/>
        </p:nvSpPr>
        <p:spPr>
          <a:xfrm>
            <a:off x="4719457" y="4338181"/>
            <a:ext cx="28450" cy="364572"/>
          </a:xfrm>
          <a:custGeom>
            <a:avLst/>
            <a:gdLst/>
            <a:ahLst/>
            <a:cxnLst/>
            <a:rect l="l" t="t" r="r" b="b"/>
            <a:pathLst>
              <a:path w="889" h="11392" extrusionOk="0">
                <a:moveTo>
                  <a:pt x="121" y="0"/>
                </a:moveTo>
                <a:lnTo>
                  <a:pt x="1" y="63"/>
                </a:lnTo>
                <a:cubicBezTo>
                  <a:pt x="414" y="862"/>
                  <a:pt x="466" y="1745"/>
                  <a:pt x="466" y="2607"/>
                </a:cubicBezTo>
                <a:cubicBezTo>
                  <a:pt x="466" y="3468"/>
                  <a:pt x="403" y="4335"/>
                  <a:pt x="346" y="5176"/>
                </a:cubicBezTo>
                <a:cubicBezTo>
                  <a:pt x="299" y="5887"/>
                  <a:pt x="246" y="6618"/>
                  <a:pt x="236" y="7344"/>
                </a:cubicBezTo>
                <a:cubicBezTo>
                  <a:pt x="231" y="7495"/>
                  <a:pt x="231" y="7647"/>
                  <a:pt x="220" y="7788"/>
                </a:cubicBezTo>
                <a:cubicBezTo>
                  <a:pt x="189" y="9120"/>
                  <a:pt x="163" y="10086"/>
                  <a:pt x="764" y="11392"/>
                </a:cubicBezTo>
                <a:lnTo>
                  <a:pt x="889" y="11340"/>
                </a:lnTo>
                <a:cubicBezTo>
                  <a:pt x="304" y="10060"/>
                  <a:pt x="330" y="9109"/>
                  <a:pt x="361" y="7793"/>
                </a:cubicBezTo>
                <a:cubicBezTo>
                  <a:pt x="367" y="7652"/>
                  <a:pt x="367" y="7501"/>
                  <a:pt x="372" y="7344"/>
                </a:cubicBezTo>
                <a:cubicBezTo>
                  <a:pt x="387" y="6628"/>
                  <a:pt x="440" y="5897"/>
                  <a:pt x="481" y="5192"/>
                </a:cubicBezTo>
                <a:cubicBezTo>
                  <a:pt x="544" y="4341"/>
                  <a:pt x="602" y="3427"/>
                  <a:pt x="602" y="2607"/>
                </a:cubicBezTo>
                <a:cubicBezTo>
                  <a:pt x="602" y="1781"/>
                  <a:pt x="549" y="820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18"/>
          <p:cNvSpPr/>
          <p:nvPr/>
        </p:nvSpPr>
        <p:spPr>
          <a:xfrm>
            <a:off x="4767941" y="4338181"/>
            <a:ext cx="28450" cy="364572"/>
          </a:xfrm>
          <a:custGeom>
            <a:avLst/>
            <a:gdLst/>
            <a:ahLst/>
            <a:cxnLst/>
            <a:rect l="l" t="t" r="r" b="b"/>
            <a:pathLst>
              <a:path w="889" h="11392" extrusionOk="0">
                <a:moveTo>
                  <a:pt x="116" y="0"/>
                </a:moveTo>
                <a:lnTo>
                  <a:pt x="1" y="63"/>
                </a:lnTo>
                <a:cubicBezTo>
                  <a:pt x="413" y="862"/>
                  <a:pt x="465" y="1745"/>
                  <a:pt x="465" y="2607"/>
                </a:cubicBezTo>
                <a:cubicBezTo>
                  <a:pt x="465" y="3468"/>
                  <a:pt x="403" y="4335"/>
                  <a:pt x="345" y="5176"/>
                </a:cubicBezTo>
                <a:cubicBezTo>
                  <a:pt x="298" y="5887"/>
                  <a:pt x="246" y="6618"/>
                  <a:pt x="236" y="7344"/>
                </a:cubicBezTo>
                <a:cubicBezTo>
                  <a:pt x="230" y="7495"/>
                  <a:pt x="230" y="7647"/>
                  <a:pt x="220" y="7788"/>
                </a:cubicBezTo>
                <a:cubicBezTo>
                  <a:pt x="189" y="9120"/>
                  <a:pt x="163" y="10086"/>
                  <a:pt x="763" y="11392"/>
                </a:cubicBezTo>
                <a:lnTo>
                  <a:pt x="889" y="11340"/>
                </a:lnTo>
                <a:cubicBezTo>
                  <a:pt x="304" y="10055"/>
                  <a:pt x="330" y="9109"/>
                  <a:pt x="361" y="7793"/>
                </a:cubicBezTo>
                <a:cubicBezTo>
                  <a:pt x="366" y="7652"/>
                  <a:pt x="366" y="7501"/>
                  <a:pt x="371" y="7344"/>
                </a:cubicBezTo>
                <a:cubicBezTo>
                  <a:pt x="387" y="6628"/>
                  <a:pt x="439" y="5897"/>
                  <a:pt x="481" y="5192"/>
                </a:cubicBezTo>
                <a:cubicBezTo>
                  <a:pt x="544" y="4341"/>
                  <a:pt x="601" y="3432"/>
                  <a:pt x="601" y="2607"/>
                </a:cubicBezTo>
                <a:cubicBezTo>
                  <a:pt x="601" y="1776"/>
                  <a:pt x="549" y="820"/>
                  <a:pt x="1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18"/>
          <p:cNvSpPr/>
          <p:nvPr/>
        </p:nvSpPr>
        <p:spPr>
          <a:xfrm>
            <a:off x="4816425" y="4338181"/>
            <a:ext cx="28450" cy="364572"/>
          </a:xfrm>
          <a:custGeom>
            <a:avLst/>
            <a:gdLst/>
            <a:ahLst/>
            <a:cxnLst/>
            <a:rect l="l" t="t" r="r" b="b"/>
            <a:pathLst>
              <a:path w="889" h="11392" extrusionOk="0">
                <a:moveTo>
                  <a:pt x="120" y="0"/>
                </a:moveTo>
                <a:lnTo>
                  <a:pt x="0" y="63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58"/>
                  <a:pt x="403" y="4335"/>
                  <a:pt x="345" y="5176"/>
                </a:cubicBezTo>
                <a:cubicBezTo>
                  <a:pt x="298" y="5881"/>
                  <a:pt x="246" y="6618"/>
                  <a:pt x="235" y="7344"/>
                </a:cubicBezTo>
                <a:cubicBezTo>
                  <a:pt x="230" y="7495"/>
                  <a:pt x="230" y="7647"/>
                  <a:pt x="225" y="7788"/>
                </a:cubicBezTo>
                <a:cubicBezTo>
                  <a:pt x="188" y="9120"/>
                  <a:pt x="162" y="10086"/>
                  <a:pt x="763" y="11392"/>
                </a:cubicBezTo>
                <a:lnTo>
                  <a:pt x="888" y="11334"/>
                </a:lnTo>
                <a:cubicBezTo>
                  <a:pt x="303" y="10055"/>
                  <a:pt x="329" y="9109"/>
                  <a:pt x="361" y="7788"/>
                </a:cubicBezTo>
                <a:cubicBezTo>
                  <a:pt x="366" y="7647"/>
                  <a:pt x="366" y="7501"/>
                  <a:pt x="371" y="7344"/>
                </a:cubicBezTo>
                <a:cubicBezTo>
                  <a:pt x="387" y="6628"/>
                  <a:pt x="439" y="5897"/>
                  <a:pt x="486" y="5181"/>
                </a:cubicBezTo>
                <a:cubicBezTo>
                  <a:pt x="544" y="4341"/>
                  <a:pt x="601" y="3432"/>
                  <a:pt x="601" y="2607"/>
                </a:cubicBezTo>
                <a:cubicBezTo>
                  <a:pt x="601" y="1776"/>
                  <a:pt x="549" y="820"/>
                  <a:pt x="1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18"/>
          <p:cNvSpPr/>
          <p:nvPr/>
        </p:nvSpPr>
        <p:spPr>
          <a:xfrm>
            <a:off x="4864909" y="4338181"/>
            <a:ext cx="28418" cy="364572"/>
          </a:xfrm>
          <a:custGeom>
            <a:avLst/>
            <a:gdLst/>
            <a:ahLst/>
            <a:cxnLst/>
            <a:rect l="l" t="t" r="r" b="b"/>
            <a:pathLst>
              <a:path w="888" h="11392" extrusionOk="0">
                <a:moveTo>
                  <a:pt x="115" y="0"/>
                </a:moveTo>
                <a:lnTo>
                  <a:pt x="0" y="63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58"/>
                  <a:pt x="402" y="4335"/>
                  <a:pt x="345" y="5176"/>
                </a:cubicBezTo>
                <a:cubicBezTo>
                  <a:pt x="298" y="5881"/>
                  <a:pt x="246" y="6618"/>
                  <a:pt x="235" y="7339"/>
                </a:cubicBezTo>
                <a:cubicBezTo>
                  <a:pt x="230" y="7495"/>
                  <a:pt x="230" y="7647"/>
                  <a:pt x="219" y="7788"/>
                </a:cubicBezTo>
                <a:cubicBezTo>
                  <a:pt x="188" y="9120"/>
                  <a:pt x="162" y="10086"/>
                  <a:pt x="763" y="11392"/>
                </a:cubicBezTo>
                <a:lnTo>
                  <a:pt x="888" y="11334"/>
                </a:lnTo>
                <a:cubicBezTo>
                  <a:pt x="303" y="10055"/>
                  <a:pt x="329" y="9109"/>
                  <a:pt x="360" y="7788"/>
                </a:cubicBezTo>
                <a:cubicBezTo>
                  <a:pt x="366" y="7647"/>
                  <a:pt x="366" y="7495"/>
                  <a:pt x="371" y="7344"/>
                </a:cubicBezTo>
                <a:cubicBezTo>
                  <a:pt x="387" y="6628"/>
                  <a:pt x="439" y="5897"/>
                  <a:pt x="481" y="5181"/>
                </a:cubicBezTo>
                <a:cubicBezTo>
                  <a:pt x="543" y="4341"/>
                  <a:pt x="601" y="3432"/>
                  <a:pt x="601" y="2607"/>
                </a:cubicBezTo>
                <a:cubicBezTo>
                  <a:pt x="601" y="1776"/>
                  <a:pt x="548" y="820"/>
                  <a:pt x="1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8"/>
          <p:cNvSpPr/>
          <p:nvPr/>
        </p:nvSpPr>
        <p:spPr>
          <a:xfrm>
            <a:off x="4913360" y="4338181"/>
            <a:ext cx="28450" cy="364572"/>
          </a:xfrm>
          <a:custGeom>
            <a:avLst/>
            <a:gdLst/>
            <a:ahLst/>
            <a:cxnLst/>
            <a:rect l="l" t="t" r="r" b="b"/>
            <a:pathLst>
              <a:path w="889" h="11392" extrusionOk="0">
                <a:moveTo>
                  <a:pt x="121" y="0"/>
                </a:moveTo>
                <a:lnTo>
                  <a:pt x="1" y="58"/>
                </a:lnTo>
                <a:cubicBezTo>
                  <a:pt x="413" y="857"/>
                  <a:pt x="466" y="1750"/>
                  <a:pt x="466" y="2607"/>
                </a:cubicBezTo>
                <a:cubicBezTo>
                  <a:pt x="466" y="3458"/>
                  <a:pt x="403" y="4325"/>
                  <a:pt x="345" y="5171"/>
                </a:cubicBezTo>
                <a:cubicBezTo>
                  <a:pt x="298" y="5881"/>
                  <a:pt x="246" y="6613"/>
                  <a:pt x="236" y="7339"/>
                </a:cubicBezTo>
                <a:cubicBezTo>
                  <a:pt x="231" y="7495"/>
                  <a:pt x="231" y="7636"/>
                  <a:pt x="225" y="7783"/>
                </a:cubicBezTo>
                <a:cubicBezTo>
                  <a:pt x="189" y="9120"/>
                  <a:pt x="163" y="10081"/>
                  <a:pt x="763" y="11392"/>
                </a:cubicBezTo>
                <a:lnTo>
                  <a:pt x="889" y="11334"/>
                </a:lnTo>
                <a:cubicBezTo>
                  <a:pt x="304" y="10055"/>
                  <a:pt x="330" y="9099"/>
                  <a:pt x="361" y="7788"/>
                </a:cubicBezTo>
                <a:cubicBezTo>
                  <a:pt x="366" y="7647"/>
                  <a:pt x="366" y="7495"/>
                  <a:pt x="372" y="7344"/>
                </a:cubicBezTo>
                <a:cubicBezTo>
                  <a:pt x="387" y="6618"/>
                  <a:pt x="439" y="5887"/>
                  <a:pt x="486" y="5181"/>
                </a:cubicBezTo>
                <a:cubicBezTo>
                  <a:pt x="544" y="4335"/>
                  <a:pt x="601" y="3432"/>
                  <a:pt x="601" y="2607"/>
                </a:cubicBezTo>
                <a:cubicBezTo>
                  <a:pt x="601" y="1776"/>
                  <a:pt x="549" y="815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18"/>
          <p:cNvSpPr/>
          <p:nvPr/>
        </p:nvSpPr>
        <p:spPr>
          <a:xfrm>
            <a:off x="4961844" y="4338181"/>
            <a:ext cx="28450" cy="364572"/>
          </a:xfrm>
          <a:custGeom>
            <a:avLst/>
            <a:gdLst/>
            <a:ahLst/>
            <a:cxnLst/>
            <a:rect l="l" t="t" r="r" b="b"/>
            <a:pathLst>
              <a:path w="889" h="11392" extrusionOk="0">
                <a:moveTo>
                  <a:pt x="121" y="0"/>
                </a:moveTo>
                <a:lnTo>
                  <a:pt x="0" y="58"/>
                </a:lnTo>
                <a:cubicBezTo>
                  <a:pt x="413" y="857"/>
                  <a:pt x="465" y="1750"/>
                  <a:pt x="465" y="2607"/>
                </a:cubicBezTo>
                <a:cubicBezTo>
                  <a:pt x="465" y="3458"/>
                  <a:pt x="403" y="4325"/>
                  <a:pt x="345" y="5171"/>
                </a:cubicBezTo>
                <a:cubicBezTo>
                  <a:pt x="298" y="5881"/>
                  <a:pt x="246" y="6613"/>
                  <a:pt x="235" y="7339"/>
                </a:cubicBezTo>
                <a:cubicBezTo>
                  <a:pt x="230" y="7495"/>
                  <a:pt x="230" y="7636"/>
                  <a:pt x="220" y="7783"/>
                </a:cubicBezTo>
                <a:cubicBezTo>
                  <a:pt x="188" y="9120"/>
                  <a:pt x="162" y="10081"/>
                  <a:pt x="763" y="11392"/>
                </a:cubicBezTo>
                <a:lnTo>
                  <a:pt x="888" y="11334"/>
                </a:lnTo>
                <a:cubicBezTo>
                  <a:pt x="303" y="10055"/>
                  <a:pt x="329" y="9099"/>
                  <a:pt x="361" y="7788"/>
                </a:cubicBezTo>
                <a:cubicBezTo>
                  <a:pt x="366" y="7647"/>
                  <a:pt x="366" y="7495"/>
                  <a:pt x="371" y="7344"/>
                </a:cubicBezTo>
                <a:cubicBezTo>
                  <a:pt x="387" y="6618"/>
                  <a:pt x="439" y="5887"/>
                  <a:pt x="481" y="5181"/>
                </a:cubicBezTo>
                <a:cubicBezTo>
                  <a:pt x="544" y="4341"/>
                  <a:pt x="601" y="3432"/>
                  <a:pt x="601" y="2607"/>
                </a:cubicBezTo>
                <a:cubicBezTo>
                  <a:pt x="601" y="1776"/>
                  <a:pt x="549" y="815"/>
                  <a:pt x="1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18"/>
          <p:cNvSpPr/>
          <p:nvPr/>
        </p:nvSpPr>
        <p:spPr>
          <a:xfrm>
            <a:off x="5010328" y="4337989"/>
            <a:ext cx="28450" cy="364604"/>
          </a:xfrm>
          <a:custGeom>
            <a:avLst/>
            <a:gdLst/>
            <a:ahLst/>
            <a:cxnLst/>
            <a:rect l="l" t="t" r="r" b="b"/>
            <a:pathLst>
              <a:path w="889" h="11393" extrusionOk="0">
                <a:moveTo>
                  <a:pt x="115" y="1"/>
                </a:moveTo>
                <a:lnTo>
                  <a:pt x="0" y="64"/>
                </a:lnTo>
                <a:cubicBezTo>
                  <a:pt x="413" y="863"/>
                  <a:pt x="465" y="1740"/>
                  <a:pt x="465" y="2602"/>
                </a:cubicBezTo>
                <a:cubicBezTo>
                  <a:pt x="465" y="3464"/>
                  <a:pt x="402" y="4336"/>
                  <a:pt x="345" y="5177"/>
                </a:cubicBezTo>
                <a:cubicBezTo>
                  <a:pt x="298" y="5887"/>
                  <a:pt x="246" y="6619"/>
                  <a:pt x="235" y="7345"/>
                </a:cubicBezTo>
                <a:cubicBezTo>
                  <a:pt x="230" y="7496"/>
                  <a:pt x="230" y="7642"/>
                  <a:pt x="219" y="7789"/>
                </a:cubicBezTo>
                <a:cubicBezTo>
                  <a:pt x="188" y="9120"/>
                  <a:pt x="162" y="10087"/>
                  <a:pt x="763" y="11393"/>
                </a:cubicBezTo>
                <a:lnTo>
                  <a:pt x="888" y="11340"/>
                </a:lnTo>
                <a:cubicBezTo>
                  <a:pt x="303" y="10061"/>
                  <a:pt x="329" y="9105"/>
                  <a:pt x="361" y="7794"/>
                </a:cubicBezTo>
                <a:cubicBezTo>
                  <a:pt x="366" y="7653"/>
                  <a:pt x="366" y="7501"/>
                  <a:pt x="371" y="7345"/>
                </a:cubicBezTo>
                <a:cubicBezTo>
                  <a:pt x="387" y="6624"/>
                  <a:pt x="439" y="5893"/>
                  <a:pt x="481" y="5187"/>
                </a:cubicBezTo>
                <a:cubicBezTo>
                  <a:pt x="543" y="4341"/>
                  <a:pt x="601" y="3427"/>
                  <a:pt x="601" y="2602"/>
                </a:cubicBezTo>
                <a:cubicBezTo>
                  <a:pt x="601" y="1782"/>
                  <a:pt x="549" y="821"/>
                  <a:pt x="1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8"/>
          <p:cNvSpPr/>
          <p:nvPr/>
        </p:nvSpPr>
        <p:spPr>
          <a:xfrm>
            <a:off x="5058780" y="4337989"/>
            <a:ext cx="28450" cy="364604"/>
          </a:xfrm>
          <a:custGeom>
            <a:avLst/>
            <a:gdLst/>
            <a:ahLst/>
            <a:cxnLst/>
            <a:rect l="l" t="t" r="r" b="b"/>
            <a:pathLst>
              <a:path w="889" h="11393" extrusionOk="0">
                <a:moveTo>
                  <a:pt x="121" y="1"/>
                </a:moveTo>
                <a:lnTo>
                  <a:pt x="1" y="64"/>
                </a:lnTo>
                <a:cubicBezTo>
                  <a:pt x="413" y="863"/>
                  <a:pt x="466" y="1740"/>
                  <a:pt x="466" y="2602"/>
                </a:cubicBezTo>
                <a:cubicBezTo>
                  <a:pt x="466" y="3464"/>
                  <a:pt x="403" y="4336"/>
                  <a:pt x="346" y="5177"/>
                </a:cubicBezTo>
                <a:cubicBezTo>
                  <a:pt x="299" y="5887"/>
                  <a:pt x="246" y="6619"/>
                  <a:pt x="236" y="7345"/>
                </a:cubicBezTo>
                <a:cubicBezTo>
                  <a:pt x="231" y="7496"/>
                  <a:pt x="231" y="7642"/>
                  <a:pt x="225" y="7789"/>
                </a:cubicBezTo>
                <a:cubicBezTo>
                  <a:pt x="189" y="9120"/>
                  <a:pt x="163" y="10087"/>
                  <a:pt x="763" y="11393"/>
                </a:cubicBezTo>
                <a:lnTo>
                  <a:pt x="889" y="11340"/>
                </a:lnTo>
                <a:cubicBezTo>
                  <a:pt x="304" y="10061"/>
                  <a:pt x="330" y="9105"/>
                  <a:pt x="361" y="7794"/>
                </a:cubicBezTo>
                <a:cubicBezTo>
                  <a:pt x="366" y="7653"/>
                  <a:pt x="366" y="7501"/>
                  <a:pt x="372" y="7345"/>
                </a:cubicBezTo>
                <a:cubicBezTo>
                  <a:pt x="387" y="6624"/>
                  <a:pt x="440" y="5893"/>
                  <a:pt x="487" y="5187"/>
                </a:cubicBezTo>
                <a:cubicBezTo>
                  <a:pt x="544" y="4341"/>
                  <a:pt x="601" y="3433"/>
                  <a:pt x="601" y="2602"/>
                </a:cubicBezTo>
                <a:cubicBezTo>
                  <a:pt x="601" y="1777"/>
                  <a:pt x="549" y="821"/>
                  <a:pt x="12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18"/>
          <p:cNvSpPr/>
          <p:nvPr/>
        </p:nvSpPr>
        <p:spPr>
          <a:xfrm>
            <a:off x="5107263" y="4337989"/>
            <a:ext cx="28450" cy="364604"/>
          </a:xfrm>
          <a:custGeom>
            <a:avLst/>
            <a:gdLst/>
            <a:ahLst/>
            <a:cxnLst/>
            <a:rect l="l" t="t" r="r" b="b"/>
            <a:pathLst>
              <a:path w="889" h="11393" extrusionOk="0">
                <a:moveTo>
                  <a:pt x="115" y="1"/>
                </a:moveTo>
                <a:lnTo>
                  <a:pt x="1" y="64"/>
                </a:lnTo>
                <a:cubicBezTo>
                  <a:pt x="413" y="852"/>
                  <a:pt x="465" y="1751"/>
                  <a:pt x="465" y="2602"/>
                </a:cubicBezTo>
                <a:cubicBezTo>
                  <a:pt x="465" y="3459"/>
                  <a:pt x="403" y="4336"/>
                  <a:pt x="345" y="5177"/>
                </a:cubicBezTo>
                <a:cubicBezTo>
                  <a:pt x="298" y="5882"/>
                  <a:pt x="246" y="6619"/>
                  <a:pt x="236" y="7345"/>
                </a:cubicBezTo>
                <a:cubicBezTo>
                  <a:pt x="230" y="7496"/>
                  <a:pt x="230" y="7642"/>
                  <a:pt x="220" y="7789"/>
                </a:cubicBezTo>
                <a:cubicBezTo>
                  <a:pt x="189" y="9120"/>
                  <a:pt x="162" y="10087"/>
                  <a:pt x="763" y="11393"/>
                </a:cubicBezTo>
                <a:lnTo>
                  <a:pt x="888" y="11335"/>
                </a:lnTo>
                <a:cubicBezTo>
                  <a:pt x="303" y="10055"/>
                  <a:pt x="330" y="9105"/>
                  <a:pt x="361" y="7789"/>
                </a:cubicBezTo>
                <a:cubicBezTo>
                  <a:pt x="366" y="7642"/>
                  <a:pt x="366" y="7501"/>
                  <a:pt x="371" y="7345"/>
                </a:cubicBezTo>
                <a:cubicBezTo>
                  <a:pt x="387" y="6624"/>
                  <a:pt x="439" y="5893"/>
                  <a:pt x="481" y="5182"/>
                </a:cubicBezTo>
                <a:cubicBezTo>
                  <a:pt x="544" y="4341"/>
                  <a:pt x="601" y="3433"/>
                  <a:pt x="601" y="2602"/>
                </a:cubicBezTo>
                <a:cubicBezTo>
                  <a:pt x="601" y="1777"/>
                  <a:pt x="549" y="821"/>
                  <a:pt x="1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18"/>
          <p:cNvSpPr/>
          <p:nvPr/>
        </p:nvSpPr>
        <p:spPr>
          <a:xfrm>
            <a:off x="3977319" y="4318947"/>
            <a:ext cx="1185309" cy="34307"/>
          </a:xfrm>
          <a:custGeom>
            <a:avLst/>
            <a:gdLst/>
            <a:ahLst/>
            <a:cxnLst/>
            <a:rect l="l" t="t" r="r" b="b"/>
            <a:pathLst>
              <a:path w="37038" h="1072" extrusionOk="0">
                <a:moveTo>
                  <a:pt x="17968" y="1"/>
                </a:moveTo>
                <a:lnTo>
                  <a:pt x="0" y="1"/>
                </a:lnTo>
                <a:lnTo>
                  <a:pt x="1066" y="1071"/>
                </a:lnTo>
                <a:lnTo>
                  <a:pt x="17968" y="1071"/>
                </a:lnTo>
                <a:lnTo>
                  <a:pt x="35967" y="1071"/>
                </a:lnTo>
                <a:lnTo>
                  <a:pt x="3703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18"/>
          <p:cNvSpPr/>
          <p:nvPr/>
        </p:nvSpPr>
        <p:spPr>
          <a:xfrm>
            <a:off x="5128321" y="4318947"/>
            <a:ext cx="34307" cy="411552"/>
          </a:xfrm>
          <a:custGeom>
            <a:avLst/>
            <a:gdLst/>
            <a:ahLst/>
            <a:cxnLst/>
            <a:rect l="l" t="t" r="r" b="b"/>
            <a:pathLst>
              <a:path w="1072" h="12860" extrusionOk="0">
                <a:moveTo>
                  <a:pt x="1071" y="1"/>
                </a:moveTo>
                <a:lnTo>
                  <a:pt x="1071" y="12860"/>
                </a:lnTo>
                <a:lnTo>
                  <a:pt x="1" y="12860"/>
                </a:lnTo>
                <a:lnTo>
                  <a:pt x="1" y="10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18"/>
          <p:cNvSpPr/>
          <p:nvPr/>
        </p:nvSpPr>
        <p:spPr>
          <a:xfrm>
            <a:off x="3977319" y="4318947"/>
            <a:ext cx="34115" cy="411552"/>
          </a:xfrm>
          <a:custGeom>
            <a:avLst/>
            <a:gdLst/>
            <a:ahLst/>
            <a:cxnLst/>
            <a:rect l="l" t="t" r="r" b="b"/>
            <a:pathLst>
              <a:path w="1066" h="12860" extrusionOk="0">
                <a:moveTo>
                  <a:pt x="0" y="1"/>
                </a:moveTo>
                <a:lnTo>
                  <a:pt x="0" y="12860"/>
                </a:lnTo>
                <a:lnTo>
                  <a:pt x="1066" y="12860"/>
                </a:lnTo>
                <a:lnTo>
                  <a:pt x="1066" y="10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8"/>
          <p:cNvSpPr/>
          <p:nvPr/>
        </p:nvSpPr>
        <p:spPr>
          <a:xfrm>
            <a:off x="8630847" y="2165662"/>
            <a:ext cx="160813" cy="160813"/>
          </a:xfrm>
          <a:custGeom>
            <a:avLst/>
            <a:gdLst/>
            <a:ahLst/>
            <a:cxnLst/>
            <a:rect l="l" t="t" r="r" b="b"/>
            <a:pathLst>
              <a:path w="5025" h="5025" extrusionOk="0">
                <a:moveTo>
                  <a:pt x="2513" y="0"/>
                </a:moveTo>
                <a:cubicBezTo>
                  <a:pt x="1123" y="0"/>
                  <a:pt x="0" y="1123"/>
                  <a:pt x="0" y="2513"/>
                </a:cubicBezTo>
                <a:cubicBezTo>
                  <a:pt x="0" y="3902"/>
                  <a:pt x="1123" y="5025"/>
                  <a:pt x="2513" y="5025"/>
                </a:cubicBezTo>
                <a:cubicBezTo>
                  <a:pt x="3902" y="5025"/>
                  <a:pt x="5025" y="3902"/>
                  <a:pt x="5025" y="2513"/>
                </a:cubicBezTo>
                <a:cubicBezTo>
                  <a:pt x="5025" y="1123"/>
                  <a:pt x="3902" y="0"/>
                  <a:pt x="251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18"/>
          <p:cNvSpPr/>
          <p:nvPr/>
        </p:nvSpPr>
        <p:spPr>
          <a:xfrm>
            <a:off x="8061683" y="2370734"/>
            <a:ext cx="158828" cy="145515"/>
          </a:xfrm>
          <a:custGeom>
            <a:avLst/>
            <a:gdLst/>
            <a:ahLst/>
            <a:cxnLst/>
            <a:rect l="l" t="t" r="r" b="b"/>
            <a:pathLst>
              <a:path w="4963" h="4547" extrusionOk="0">
                <a:moveTo>
                  <a:pt x="2568" y="1"/>
                </a:moveTo>
                <a:cubicBezTo>
                  <a:pt x="1852" y="1"/>
                  <a:pt x="1164" y="341"/>
                  <a:pt x="732" y="941"/>
                </a:cubicBezTo>
                <a:cubicBezTo>
                  <a:pt x="1" y="1960"/>
                  <a:pt x="225" y="3375"/>
                  <a:pt x="1244" y="4117"/>
                </a:cubicBezTo>
                <a:cubicBezTo>
                  <a:pt x="1637" y="4402"/>
                  <a:pt x="2103" y="4546"/>
                  <a:pt x="2569" y="4546"/>
                </a:cubicBezTo>
                <a:cubicBezTo>
                  <a:pt x="2982" y="4546"/>
                  <a:pt x="3396" y="4434"/>
                  <a:pt x="3761" y="4206"/>
                </a:cubicBezTo>
                <a:cubicBezTo>
                  <a:pt x="4545" y="3725"/>
                  <a:pt x="4963" y="2821"/>
                  <a:pt x="4816" y="1913"/>
                </a:cubicBezTo>
                <a:cubicBezTo>
                  <a:pt x="4670" y="1004"/>
                  <a:pt x="3991" y="278"/>
                  <a:pt x="3098" y="64"/>
                </a:cubicBezTo>
                <a:cubicBezTo>
                  <a:pt x="2922" y="21"/>
                  <a:pt x="2744" y="1"/>
                  <a:pt x="256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18"/>
          <p:cNvSpPr/>
          <p:nvPr/>
        </p:nvSpPr>
        <p:spPr>
          <a:xfrm>
            <a:off x="7539485" y="2449681"/>
            <a:ext cx="148972" cy="143371"/>
          </a:xfrm>
          <a:custGeom>
            <a:avLst/>
            <a:gdLst/>
            <a:ahLst/>
            <a:cxnLst/>
            <a:rect l="l" t="t" r="r" b="b"/>
            <a:pathLst>
              <a:path w="4655" h="4480" extrusionOk="0">
                <a:moveTo>
                  <a:pt x="2241" y="1"/>
                </a:moveTo>
                <a:cubicBezTo>
                  <a:pt x="1004" y="1"/>
                  <a:pt x="1" y="1004"/>
                  <a:pt x="1" y="2242"/>
                </a:cubicBezTo>
                <a:cubicBezTo>
                  <a:pt x="1" y="3145"/>
                  <a:pt x="549" y="3965"/>
                  <a:pt x="1385" y="4310"/>
                </a:cubicBezTo>
                <a:cubicBezTo>
                  <a:pt x="1662" y="4424"/>
                  <a:pt x="1953" y="4480"/>
                  <a:pt x="2243" y="4480"/>
                </a:cubicBezTo>
                <a:cubicBezTo>
                  <a:pt x="2825" y="4480"/>
                  <a:pt x="3398" y="4254"/>
                  <a:pt x="3824" y="3824"/>
                </a:cubicBezTo>
                <a:cubicBezTo>
                  <a:pt x="4466" y="3187"/>
                  <a:pt x="4654" y="2221"/>
                  <a:pt x="4310" y="1385"/>
                </a:cubicBezTo>
                <a:cubicBezTo>
                  <a:pt x="3965" y="549"/>
                  <a:pt x="3145" y="1"/>
                  <a:pt x="22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18"/>
          <p:cNvSpPr/>
          <p:nvPr/>
        </p:nvSpPr>
        <p:spPr>
          <a:xfrm>
            <a:off x="7063768" y="2575739"/>
            <a:ext cx="131242" cy="126218"/>
          </a:xfrm>
          <a:custGeom>
            <a:avLst/>
            <a:gdLst/>
            <a:ahLst/>
            <a:cxnLst/>
            <a:rect l="l" t="t" r="r" b="b"/>
            <a:pathLst>
              <a:path w="4101" h="3944" extrusionOk="0">
                <a:moveTo>
                  <a:pt x="1975" y="0"/>
                </a:moveTo>
                <a:cubicBezTo>
                  <a:pt x="883" y="5"/>
                  <a:pt x="6" y="883"/>
                  <a:pt x="1" y="1969"/>
                </a:cubicBezTo>
                <a:cubicBezTo>
                  <a:pt x="1" y="2768"/>
                  <a:pt x="481" y="3489"/>
                  <a:pt x="1218" y="3792"/>
                </a:cubicBezTo>
                <a:cubicBezTo>
                  <a:pt x="1461" y="3894"/>
                  <a:pt x="1717" y="3943"/>
                  <a:pt x="1970" y="3943"/>
                </a:cubicBezTo>
                <a:cubicBezTo>
                  <a:pt x="2483" y="3943"/>
                  <a:pt x="2987" y="3741"/>
                  <a:pt x="3364" y="3364"/>
                </a:cubicBezTo>
                <a:cubicBezTo>
                  <a:pt x="3929" y="2800"/>
                  <a:pt x="4101" y="1953"/>
                  <a:pt x="3793" y="1217"/>
                </a:cubicBezTo>
                <a:cubicBezTo>
                  <a:pt x="3490" y="481"/>
                  <a:pt x="2769" y="0"/>
                  <a:pt x="19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18"/>
          <p:cNvSpPr/>
          <p:nvPr/>
        </p:nvSpPr>
        <p:spPr>
          <a:xfrm>
            <a:off x="6603092" y="2669826"/>
            <a:ext cx="131434" cy="126154"/>
          </a:xfrm>
          <a:custGeom>
            <a:avLst/>
            <a:gdLst/>
            <a:ahLst/>
            <a:cxnLst/>
            <a:rect l="l" t="t" r="r" b="b"/>
            <a:pathLst>
              <a:path w="4107" h="3942" extrusionOk="0">
                <a:moveTo>
                  <a:pt x="1971" y="1"/>
                </a:moveTo>
                <a:cubicBezTo>
                  <a:pt x="884" y="1"/>
                  <a:pt x="1" y="887"/>
                  <a:pt x="6" y="1975"/>
                </a:cubicBezTo>
                <a:cubicBezTo>
                  <a:pt x="11" y="2774"/>
                  <a:pt x="492" y="3490"/>
                  <a:pt x="1228" y="3793"/>
                </a:cubicBezTo>
                <a:cubicBezTo>
                  <a:pt x="1471" y="3893"/>
                  <a:pt x="1727" y="3941"/>
                  <a:pt x="1979" y="3941"/>
                </a:cubicBezTo>
                <a:cubicBezTo>
                  <a:pt x="2493" y="3941"/>
                  <a:pt x="2997" y="3740"/>
                  <a:pt x="3375" y="3359"/>
                </a:cubicBezTo>
                <a:cubicBezTo>
                  <a:pt x="3939" y="2795"/>
                  <a:pt x="4106" y="1949"/>
                  <a:pt x="3798" y="1212"/>
                </a:cubicBezTo>
                <a:cubicBezTo>
                  <a:pt x="3495" y="476"/>
                  <a:pt x="2774" y="1"/>
                  <a:pt x="1980" y="1"/>
                </a:cubicBezTo>
                <a:cubicBezTo>
                  <a:pt x="1977" y="1"/>
                  <a:pt x="1974" y="1"/>
                  <a:pt x="19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18"/>
          <p:cNvSpPr/>
          <p:nvPr/>
        </p:nvSpPr>
        <p:spPr>
          <a:xfrm>
            <a:off x="6164658" y="2720486"/>
            <a:ext cx="139947" cy="134635"/>
          </a:xfrm>
          <a:custGeom>
            <a:avLst/>
            <a:gdLst/>
            <a:ahLst/>
            <a:cxnLst/>
            <a:rect l="l" t="t" r="r" b="b"/>
            <a:pathLst>
              <a:path w="4373" h="4207" extrusionOk="0">
                <a:moveTo>
                  <a:pt x="2106" y="0"/>
                </a:moveTo>
                <a:cubicBezTo>
                  <a:pt x="941" y="0"/>
                  <a:pt x="1" y="946"/>
                  <a:pt x="1" y="2110"/>
                </a:cubicBezTo>
                <a:cubicBezTo>
                  <a:pt x="6" y="2962"/>
                  <a:pt x="518" y="3724"/>
                  <a:pt x="1307" y="4048"/>
                </a:cubicBezTo>
                <a:cubicBezTo>
                  <a:pt x="1564" y="4155"/>
                  <a:pt x="1835" y="4206"/>
                  <a:pt x="2104" y="4206"/>
                </a:cubicBezTo>
                <a:cubicBezTo>
                  <a:pt x="2652" y="4206"/>
                  <a:pt x="3191" y="3991"/>
                  <a:pt x="3594" y="3588"/>
                </a:cubicBezTo>
                <a:cubicBezTo>
                  <a:pt x="4195" y="2988"/>
                  <a:pt x="4372" y="2084"/>
                  <a:pt x="4043" y="1296"/>
                </a:cubicBezTo>
                <a:cubicBezTo>
                  <a:pt x="3720" y="512"/>
                  <a:pt x="2952" y="0"/>
                  <a:pt x="21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18"/>
          <p:cNvSpPr/>
          <p:nvPr/>
        </p:nvSpPr>
        <p:spPr>
          <a:xfrm>
            <a:off x="5644489" y="2747880"/>
            <a:ext cx="139787" cy="134603"/>
          </a:xfrm>
          <a:custGeom>
            <a:avLst/>
            <a:gdLst/>
            <a:ahLst/>
            <a:cxnLst/>
            <a:rect l="l" t="t" r="r" b="b"/>
            <a:pathLst>
              <a:path w="4368" h="4206" extrusionOk="0">
                <a:moveTo>
                  <a:pt x="2100" y="1"/>
                </a:moveTo>
                <a:cubicBezTo>
                  <a:pt x="941" y="1"/>
                  <a:pt x="1" y="941"/>
                  <a:pt x="1" y="2106"/>
                </a:cubicBezTo>
                <a:cubicBezTo>
                  <a:pt x="1" y="2952"/>
                  <a:pt x="512" y="3720"/>
                  <a:pt x="1296" y="4043"/>
                </a:cubicBezTo>
                <a:cubicBezTo>
                  <a:pt x="1557" y="4153"/>
                  <a:pt x="1831" y="4205"/>
                  <a:pt x="2103" y="4205"/>
                </a:cubicBezTo>
                <a:cubicBezTo>
                  <a:pt x="2650" y="4205"/>
                  <a:pt x="3187" y="3991"/>
                  <a:pt x="3589" y="3589"/>
                </a:cubicBezTo>
                <a:cubicBezTo>
                  <a:pt x="4189" y="2988"/>
                  <a:pt x="4367" y="2085"/>
                  <a:pt x="4043" y="1296"/>
                </a:cubicBezTo>
                <a:cubicBezTo>
                  <a:pt x="3719" y="513"/>
                  <a:pt x="2952" y="1"/>
                  <a:pt x="21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18"/>
          <p:cNvSpPr/>
          <p:nvPr/>
        </p:nvSpPr>
        <p:spPr>
          <a:xfrm>
            <a:off x="5107103" y="2769962"/>
            <a:ext cx="139755" cy="134667"/>
          </a:xfrm>
          <a:custGeom>
            <a:avLst/>
            <a:gdLst/>
            <a:ahLst/>
            <a:cxnLst/>
            <a:rect l="l" t="t" r="r" b="b"/>
            <a:pathLst>
              <a:path w="4367" h="4208" extrusionOk="0">
                <a:moveTo>
                  <a:pt x="2100" y="0"/>
                </a:moveTo>
                <a:cubicBezTo>
                  <a:pt x="940" y="0"/>
                  <a:pt x="0" y="946"/>
                  <a:pt x="0" y="2105"/>
                </a:cubicBezTo>
                <a:cubicBezTo>
                  <a:pt x="0" y="2957"/>
                  <a:pt x="512" y="3724"/>
                  <a:pt x="1296" y="4048"/>
                </a:cubicBezTo>
                <a:cubicBezTo>
                  <a:pt x="1557" y="4155"/>
                  <a:pt x="1831" y="4208"/>
                  <a:pt x="2103" y="4208"/>
                </a:cubicBezTo>
                <a:cubicBezTo>
                  <a:pt x="2650" y="4208"/>
                  <a:pt x="3187" y="3995"/>
                  <a:pt x="3589" y="3594"/>
                </a:cubicBezTo>
                <a:cubicBezTo>
                  <a:pt x="4189" y="2988"/>
                  <a:pt x="4367" y="2084"/>
                  <a:pt x="4043" y="1301"/>
                </a:cubicBezTo>
                <a:cubicBezTo>
                  <a:pt x="3719" y="517"/>
                  <a:pt x="2951" y="0"/>
                  <a:pt x="2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18"/>
          <p:cNvSpPr/>
          <p:nvPr/>
        </p:nvSpPr>
        <p:spPr>
          <a:xfrm>
            <a:off x="1036097" y="2302406"/>
            <a:ext cx="167693" cy="160909"/>
          </a:xfrm>
          <a:custGeom>
            <a:avLst/>
            <a:gdLst/>
            <a:ahLst/>
            <a:cxnLst/>
            <a:rect l="l" t="t" r="r" b="b"/>
            <a:pathLst>
              <a:path w="5240" h="5028" extrusionOk="0">
                <a:moveTo>
                  <a:pt x="2708" y="1"/>
                </a:moveTo>
                <a:cubicBezTo>
                  <a:pt x="2692" y="1"/>
                  <a:pt x="2676" y="1"/>
                  <a:pt x="2659" y="1"/>
                </a:cubicBezTo>
                <a:cubicBezTo>
                  <a:pt x="1641" y="22"/>
                  <a:pt x="737" y="654"/>
                  <a:pt x="367" y="1600"/>
                </a:cubicBezTo>
                <a:cubicBezTo>
                  <a:pt x="1" y="2545"/>
                  <a:pt x="236" y="3621"/>
                  <a:pt x="967" y="4326"/>
                </a:cubicBezTo>
                <a:cubicBezTo>
                  <a:pt x="1444" y="4786"/>
                  <a:pt x="2072" y="5028"/>
                  <a:pt x="2708" y="5028"/>
                </a:cubicBezTo>
                <a:cubicBezTo>
                  <a:pt x="3048" y="5028"/>
                  <a:pt x="3391" y="4959"/>
                  <a:pt x="3715" y="4817"/>
                </a:cubicBezTo>
                <a:cubicBezTo>
                  <a:pt x="4644" y="4410"/>
                  <a:pt x="5240" y="3485"/>
                  <a:pt x="5224" y="2472"/>
                </a:cubicBezTo>
                <a:cubicBezTo>
                  <a:pt x="5193" y="1093"/>
                  <a:pt x="4075" y="1"/>
                  <a:pt x="270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18"/>
          <p:cNvSpPr/>
          <p:nvPr/>
        </p:nvSpPr>
        <p:spPr>
          <a:xfrm>
            <a:off x="482678" y="2110135"/>
            <a:ext cx="190575" cy="167661"/>
          </a:xfrm>
          <a:custGeom>
            <a:avLst/>
            <a:gdLst/>
            <a:ahLst/>
            <a:cxnLst/>
            <a:rect l="l" t="t" r="r" b="b"/>
            <a:pathLst>
              <a:path w="5955" h="5239" extrusionOk="0">
                <a:moveTo>
                  <a:pt x="2980" y="0"/>
                </a:moveTo>
                <a:cubicBezTo>
                  <a:pt x="1974" y="0"/>
                  <a:pt x="1013" y="582"/>
                  <a:pt x="580" y="1564"/>
                </a:cubicBezTo>
                <a:cubicBezTo>
                  <a:pt x="0" y="2886"/>
                  <a:pt x="601" y="4432"/>
                  <a:pt x="1922" y="5017"/>
                </a:cubicBezTo>
                <a:cubicBezTo>
                  <a:pt x="2265" y="5167"/>
                  <a:pt x="2623" y="5239"/>
                  <a:pt x="2975" y="5239"/>
                </a:cubicBezTo>
                <a:cubicBezTo>
                  <a:pt x="3981" y="5239"/>
                  <a:pt x="4942" y="4657"/>
                  <a:pt x="5375" y="3675"/>
                </a:cubicBezTo>
                <a:cubicBezTo>
                  <a:pt x="5955" y="2353"/>
                  <a:pt x="5359" y="807"/>
                  <a:pt x="4033" y="222"/>
                </a:cubicBezTo>
                <a:cubicBezTo>
                  <a:pt x="3690" y="72"/>
                  <a:pt x="3332" y="0"/>
                  <a:pt x="298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18"/>
          <p:cNvSpPr/>
          <p:nvPr/>
        </p:nvSpPr>
        <p:spPr>
          <a:xfrm>
            <a:off x="1499462" y="2450513"/>
            <a:ext cx="151788" cy="145515"/>
          </a:xfrm>
          <a:custGeom>
            <a:avLst/>
            <a:gdLst/>
            <a:ahLst/>
            <a:cxnLst/>
            <a:rect l="l" t="t" r="r" b="b"/>
            <a:pathLst>
              <a:path w="4743" h="4547" extrusionOk="0">
                <a:moveTo>
                  <a:pt x="2451" y="0"/>
                </a:moveTo>
                <a:cubicBezTo>
                  <a:pt x="2435" y="0"/>
                  <a:pt x="2419" y="1"/>
                  <a:pt x="2403" y="1"/>
                </a:cubicBezTo>
                <a:cubicBezTo>
                  <a:pt x="1484" y="22"/>
                  <a:pt x="669" y="591"/>
                  <a:pt x="335" y="1448"/>
                </a:cubicBezTo>
                <a:cubicBezTo>
                  <a:pt x="0" y="2304"/>
                  <a:pt x="214" y="3276"/>
                  <a:pt x="878" y="3913"/>
                </a:cubicBezTo>
                <a:cubicBezTo>
                  <a:pt x="1310" y="4328"/>
                  <a:pt x="1876" y="4546"/>
                  <a:pt x="2452" y="4546"/>
                </a:cubicBezTo>
                <a:cubicBezTo>
                  <a:pt x="2759" y="4546"/>
                  <a:pt x="3070" y="4484"/>
                  <a:pt x="3364" y="4357"/>
                </a:cubicBezTo>
                <a:cubicBezTo>
                  <a:pt x="4205" y="3986"/>
                  <a:pt x="4743" y="3145"/>
                  <a:pt x="4722" y="2226"/>
                </a:cubicBezTo>
                <a:cubicBezTo>
                  <a:pt x="4696" y="988"/>
                  <a:pt x="3688" y="0"/>
                  <a:pt x="24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18"/>
          <p:cNvSpPr/>
          <p:nvPr/>
        </p:nvSpPr>
        <p:spPr>
          <a:xfrm>
            <a:off x="1998733" y="2573851"/>
            <a:ext cx="149484" cy="143371"/>
          </a:xfrm>
          <a:custGeom>
            <a:avLst/>
            <a:gdLst/>
            <a:ahLst/>
            <a:cxnLst/>
            <a:rect l="l" t="t" r="r" b="b"/>
            <a:pathLst>
              <a:path w="4671" h="4480" extrusionOk="0">
                <a:moveTo>
                  <a:pt x="2424" y="1"/>
                </a:moveTo>
                <a:cubicBezTo>
                  <a:pt x="2405" y="1"/>
                  <a:pt x="2386" y="1"/>
                  <a:pt x="2367" y="2"/>
                </a:cubicBezTo>
                <a:cubicBezTo>
                  <a:pt x="1463" y="17"/>
                  <a:pt x="659" y="581"/>
                  <a:pt x="330" y="1422"/>
                </a:cubicBezTo>
                <a:cubicBezTo>
                  <a:pt x="1" y="2268"/>
                  <a:pt x="210" y="3229"/>
                  <a:pt x="863" y="3856"/>
                </a:cubicBezTo>
                <a:cubicBezTo>
                  <a:pt x="1287" y="4264"/>
                  <a:pt x="1845" y="4479"/>
                  <a:pt x="2411" y="4479"/>
                </a:cubicBezTo>
                <a:cubicBezTo>
                  <a:pt x="2715" y="4479"/>
                  <a:pt x="3022" y="4417"/>
                  <a:pt x="3312" y="4290"/>
                </a:cubicBezTo>
                <a:cubicBezTo>
                  <a:pt x="4143" y="3929"/>
                  <a:pt x="4670" y="3099"/>
                  <a:pt x="4654" y="2195"/>
                </a:cubicBezTo>
                <a:cubicBezTo>
                  <a:pt x="4634" y="977"/>
                  <a:pt x="3636" y="1"/>
                  <a:pt x="24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18"/>
          <p:cNvSpPr/>
          <p:nvPr/>
        </p:nvSpPr>
        <p:spPr>
          <a:xfrm>
            <a:off x="2450704" y="2663298"/>
            <a:ext cx="131594" cy="126154"/>
          </a:xfrm>
          <a:custGeom>
            <a:avLst/>
            <a:gdLst/>
            <a:ahLst/>
            <a:cxnLst/>
            <a:rect l="l" t="t" r="r" b="b"/>
            <a:pathLst>
              <a:path w="4112" h="3942" extrusionOk="0">
                <a:moveTo>
                  <a:pt x="2133" y="0"/>
                </a:moveTo>
                <a:cubicBezTo>
                  <a:pt x="2117" y="0"/>
                  <a:pt x="2101" y="1"/>
                  <a:pt x="2085" y="1"/>
                </a:cubicBezTo>
                <a:cubicBezTo>
                  <a:pt x="1291" y="17"/>
                  <a:pt x="581" y="508"/>
                  <a:pt x="288" y="1249"/>
                </a:cubicBezTo>
                <a:cubicBezTo>
                  <a:pt x="1" y="1991"/>
                  <a:pt x="184" y="2837"/>
                  <a:pt x="758" y="3391"/>
                </a:cubicBezTo>
                <a:cubicBezTo>
                  <a:pt x="1133" y="3752"/>
                  <a:pt x="1624" y="3942"/>
                  <a:pt x="2122" y="3942"/>
                </a:cubicBezTo>
                <a:cubicBezTo>
                  <a:pt x="2388" y="3942"/>
                  <a:pt x="2656" y="3888"/>
                  <a:pt x="2910" y="3777"/>
                </a:cubicBezTo>
                <a:cubicBezTo>
                  <a:pt x="3641" y="3464"/>
                  <a:pt x="4112" y="2738"/>
                  <a:pt x="4096" y="1939"/>
                </a:cubicBezTo>
                <a:cubicBezTo>
                  <a:pt x="4086" y="863"/>
                  <a:pt x="3208" y="0"/>
                  <a:pt x="21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18"/>
          <p:cNvSpPr/>
          <p:nvPr/>
        </p:nvSpPr>
        <p:spPr>
          <a:xfrm>
            <a:off x="2910900" y="2714438"/>
            <a:ext cx="132234" cy="126634"/>
          </a:xfrm>
          <a:custGeom>
            <a:avLst/>
            <a:gdLst/>
            <a:ahLst/>
            <a:cxnLst/>
            <a:rect l="l" t="t" r="r" b="b"/>
            <a:pathLst>
              <a:path w="4132" h="3957" extrusionOk="0">
                <a:moveTo>
                  <a:pt x="2144" y="1"/>
                </a:moveTo>
                <a:cubicBezTo>
                  <a:pt x="2131" y="1"/>
                  <a:pt x="2118" y="1"/>
                  <a:pt x="2105" y="1"/>
                </a:cubicBezTo>
                <a:cubicBezTo>
                  <a:pt x="1301" y="17"/>
                  <a:pt x="585" y="508"/>
                  <a:pt x="293" y="1255"/>
                </a:cubicBezTo>
                <a:cubicBezTo>
                  <a:pt x="0" y="2002"/>
                  <a:pt x="188" y="2848"/>
                  <a:pt x="763" y="3407"/>
                </a:cubicBezTo>
                <a:cubicBezTo>
                  <a:pt x="1139" y="3766"/>
                  <a:pt x="1633" y="3956"/>
                  <a:pt x="2133" y="3956"/>
                </a:cubicBezTo>
                <a:cubicBezTo>
                  <a:pt x="2403" y="3956"/>
                  <a:pt x="2674" y="3901"/>
                  <a:pt x="2930" y="3788"/>
                </a:cubicBezTo>
                <a:cubicBezTo>
                  <a:pt x="3667" y="3469"/>
                  <a:pt x="4132" y="2733"/>
                  <a:pt x="4116" y="1934"/>
                </a:cubicBezTo>
                <a:cubicBezTo>
                  <a:pt x="4090" y="855"/>
                  <a:pt x="3213" y="1"/>
                  <a:pt x="21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18"/>
          <p:cNvSpPr/>
          <p:nvPr/>
        </p:nvSpPr>
        <p:spPr>
          <a:xfrm>
            <a:off x="3379737" y="2748040"/>
            <a:ext cx="140299" cy="134667"/>
          </a:xfrm>
          <a:custGeom>
            <a:avLst/>
            <a:gdLst/>
            <a:ahLst/>
            <a:cxnLst/>
            <a:rect l="l" t="t" r="r" b="b"/>
            <a:pathLst>
              <a:path w="4384" h="4208" extrusionOk="0">
                <a:moveTo>
                  <a:pt x="2269" y="0"/>
                </a:moveTo>
                <a:cubicBezTo>
                  <a:pt x="2253" y="0"/>
                  <a:pt x="2237" y="1"/>
                  <a:pt x="2221" y="1"/>
                </a:cubicBezTo>
                <a:cubicBezTo>
                  <a:pt x="1369" y="22"/>
                  <a:pt x="617" y="549"/>
                  <a:pt x="309" y="1338"/>
                </a:cubicBezTo>
                <a:cubicBezTo>
                  <a:pt x="1" y="2132"/>
                  <a:pt x="199" y="3030"/>
                  <a:pt x="810" y="3621"/>
                </a:cubicBezTo>
                <a:cubicBezTo>
                  <a:pt x="1208" y="4004"/>
                  <a:pt x="1731" y="4207"/>
                  <a:pt x="2263" y="4207"/>
                </a:cubicBezTo>
                <a:cubicBezTo>
                  <a:pt x="2548" y="4207"/>
                  <a:pt x="2836" y="4149"/>
                  <a:pt x="3109" y="4028"/>
                </a:cubicBezTo>
                <a:cubicBezTo>
                  <a:pt x="3887" y="3689"/>
                  <a:pt x="4383" y="2916"/>
                  <a:pt x="4367" y="2064"/>
                </a:cubicBezTo>
                <a:cubicBezTo>
                  <a:pt x="4347" y="915"/>
                  <a:pt x="3412" y="0"/>
                  <a:pt x="22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18"/>
          <p:cNvSpPr/>
          <p:nvPr/>
        </p:nvSpPr>
        <p:spPr>
          <a:xfrm>
            <a:off x="3932356" y="2757225"/>
            <a:ext cx="140427" cy="134667"/>
          </a:xfrm>
          <a:custGeom>
            <a:avLst/>
            <a:gdLst/>
            <a:ahLst/>
            <a:cxnLst/>
            <a:rect l="l" t="t" r="r" b="b"/>
            <a:pathLst>
              <a:path w="4388" h="4208" extrusionOk="0">
                <a:moveTo>
                  <a:pt x="2259" y="1"/>
                </a:moveTo>
                <a:cubicBezTo>
                  <a:pt x="2246" y="1"/>
                  <a:pt x="2233" y="1"/>
                  <a:pt x="2220" y="1"/>
                </a:cubicBezTo>
                <a:cubicBezTo>
                  <a:pt x="1374" y="22"/>
                  <a:pt x="617" y="550"/>
                  <a:pt x="309" y="1344"/>
                </a:cubicBezTo>
                <a:cubicBezTo>
                  <a:pt x="0" y="2132"/>
                  <a:pt x="199" y="3036"/>
                  <a:pt x="815" y="3621"/>
                </a:cubicBezTo>
                <a:cubicBezTo>
                  <a:pt x="1213" y="4005"/>
                  <a:pt x="1736" y="4207"/>
                  <a:pt x="2267" y="4207"/>
                </a:cubicBezTo>
                <a:cubicBezTo>
                  <a:pt x="2553" y="4207"/>
                  <a:pt x="2841" y="4149"/>
                  <a:pt x="3113" y="4028"/>
                </a:cubicBezTo>
                <a:cubicBezTo>
                  <a:pt x="3892" y="3689"/>
                  <a:pt x="4388" y="2911"/>
                  <a:pt x="4372" y="2059"/>
                </a:cubicBezTo>
                <a:cubicBezTo>
                  <a:pt x="4341" y="913"/>
                  <a:pt x="3401" y="1"/>
                  <a:pt x="22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18"/>
          <p:cNvSpPr/>
          <p:nvPr/>
        </p:nvSpPr>
        <p:spPr>
          <a:xfrm>
            <a:off x="4520242" y="2770090"/>
            <a:ext cx="140587" cy="134507"/>
          </a:xfrm>
          <a:custGeom>
            <a:avLst/>
            <a:gdLst/>
            <a:ahLst/>
            <a:cxnLst/>
            <a:rect l="l" t="t" r="r" b="b"/>
            <a:pathLst>
              <a:path w="4393" h="4203" extrusionOk="0">
                <a:moveTo>
                  <a:pt x="2278" y="1"/>
                </a:moveTo>
                <a:cubicBezTo>
                  <a:pt x="2262" y="1"/>
                  <a:pt x="2246" y="1"/>
                  <a:pt x="2230" y="1"/>
                </a:cubicBezTo>
                <a:cubicBezTo>
                  <a:pt x="1379" y="17"/>
                  <a:pt x="622" y="545"/>
                  <a:pt x="313" y="1333"/>
                </a:cubicBezTo>
                <a:cubicBezTo>
                  <a:pt x="0" y="2127"/>
                  <a:pt x="198" y="3026"/>
                  <a:pt x="815" y="3616"/>
                </a:cubicBezTo>
                <a:cubicBezTo>
                  <a:pt x="1212" y="4000"/>
                  <a:pt x="1736" y="4202"/>
                  <a:pt x="2267" y="4202"/>
                </a:cubicBezTo>
                <a:cubicBezTo>
                  <a:pt x="2553" y="4202"/>
                  <a:pt x="2841" y="4144"/>
                  <a:pt x="3113" y="4023"/>
                </a:cubicBezTo>
                <a:cubicBezTo>
                  <a:pt x="3896" y="3684"/>
                  <a:pt x="4393" y="2906"/>
                  <a:pt x="4372" y="2054"/>
                </a:cubicBezTo>
                <a:cubicBezTo>
                  <a:pt x="4346" y="911"/>
                  <a:pt x="3416" y="1"/>
                  <a:pt x="227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18"/>
          <p:cNvSpPr/>
          <p:nvPr/>
        </p:nvSpPr>
        <p:spPr>
          <a:xfrm>
            <a:off x="503224" y="2153498"/>
            <a:ext cx="3319523" cy="3316323"/>
          </a:xfrm>
          <a:custGeom>
            <a:avLst/>
            <a:gdLst/>
            <a:ahLst/>
            <a:cxnLst/>
            <a:rect l="l" t="t" r="r" b="b"/>
            <a:pathLst>
              <a:path w="103727" h="103627" extrusionOk="0">
                <a:moveTo>
                  <a:pt x="1797" y="1"/>
                </a:moveTo>
                <a:lnTo>
                  <a:pt x="1" y="1667"/>
                </a:lnTo>
                <a:lnTo>
                  <a:pt x="80567" y="103626"/>
                </a:lnTo>
                <a:lnTo>
                  <a:pt x="103726" y="103438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8"/>
          <p:cNvSpPr/>
          <p:nvPr/>
        </p:nvSpPr>
        <p:spPr>
          <a:xfrm>
            <a:off x="5217416" y="2133272"/>
            <a:ext cx="3556534" cy="3339397"/>
          </a:xfrm>
          <a:custGeom>
            <a:avLst/>
            <a:gdLst/>
            <a:ahLst/>
            <a:cxnLst/>
            <a:rect l="l" t="t" r="r" b="b"/>
            <a:pathLst>
              <a:path w="111133" h="104348" extrusionOk="0">
                <a:moveTo>
                  <a:pt x="109330" y="1"/>
                </a:moveTo>
                <a:lnTo>
                  <a:pt x="111132" y="1661"/>
                </a:lnTo>
                <a:lnTo>
                  <a:pt x="23160" y="104347"/>
                </a:lnTo>
                <a:lnTo>
                  <a:pt x="1" y="104159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18"/>
          <p:cNvSpPr/>
          <p:nvPr/>
        </p:nvSpPr>
        <p:spPr>
          <a:xfrm>
            <a:off x="4399208" y="2473427"/>
            <a:ext cx="3271040" cy="2498627"/>
          </a:xfrm>
          <a:custGeom>
            <a:avLst/>
            <a:gdLst/>
            <a:ahLst/>
            <a:cxnLst/>
            <a:rect l="l" t="t" r="r" b="b"/>
            <a:pathLst>
              <a:path w="102212" h="78076" extrusionOk="0">
                <a:moveTo>
                  <a:pt x="100853" y="0"/>
                </a:moveTo>
                <a:lnTo>
                  <a:pt x="102211" y="1249"/>
                </a:lnTo>
                <a:lnTo>
                  <a:pt x="17451" y="78075"/>
                </a:lnTo>
                <a:lnTo>
                  <a:pt x="0" y="77934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18"/>
          <p:cNvSpPr/>
          <p:nvPr/>
        </p:nvSpPr>
        <p:spPr>
          <a:xfrm>
            <a:off x="1554442" y="2473427"/>
            <a:ext cx="3271040" cy="2498627"/>
          </a:xfrm>
          <a:custGeom>
            <a:avLst/>
            <a:gdLst/>
            <a:ahLst/>
            <a:cxnLst/>
            <a:rect l="l" t="t" r="r" b="b"/>
            <a:pathLst>
              <a:path w="102212" h="78076" extrusionOk="0">
                <a:moveTo>
                  <a:pt x="1359" y="0"/>
                </a:moveTo>
                <a:lnTo>
                  <a:pt x="1" y="1249"/>
                </a:lnTo>
                <a:lnTo>
                  <a:pt x="84761" y="78075"/>
                </a:lnTo>
                <a:lnTo>
                  <a:pt x="102211" y="77934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18"/>
          <p:cNvSpPr/>
          <p:nvPr/>
        </p:nvSpPr>
        <p:spPr>
          <a:xfrm>
            <a:off x="1099142" y="2354762"/>
            <a:ext cx="2501955" cy="2314581"/>
          </a:xfrm>
          <a:custGeom>
            <a:avLst/>
            <a:gdLst/>
            <a:ahLst/>
            <a:cxnLst/>
            <a:rect l="l" t="t" r="r" b="b"/>
            <a:pathLst>
              <a:path w="78180" h="72325" extrusionOk="0">
                <a:moveTo>
                  <a:pt x="1358" y="0"/>
                </a:moveTo>
                <a:lnTo>
                  <a:pt x="0" y="1259"/>
                </a:lnTo>
                <a:lnTo>
                  <a:pt x="60729" y="72324"/>
                </a:lnTo>
                <a:lnTo>
                  <a:pt x="78179" y="72178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18"/>
          <p:cNvSpPr/>
          <p:nvPr/>
        </p:nvSpPr>
        <p:spPr>
          <a:xfrm>
            <a:off x="5500894" y="2380812"/>
            <a:ext cx="2672977" cy="2274130"/>
          </a:xfrm>
          <a:custGeom>
            <a:avLst/>
            <a:gdLst/>
            <a:ahLst/>
            <a:cxnLst/>
            <a:rect l="l" t="t" r="r" b="b"/>
            <a:pathLst>
              <a:path w="83524" h="71061" extrusionOk="0">
                <a:moveTo>
                  <a:pt x="82244" y="1"/>
                </a:moveTo>
                <a:lnTo>
                  <a:pt x="83523" y="1333"/>
                </a:lnTo>
                <a:lnTo>
                  <a:pt x="17644" y="70956"/>
                </a:lnTo>
                <a:lnTo>
                  <a:pt x="1" y="71061"/>
                </a:lnTo>
                <a:close/>
              </a:path>
            </a:pathLst>
          </a:custGeom>
          <a:solidFill>
            <a:srgbClr val="FFFFFF">
              <a:alpha val="17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6963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ackground 5"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9"/>
          <p:cNvSpPr/>
          <p:nvPr/>
        </p:nvSpPr>
        <p:spPr>
          <a:xfrm>
            <a:off x="8475" y="-2250"/>
            <a:ext cx="91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3" name="Google Shape;1163;p19"/>
          <p:cNvGrpSpPr/>
          <p:nvPr/>
        </p:nvGrpSpPr>
        <p:grpSpPr>
          <a:xfrm>
            <a:off x="8850" y="-2650"/>
            <a:ext cx="9144453" cy="5143315"/>
            <a:chOff x="-629574" y="0"/>
            <a:chExt cx="9714707" cy="5143315"/>
          </a:xfrm>
        </p:grpSpPr>
        <p:sp>
          <p:nvSpPr>
            <p:cNvPr id="1164" name="Google Shape;1164;p19"/>
            <p:cNvSpPr/>
            <p:nvPr/>
          </p:nvSpPr>
          <p:spPr>
            <a:xfrm>
              <a:off x="19612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32566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45520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58474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71428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84382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6658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-629574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2" name="Google Shape;1172;p19"/>
          <p:cNvGrpSpPr/>
          <p:nvPr/>
        </p:nvGrpSpPr>
        <p:grpSpPr>
          <a:xfrm>
            <a:off x="-1679587" y="-1575616"/>
            <a:ext cx="12503173" cy="8294732"/>
            <a:chOff x="-3142603" y="-1705630"/>
            <a:chExt cx="13732205" cy="9110084"/>
          </a:xfrm>
        </p:grpSpPr>
        <p:sp>
          <p:nvSpPr>
            <p:cNvPr id="1173" name="Google Shape;1173;p19"/>
            <p:cNvSpPr/>
            <p:nvPr/>
          </p:nvSpPr>
          <p:spPr>
            <a:xfrm>
              <a:off x="6584850" y="2821375"/>
              <a:ext cx="66100" cy="56525"/>
            </a:xfrm>
            <a:custGeom>
              <a:avLst/>
              <a:gdLst/>
              <a:ahLst/>
              <a:cxnLst/>
              <a:rect l="l" t="t" r="r" b="b"/>
              <a:pathLst>
                <a:path w="2644" h="2261" extrusionOk="0">
                  <a:moveTo>
                    <a:pt x="1509" y="1"/>
                  </a:moveTo>
                  <a:cubicBezTo>
                    <a:pt x="503" y="1"/>
                    <a:pt x="0" y="1207"/>
                    <a:pt x="704" y="1926"/>
                  </a:cubicBezTo>
                  <a:cubicBezTo>
                    <a:pt x="935" y="2157"/>
                    <a:pt x="1219" y="2260"/>
                    <a:pt x="1497" y="2260"/>
                  </a:cubicBezTo>
                  <a:cubicBezTo>
                    <a:pt x="2082" y="2260"/>
                    <a:pt x="2644" y="1803"/>
                    <a:pt x="2644" y="1121"/>
                  </a:cubicBezTo>
                  <a:cubicBezTo>
                    <a:pt x="2644" y="503"/>
                    <a:pt x="2126" y="1"/>
                    <a:pt x="1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962225" y="2821375"/>
              <a:ext cx="56775" cy="56425"/>
            </a:xfrm>
            <a:custGeom>
              <a:avLst/>
              <a:gdLst/>
              <a:ahLst/>
              <a:cxnLst/>
              <a:rect l="l" t="t" r="r" b="b"/>
              <a:pathLst>
                <a:path w="2271" h="2257" extrusionOk="0">
                  <a:moveTo>
                    <a:pt x="1110" y="0"/>
                  </a:moveTo>
                  <a:cubicBezTo>
                    <a:pt x="504" y="0"/>
                    <a:pt x="0" y="512"/>
                    <a:pt x="0" y="1121"/>
                  </a:cubicBezTo>
                  <a:cubicBezTo>
                    <a:pt x="0" y="1753"/>
                    <a:pt x="518" y="2256"/>
                    <a:pt x="1135" y="2256"/>
                  </a:cubicBezTo>
                  <a:cubicBezTo>
                    <a:pt x="1753" y="2256"/>
                    <a:pt x="2270" y="1753"/>
                    <a:pt x="2270" y="1121"/>
                  </a:cubicBezTo>
                  <a:cubicBezTo>
                    <a:pt x="2270" y="503"/>
                    <a:pt x="1753" y="1"/>
                    <a:pt x="1135" y="1"/>
                  </a:cubicBezTo>
                  <a:cubicBezTo>
                    <a:pt x="1127" y="0"/>
                    <a:pt x="1119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-3142603" y="-1705630"/>
              <a:ext cx="13732205" cy="9110084"/>
            </a:xfrm>
            <a:custGeom>
              <a:avLst/>
              <a:gdLst/>
              <a:ahLst/>
              <a:cxnLst/>
              <a:rect l="l" t="t" r="r" b="b"/>
              <a:pathLst>
                <a:path w="285478" h="189389" extrusionOk="0">
                  <a:moveTo>
                    <a:pt x="6868" y="1523"/>
                  </a:moveTo>
                  <a:cubicBezTo>
                    <a:pt x="6480" y="4267"/>
                    <a:pt x="4310" y="6422"/>
                    <a:pt x="1566" y="6767"/>
                  </a:cubicBezTo>
                  <a:lnTo>
                    <a:pt x="1566" y="1523"/>
                  </a:lnTo>
                  <a:close/>
                  <a:moveTo>
                    <a:pt x="283940" y="1523"/>
                  </a:moveTo>
                  <a:lnTo>
                    <a:pt x="283940" y="6767"/>
                  </a:lnTo>
                  <a:cubicBezTo>
                    <a:pt x="281181" y="6437"/>
                    <a:pt x="278997" y="4281"/>
                    <a:pt x="278624" y="1523"/>
                  </a:cubicBezTo>
                  <a:close/>
                  <a:moveTo>
                    <a:pt x="45185" y="76204"/>
                  </a:moveTo>
                  <a:cubicBezTo>
                    <a:pt x="56650" y="85858"/>
                    <a:pt x="56650" y="103530"/>
                    <a:pt x="45185" y="113199"/>
                  </a:cubicBezTo>
                  <a:lnTo>
                    <a:pt x="45185" y="76204"/>
                  </a:lnTo>
                  <a:close/>
                  <a:moveTo>
                    <a:pt x="240292" y="76204"/>
                  </a:moveTo>
                  <a:lnTo>
                    <a:pt x="240292" y="113199"/>
                  </a:lnTo>
                  <a:cubicBezTo>
                    <a:pt x="228856" y="103516"/>
                    <a:pt x="228856" y="85873"/>
                    <a:pt x="240292" y="76204"/>
                  </a:cubicBezTo>
                  <a:close/>
                  <a:moveTo>
                    <a:pt x="14410" y="71017"/>
                  </a:moveTo>
                  <a:lnTo>
                    <a:pt x="14410" y="118386"/>
                  </a:lnTo>
                  <a:lnTo>
                    <a:pt x="1566" y="118386"/>
                  </a:lnTo>
                  <a:lnTo>
                    <a:pt x="1566" y="71017"/>
                  </a:lnTo>
                  <a:close/>
                  <a:moveTo>
                    <a:pt x="283940" y="71017"/>
                  </a:moveTo>
                  <a:lnTo>
                    <a:pt x="283940" y="118386"/>
                  </a:lnTo>
                  <a:lnTo>
                    <a:pt x="271081" y="118386"/>
                  </a:lnTo>
                  <a:lnTo>
                    <a:pt x="271081" y="71017"/>
                  </a:lnTo>
                  <a:close/>
                  <a:moveTo>
                    <a:pt x="142106" y="70313"/>
                  </a:moveTo>
                  <a:lnTo>
                    <a:pt x="142106" y="93746"/>
                  </a:lnTo>
                  <a:cubicBezTo>
                    <a:pt x="141790" y="93962"/>
                    <a:pt x="141604" y="94321"/>
                    <a:pt x="141604" y="94694"/>
                  </a:cubicBezTo>
                  <a:cubicBezTo>
                    <a:pt x="141604" y="95068"/>
                    <a:pt x="141790" y="95427"/>
                    <a:pt x="142106" y="95628"/>
                  </a:cubicBezTo>
                  <a:lnTo>
                    <a:pt x="142106" y="119090"/>
                  </a:lnTo>
                  <a:cubicBezTo>
                    <a:pt x="128788" y="118759"/>
                    <a:pt x="118027" y="107955"/>
                    <a:pt x="118027" y="94694"/>
                  </a:cubicBezTo>
                  <a:cubicBezTo>
                    <a:pt x="118027" y="81448"/>
                    <a:pt x="128788" y="70629"/>
                    <a:pt x="142106" y="70313"/>
                  </a:cubicBezTo>
                  <a:close/>
                  <a:moveTo>
                    <a:pt x="143371" y="70313"/>
                  </a:moveTo>
                  <a:cubicBezTo>
                    <a:pt x="156703" y="70629"/>
                    <a:pt x="167450" y="81448"/>
                    <a:pt x="167450" y="94694"/>
                  </a:cubicBezTo>
                  <a:cubicBezTo>
                    <a:pt x="167450" y="107955"/>
                    <a:pt x="156718" y="118759"/>
                    <a:pt x="143371" y="119090"/>
                  </a:cubicBezTo>
                  <a:lnTo>
                    <a:pt x="143371" y="95628"/>
                  </a:lnTo>
                  <a:cubicBezTo>
                    <a:pt x="143687" y="95427"/>
                    <a:pt x="143888" y="95082"/>
                    <a:pt x="143888" y="94694"/>
                  </a:cubicBezTo>
                  <a:cubicBezTo>
                    <a:pt x="143888" y="94321"/>
                    <a:pt x="143687" y="93962"/>
                    <a:pt x="143371" y="93746"/>
                  </a:cubicBezTo>
                  <a:lnTo>
                    <a:pt x="143371" y="70313"/>
                  </a:lnTo>
                  <a:close/>
                  <a:moveTo>
                    <a:pt x="44251" y="42369"/>
                  </a:moveTo>
                  <a:lnTo>
                    <a:pt x="44251" y="147034"/>
                  </a:lnTo>
                  <a:lnTo>
                    <a:pt x="1566" y="147034"/>
                  </a:lnTo>
                  <a:lnTo>
                    <a:pt x="1566" y="119305"/>
                  </a:lnTo>
                  <a:lnTo>
                    <a:pt x="15344" y="119305"/>
                  </a:lnTo>
                  <a:lnTo>
                    <a:pt x="15344" y="70098"/>
                  </a:lnTo>
                  <a:lnTo>
                    <a:pt x="1566" y="70098"/>
                  </a:lnTo>
                  <a:lnTo>
                    <a:pt x="1566" y="42369"/>
                  </a:lnTo>
                  <a:close/>
                  <a:moveTo>
                    <a:pt x="283940" y="42369"/>
                  </a:moveTo>
                  <a:lnTo>
                    <a:pt x="283940" y="70098"/>
                  </a:lnTo>
                  <a:lnTo>
                    <a:pt x="270147" y="70098"/>
                  </a:lnTo>
                  <a:lnTo>
                    <a:pt x="270147" y="119305"/>
                  </a:lnTo>
                  <a:lnTo>
                    <a:pt x="283940" y="119305"/>
                  </a:lnTo>
                  <a:lnTo>
                    <a:pt x="283940" y="147034"/>
                  </a:lnTo>
                  <a:lnTo>
                    <a:pt x="241226" y="147034"/>
                  </a:lnTo>
                  <a:lnTo>
                    <a:pt x="241226" y="42369"/>
                  </a:lnTo>
                  <a:close/>
                  <a:moveTo>
                    <a:pt x="1566" y="182622"/>
                  </a:moveTo>
                  <a:cubicBezTo>
                    <a:pt x="4310" y="182966"/>
                    <a:pt x="6480" y="185107"/>
                    <a:pt x="6868" y="187851"/>
                  </a:cubicBezTo>
                  <a:lnTo>
                    <a:pt x="1566" y="187851"/>
                  </a:lnTo>
                  <a:lnTo>
                    <a:pt x="1566" y="182622"/>
                  </a:lnTo>
                  <a:close/>
                  <a:moveTo>
                    <a:pt x="142106" y="1523"/>
                  </a:moveTo>
                  <a:lnTo>
                    <a:pt x="142106" y="69379"/>
                  </a:lnTo>
                  <a:cubicBezTo>
                    <a:pt x="135541" y="69523"/>
                    <a:pt x="129276" y="72181"/>
                    <a:pt x="124607" y="76793"/>
                  </a:cubicBezTo>
                  <a:cubicBezTo>
                    <a:pt x="114593" y="86634"/>
                    <a:pt x="114593" y="102769"/>
                    <a:pt x="124607" y="112610"/>
                  </a:cubicBezTo>
                  <a:cubicBezTo>
                    <a:pt x="129276" y="117222"/>
                    <a:pt x="135541" y="119880"/>
                    <a:pt x="142106" y="120024"/>
                  </a:cubicBezTo>
                  <a:lnTo>
                    <a:pt x="142106" y="187851"/>
                  </a:lnTo>
                  <a:lnTo>
                    <a:pt x="7902" y="187851"/>
                  </a:lnTo>
                  <a:cubicBezTo>
                    <a:pt x="7514" y="184532"/>
                    <a:pt x="4885" y="181932"/>
                    <a:pt x="1566" y="181587"/>
                  </a:cubicBezTo>
                  <a:lnTo>
                    <a:pt x="1566" y="147953"/>
                  </a:lnTo>
                  <a:lnTo>
                    <a:pt x="45185" y="147953"/>
                  </a:lnTo>
                  <a:lnTo>
                    <a:pt x="45185" y="114406"/>
                  </a:lnTo>
                  <a:cubicBezTo>
                    <a:pt x="51234" y="109550"/>
                    <a:pt x="54725" y="102381"/>
                    <a:pt x="54725" y="94694"/>
                  </a:cubicBezTo>
                  <a:cubicBezTo>
                    <a:pt x="54725" y="87022"/>
                    <a:pt x="51205" y="79752"/>
                    <a:pt x="45185" y="74997"/>
                  </a:cubicBezTo>
                  <a:lnTo>
                    <a:pt x="45185" y="41435"/>
                  </a:lnTo>
                  <a:lnTo>
                    <a:pt x="1566" y="41435"/>
                  </a:lnTo>
                  <a:lnTo>
                    <a:pt x="1566" y="7801"/>
                  </a:lnTo>
                  <a:cubicBezTo>
                    <a:pt x="4885" y="7457"/>
                    <a:pt x="7528" y="4842"/>
                    <a:pt x="7902" y="1523"/>
                  </a:cubicBezTo>
                  <a:close/>
                  <a:moveTo>
                    <a:pt x="277575" y="1523"/>
                  </a:moveTo>
                  <a:cubicBezTo>
                    <a:pt x="277949" y="4856"/>
                    <a:pt x="280607" y="7457"/>
                    <a:pt x="283940" y="7801"/>
                  </a:cubicBezTo>
                  <a:lnTo>
                    <a:pt x="283940" y="41435"/>
                  </a:lnTo>
                  <a:lnTo>
                    <a:pt x="240292" y="41435"/>
                  </a:lnTo>
                  <a:lnTo>
                    <a:pt x="240292" y="74997"/>
                  </a:lnTo>
                  <a:cubicBezTo>
                    <a:pt x="234272" y="79767"/>
                    <a:pt x="230767" y="87022"/>
                    <a:pt x="230781" y="94694"/>
                  </a:cubicBezTo>
                  <a:cubicBezTo>
                    <a:pt x="230781" y="102381"/>
                    <a:pt x="234243" y="109550"/>
                    <a:pt x="240292" y="114406"/>
                  </a:cubicBezTo>
                  <a:lnTo>
                    <a:pt x="240292" y="147953"/>
                  </a:lnTo>
                  <a:lnTo>
                    <a:pt x="283940" y="147953"/>
                  </a:lnTo>
                  <a:lnTo>
                    <a:pt x="283940" y="181587"/>
                  </a:lnTo>
                  <a:cubicBezTo>
                    <a:pt x="280607" y="181932"/>
                    <a:pt x="277963" y="184532"/>
                    <a:pt x="277575" y="187851"/>
                  </a:cubicBezTo>
                  <a:lnTo>
                    <a:pt x="143371" y="187851"/>
                  </a:lnTo>
                  <a:lnTo>
                    <a:pt x="143371" y="120024"/>
                  </a:lnTo>
                  <a:cubicBezTo>
                    <a:pt x="149937" y="119880"/>
                    <a:pt x="156201" y="117222"/>
                    <a:pt x="160884" y="112610"/>
                  </a:cubicBezTo>
                  <a:cubicBezTo>
                    <a:pt x="170884" y="102769"/>
                    <a:pt x="170884" y="86634"/>
                    <a:pt x="160884" y="76793"/>
                  </a:cubicBezTo>
                  <a:cubicBezTo>
                    <a:pt x="156201" y="72181"/>
                    <a:pt x="149937" y="69523"/>
                    <a:pt x="143371" y="69379"/>
                  </a:cubicBezTo>
                  <a:lnTo>
                    <a:pt x="143371" y="1523"/>
                  </a:lnTo>
                  <a:close/>
                  <a:moveTo>
                    <a:pt x="283940" y="182622"/>
                  </a:moveTo>
                  <a:lnTo>
                    <a:pt x="283940" y="187851"/>
                  </a:lnTo>
                  <a:lnTo>
                    <a:pt x="278624" y="187851"/>
                  </a:lnTo>
                  <a:cubicBezTo>
                    <a:pt x="278997" y="185107"/>
                    <a:pt x="281181" y="182966"/>
                    <a:pt x="283940" y="182622"/>
                  </a:cubicBezTo>
                  <a:close/>
                  <a:moveTo>
                    <a:pt x="0" y="0"/>
                  </a:moveTo>
                  <a:lnTo>
                    <a:pt x="0" y="189388"/>
                  </a:lnTo>
                  <a:lnTo>
                    <a:pt x="285477" y="189388"/>
                  </a:lnTo>
                  <a:lnTo>
                    <a:pt x="2854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8213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Background 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20"/>
          <p:cNvSpPr/>
          <p:nvPr/>
        </p:nvSpPr>
        <p:spPr>
          <a:xfrm>
            <a:off x="0" y="4297232"/>
            <a:ext cx="9143977" cy="1590892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8" name="Google Shape;1178;p20"/>
          <p:cNvGrpSpPr/>
          <p:nvPr/>
        </p:nvGrpSpPr>
        <p:grpSpPr>
          <a:xfrm>
            <a:off x="237" y="4292878"/>
            <a:ext cx="9143686" cy="1595437"/>
            <a:chOff x="-6134075" y="3104468"/>
            <a:chExt cx="18783249" cy="3277397"/>
          </a:xfrm>
        </p:grpSpPr>
        <p:sp>
          <p:nvSpPr>
            <p:cNvPr id="1179" name="Google Shape;1179;p20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0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0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0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20"/>
          <p:cNvGrpSpPr/>
          <p:nvPr/>
        </p:nvGrpSpPr>
        <p:grpSpPr>
          <a:xfrm>
            <a:off x="16" y="4140511"/>
            <a:ext cx="9143183" cy="156703"/>
            <a:chOff x="26" y="3997406"/>
            <a:chExt cx="13412326" cy="229871"/>
          </a:xfrm>
        </p:grpSpPr>
        <p:grpSp>
          <p:nvGrpSpPr>
            <p:cNvPr id="1184" name="Google Shape;1184;p20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1185" name="Google Shape;1185;p20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0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0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2" name="Google Shape;1192;p20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1193" name="Google Shape;1193;p20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9445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7">
  <p:cSld name="Background 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21"/>
          <p:cNvGrpSpPr/>
          <p:nvPr/>
        </p:nvGrpSpPr>
        <p:grpSpPr>
          <a:xfrm>
            <a:off x="-12329954" y="4292875"/>
            <a:ext cx="32813404" cy="3917400"/>
            <a:chOff x="-12329954" y="3298975"/>
            <a:chExt cx="32813404" cy="3917400"/>
          </a:xfrm>
        </p:grpSpPr>
        <p:sp>
          <p:nvSpPr>
            <p:cNvPr id="1201" name="Google Shape;1201;p21"/>
            <p:cNvSpPr/>
            <p:nvPr/>
          </p:nvSpPr>
          <p:spPr>
            <a:xfrm>
              <a:off x="-12329950" y="3298975"/>
              <a:ext cx="32813400" cy="391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5128933" y="3298986"/>
              <a:ext cx="3635383" cy="3914577"/>
            </a:xfrm>
            <a:custGeom>
              <a:avLst/>
              <a:gdLst/>
              <a:ahLst/>
              <a:cxnLst/>
              <a:rect l="l" t="t" r="r" b="b"/>
              <a:pathLst>
                <a:path w="31654" h="34085" extrusionOk="0">
                  <a:moveTo>
                    <a:pt x="31654" y="34084"/>
                  </a:moveTo>
                  <a:lnTo>
                    <a:pt x="11246" y="34084"/>
                  </a:lnTo>
                  <a:lnTo>
                    <a:pt x="1" y="1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6513305" y="3298986"/>
              <a:ext cx="6938512" cy="3914577"/>
            </a:xfrm>
            <a:custGeom>
              <a:avLst/>
              <a:gdLst/>
              <a:ahLst/>
              <a:cxnLst/>
              <a:rect l="l" t="t" r="r" b="b"/>
              <a:pathLst>
                <a:path w="60415" h="34085" extrusionOk="0">
                  <a:moveTo>
                    <a:pt x="60415" y="34084"/>
                  </a:moveTo>
                  <a:lnTo>
                    <a:pt x="40010" y="34084"/>
                  </a:lnTo>
                  <a:lnTo>
                    <a:pt x="0" y="1"/>
                  </a:lnTo>
                  <a:lnTo>
                    <a:pt x="6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7897561" y="3298986"/>
              <a:ext cx="10242100" cy="3914577"/>
            </a:xfrm>
            <a:custGeom>
              <a:avLst/>
              <a:gdLst/>
              <a:ahLst/>
              <a:cxnLst/>
              <a:rect l="l" t="t" r="r" b="b"/>
              <a:pathLst>
                <a:path w="89180" h="34085" extrusionOk="0">
                  <a:moveTo>
                    <a:pt x="89179" y="34084"/>
                  </a:moveTo>
                  <a:lnTo>
                    <a:pt x="68772" y="34084"/>
                  </a:lnTo>
                  <a:lnTo>
                    <a:pt x="1" y="1"/>
                  </a:lnTo>
                  <a:lnTo>
                    <a:pt x="60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8589633" y="3298986"/>
              <a:ext cx="11893722" cy="3914577"/>
            </a:xfrm>
            <a:custGeom>
              <a:avLst/>
              <a:gdLst/>
              <a:ahLst/>
              <a:cxnLst/>
              <a:rect l="l" t="t" r="r" b="b"/>
              <a:pathLst>
                <a:path w="103561" h="34085" extrusionOk="0">
                  <a:moveTo>
                    <a:pt x="103561" y="34084"/>
                  </a:moveTo>
                  <a:lnTo>
                    <a:pt x="83153" y="34084"/>
                  </a:lnTo>
                  <a:lnTo>
                    <a:pt x="0" y="1"/>
                  </a:lnTo>
                  <a:lnTo>
                    <a:pt x="60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-7642224" y="3298986"/>
              <a:ext cx="9310113" cy="3914577"/>
            </a:xfrm>
            <a:custGeom>
              <a:avLst/>
              <a:gdLst/>
              <a:ahLst/>
              <a:cxnLst/>
              <a:rect l="l" t="t" r="r" b="b"/>
              <a:pathLst>
                <a:path w="81065" h="34085" extrusionOk="0">
                  <a:moveTo>
                    <a:pt x="20408" y="34084"/>
                  </a:moveTo>
                  <a:lnTo>
                    <a:pt x="0" y="34084"/>
                  </a:lnTo>
                  <a:lnTo>
                    <a:pt x="75041" y="1"/>
                  </a:lnTo>
                  <a:lnTo>
                    <a:pt x="810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-12329954" y="3298986"/>
              <a:ext cx="12613816" cy="3914577"/>
            </a:xfrm>
            <a:custGeom>
              <a:avLst/>
              <a:gdLst/>
              <a:ahLst/>
              <a:cxnLst/>
              <a:rect l="l" t="t" r="r" b="b"/>
              <a:pathLst>
                <a:path w="109831" h="34085" extrusionOk="0">
                  <a:moveTo>
                    <a:pt x="20407" y="34084"/>
                  </a:moveTo>
                  <a:lnTo>
                    <a:pt x="0" y="34084"/>
                  </a:lnTo>
                  <a:lnTo>
                    <a:pt x="103802" y="1"/>
                  </a:lnTo>
                  <a:lnTo>
                    <a:pt x="109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-2954494" y="3298986"/>
              <a:ext cx="6006639" cy="3914577"/>
            </a:xfrm>
            <a:custGeom>
              <a:avLst/>
              <a:gdLst/>
              <a:ahLst/>
              <a:cxnLst/>
              <a:rect l="l" t="t" r="r" b="b"/>
              <a:pathLst>
                <a:path w="52301" h="34085" extrusionOk="0">
                  <a:moveTo>
                    <a:pt x="20406" y="34084"/>
                  </a:moveTo>
                  <a:lnTo>
                    <a:pt x="0" y="34084"/>
                  </a:lnTo>
                  <a:lnTo>
                    <a:pt x="46275" y="1"/>
                  </a:lnTo>
                  <a:lnTo>
                    <a:pt x="52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1732777" y="3298986"/>
              <a:ext cx="2703970" cy="3914577"/>
            </a:xfrm>
            <a:custGeom>
              <a:avLst/>
              <a:gdLst/>
              <a:ahLst/>
              <a:cxnLst/>
              <a:rect l="l" t="t" r="r" b="b"/>
              <a:pathLst>
                <a:path w="23544" h="34085" extrusionOk="0">
                  <a:moveTo>
                    <a:pt x="20410" y="34084"/>
                  </a:moveTo>
                  <a:lnTo>
                    <a:pt x="0" y="34084"/>
                  </a:lnTo>
                  <a:lnTo>
                    <a:pt x="17516" y="1"/>
                  </a:lnTo>
                  <a:lnTo>
                    <a:pt x="235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-255233" y="3425089"/>
              <a:ext cx="9548995" cy="23199"/>
            </a:xfrm>
            <a:custGeom>
              <a:avLst/>
              <a:gdLst/>
              <a:ahLst/>
              <a:cxnLst/>
              <a:rect l="l" t="t" r="r" b="b"/>
              <a:pathLst>
                <a:path w="83145" h="202" extrusionOk="0">
                  <a:moveTo>
                    <a:pt x="0" y="0"/>
                  </a:moveTo>
                  <a:lnTo>
                    <a:pt x="0" y="202"/>
                  </a:lnTo>
                  <a:lnTo>
                    <a:pt x="83144" y="202"/>
                  </a:lnTo>
                  <a:lnTo>
                    <a:pt x="831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-30936" y="3417509"/>
              <a:ext cx="2955256" cy="3048627"/>
            </a:xfrm>
            <a:custGeom>
              <a:avLst/>
              <a:gdLst/>
              <a:ahLst/>
              <a:cxnLst/>
              <a:rect l="l" t="t" r="r" b="b"/>
              <a:pathLst>
                <a:path w="25732" h="26545" extrusionOk="0">
                  <a:moveTo>
                    <a:pt x="25587" y="1"/>
                  </a:moveTo>
                  <a:lnTo>
                    <a:pt x="0" y="26404"/>
                  </a:lnTo>
                  <a:lnTo>
                    <a:pt x="145" y="26545"/>
                  </a:lnTo>
                  <a:lnTo>
                    <a:pt x="25732" y="141"/>
                  </a:lnTo>
                  <a:lnTo>
                    <a:pt x="25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6520540" y="3944315"/>
              <a:ext cx="3165542" cy="2381707"/>
            </a:xfrm>
            <a:custGeom>
              <a:avLst/>
              <a:gdLst/>
              <a:ahLst/>
              <a:cxnLst/>
              <a:rect l="l" t="t" r="r" b="b"/>
              <a:pathLst>
                <a:path w="27563" h="20738" extrusionOk="0">
                  <a:moveTo>
                    <a:pt x="1" y="0"/>
                  </a:moveTo>
                  <a:lnTo>
                    <a:pt x="19066" y="20738"/>
                  </a:lnTo>
                  <a:lnTo>
                    <a:pt x="19363" y="20466"/>
                  </a:lnTo>
                  <a:lnTo>
                    <a:pt x="917" y="403"/>
                  </a:lnTo>
                  <a:lnTo>
                    <a:pt x="27563" y="403"/>
                  </a:lnTo>
                  <a:lnTo>
                    <a:pt x="275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-1355013" y="4735269"/>
              <a:ext cx="4405091" cy="1764632"/>
            </a:xfrm>
            <a:custGeom>
              <a:avLst/>
              <a:gdLst/>
              <a:ahLst/>
              <a:cxnLst/>
              <a:rect l="l" t="t" r="r" b="b"/>
              <a:pathLst>
                <a:path w="38356" h="15365" extrusionOk="0">
                  <a:moveTo>
                    <a:pt x="19179" y="404"/>
                  </a:moveTo>
                  <a:cubicBezTo>
                    <a:pt x="24223" y="404"/>
                    <a:pt x="28963" y="1175"/>
                    <a:pt x="32523" y="2580"/>
                  </a:cubicBezTo>
                  <a:cubicBezTo>
                    <a:pt x="36025" y="3961"/>
                    <a:pt x="37953" y="5773"/>
                    <a:pt x="37953" y="7683"/>
                  </a:cubicBezTo>
                  <a:cubicBezTo>
                    <a:pt x="37953" y="9592"/>
                    <a:pt x="36025" y="11405"/>
                    <a:pt x="32523" y="12785"/>
                  </a:cubicBezTo>
                  <a:cubicBezTo>
                    <a:pt x="28961" y="14188"/>
                    <a:pt x="24225" y="14962"/>
                    <a:pt x="19179" y="14962"/>
                  </a:cubicBezTo>
                  <a:cubicBezTo>
                    <a:pt x="14133" y="14962"/>
                    <a:pt x="9395" y="14188"/>
                    <a:pt x="5834" y="12785"/>
                  </a:cubicBezTo>
                  <a:cubicBezTo>
                    <a:pt x="2333" y="11405"/>
                    <a:pt x="403" y="9592"/>
                    <a:pt x="403" y="7683"/>
                  </a:cubicBezTo>
                  <a:cubicBezTo>
                    <a:pt x="403" y="5773"/>
                    <a:pt x="2333" y="3961"/>
                    <a:pt x="5834" y="2580"/>
                  </a:cubicBezTo>
                  <a:cubicBezTo>
                    <a:pt x="9395" y="1175"/>
                    <a:pt x="14133" y="404"/>
                    <a:pt x="19179" y="404"/>
                  </a:cubicBezTo>
                  <a:close/>
                  <a:moveTo>
                    <a:pt x="19179" y="1"/>
                  </a:moveTo>
                  <a:cubicBezTo>
                    <a:pt x="14086" y="1"/>
                    <a:pt x="9294" y="784"/>
                    <a:pt x="5687" y="2205"/>
                  </a:cubicBezTo>
                  <a:cubicBezTo>
                    <a:pt x="2019" y="3648"/>
                    <a:pt x="1" y="5594"/>
                    <a:pt x="1" y="7683"/>
                  </a:cubicBezTo>
                  <a:cubicBezTo>
                    <a:pt x="1" y="9769"/>
                    <a:pt x="2019" y="11713"/>
                    <a:pt x="5687" y="13159"/>
                  </a:cubicBezTo>
                  <a:cubicBezTo>
                    <a:pt x="9294" y="14582"/>
                    <a:pt x="14086" y="15365"/>
                    <a:pt x="19179" y="15365"/>
                  </a:cubicBezTo>
                  <a:cubicBezTo>
                    <a:pt x="24273" y="15365"/>
                    <a:pt x="29065" y="14582"/>
                    <a:pt x="32670" y="13159"/>
                  </a:cubicBezTo>
                  <a:cubicBezTo>
                    <a:pt x="36335" y="11713"/>
                    <a:pt x="38356" y="9769"/>
                    <a:pt x="38356" y="7683"/>
                  </a:cubicBezTo>
                  <a:cubicBezTo>
                    <a:pt x="38356" y="5594"/>
                    <a:pt x="36335" y="3648"/>
                    <a:pt x="32670" y="2205"/>
                  </a:cubicBezTo>
                  <a:cubicBezTo>
                    <a:pt x="29065" y="784"/>
                    <a:pt x="24273" y="1"/>
                    <a:pt x="19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21"/>
          <p:cNvGrpSpPr/>
          <p:nvPr/>
        </p:nvGrpSpPr>
        <p:grpSpPr>
          <a:xfrm>
            <a:off x="3640822" y="-646842"/>
            <a:ext cx="8455953" cy="3018817"/>
            <a:chOff x="4168525" y="2572625"/>
            <a:chExt cx="3211650" cy="1146575"/>
          </a:xfrm>
        </p:grpSpPr>
        <p:sp>
          <p:nvSpPr>
            <p:cNvPr id="1215" name="Google Shape;1215;p21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35461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8">
  <p:cSld name="Background 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9" name="Google Shape;1219;p22"/>
          <p:cNvGrpSpPr/>
          <p:nvPr/>
        </p:nvGrpSpPr>
        <p:grpSpPr>
          <a:xfrm>
            <a:off x="-99" y="4684162"/>
            <a:ext cx="9144198" cy="2084147"/>
            <a:chOff x="0" y="4422748"/>
            <a:chExt cx="9144198" cy="2084147"/>
          </a:xfrm>
        </p:grpSpPr>
        <p:sp>
          <p:nvSpPr>
            <p:cNvPr id="1220" name="Google Shape;1220;p22"/>
            <p:cNvSpPr/>
            <p:nvPr/>
          </p:nvSpPr>
          <p:spPr>
            <a:xfrm>
              <a:off x="0" y="4422748"/>
              <a:ext cx="9144198" cy="2084147"/>
            </a:xfrm>
            <a:custGeom>
              <a:avLst/>
              <a:gdLst/>
              <a:ahLst/>
              <a:cxnLst/>
              <a:rect l="l" t="t" r="r" b="b"/>
              <a:pathLst>
                <a:path w="285600" h="65094" extrusionOk="0">
                  <a:moveTo>
                    <a:pt x="0" y="1"/>
                  </a:moveTo>
                  <a:lnTo>
                    <a:pt x="0" y="65094"/>
                  </a:lnTo>
                  <a:lnTo>
                    <a:pt x="285599" y="65094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4978645" y="4422748"/>
              <a:ext cx="1511994" cy="2084147"/>
            </a:xfrm>
            <a:custGeom>
              <a:avLst/>
              <a:gdLst/>
              <a:ahLst/>
              <a:cxnLst/>
              <a:rect l="l" t="t" r="r" b="b"/>
              <a:pathLst>
                <a:path w="47224" h="65094" extrusionOk="0">
                  <a:moveTo>
                    <a:pt x="0" y="1"/>
                  </a:moveTo>
                  <a:lnTo>
                    <a:pt x="6858" y="65094"/>
                  </a:lnTo>
                  <a:lnTo>
                    <a:pt x="47224" y="65094"/>
                  </a:lnTo>
                  <a:lnTo>
                    <a:pt x="23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6583680" y="4422748"/>
              <a:ext cx="2560375" cy="2084147"/>
            </a:xfrm>
            <a:custGeom>
              <a:avLst/>
              <a:gdLst/>
              <a:ahLst/>
              <a:cxnLst/>
              <a:rect l="l" t="t" r="r" b="b"/>
              <a:pathLst>
                <a:path w="79968" h="65094" extrusionOk="0">
                  <a:moveTo>
                    <a:pt x="0" y="1"/>
                  </a:moveTo>
                  <a:lnTo>
                    <a:pt x="39602" y="65094"/>
                  </a:lnTo>
                  <a:lnTo>
                    <a:pt x="79967" y="65094"/>
                  </a:lnTo>
                  <a:lnTo>
                    <a:pt x="23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8246217" y="4422748"/>
              <a:ext cx="897803" cy="670414"/>
            </a:xfrm>
            <a:custGeom>
              <a:avLst/>
              <a:gdLst/>
              <a:ahLst/>
              <a:cxnLst/>
              <a:rect l="l" t="t" r="r" b="b"/>
              <a:pathLst>
                <a:path w="28041" h="20939" extrusionOk="0">
                  <a:moveTo>
                    <a:pt x="0" y="1"/>
                  </a:moveTo>
                  <a:lnTo>
                    <a:pt x="28040" y="20939"/>
                  </a:lnTo>
                  <a:lnTo>
                    <a:pt x="280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2653521" y="4422748"/>
              <a:ext cx="1511866" cy="2084147"/>
            </a:xfrm>
            <a:custGeom>
              <a:avLst/>
              <a:gdLst/>
              <a:ahLst/>
              <a:cxnLst/>
              <a:rect l="l" t="t" r="r" b="b"/>
              <a:pathLst>
                <a:path w="47220" h="65094" extrusionOk="0">
                  <a:moveTo>
                    <a:pt x="23608" y="1"/>
                  </a:moveTo>
                  <a:lnTo>
                    <a:pt x="1" y="65094"/>
                  </a:lnTo>
                  <a:lnTo>
                    <a:pt x="40366" y="65094"/>
                  </a:lnTo>
                  <a:lnTo>
                    <a:pt x="472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2"/>
            <p:cNvSpPr/>
            <p:nvPr/>
          </p:nvSpPr>
          <p:spPr>
            <a:xfrm>
              <a:off x="0" y="4422748"/>
              <a:ext cx="2560536" cy="2084147"/>
            </a:xfrm>
            <a:custGeom>
              <a:avLst/>
              <a:gdLst/>
              <a:ahLst/>
              <a:cxnLst/>
              <a:rect l="l" t="t" r="r" b="b"/>
              <a:pathLst>
                <a:path w="79973" h="65094" extrusionOk="0">
                  <a:moveTo>
                    <a:pt x="56356" y="1"/>
                  </a:moveTo>
                  <a:lnTo>
                    <a:pt x="0" y="65094"/>
                  </a:lnTo>
                  <a:lnTo>
                    <a:pt x="40365" y="65094"/>
                  </a:lnTo>
                  <a:lnTo>
                    <a:pt x="799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2"/>
            <p:cNvSpPr/>
            <p:nvPr/>
          </p:nvSpPr>
          <p:spPr>
            <a:xfrm>
              <a:off x="0" y="4422748"/>
              <a:ext cx="897803" cy="670414"/>
            </a:xfrm>
            <a:custGeom>
              <a:avLst/>
              <a:gdLst/>
              <a:ahLst/>
              <a:cxnLst/>
              <a:rect l="l" t="t" r="r" b="b"/>
              <a:pathLst>
                <a:path w="28041" h="20939" extrusionOk="0">
                  <a:moveTo>
                    <a:pt x="0" y="1"/>
                  </a:moveTo>
                  <a:lnTo>
                    <a:pt x="0" y="20939"/>
                  </a:lnTo>
                  <a:lnTo>
                    <a:pt x="280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2"/>
            <p:cNvSpPr/>
            <p:nvPr/>
          </p:nvSpPr>
          <p:spPr>
            <a:xfrm>
              <a:off x="0" y="6105071"/>
              <a:ext cx="9144198" cy="48731"/>
            </a:xfrm>
            <a:custGeom>
              <a:avLst/>
              <a:gdLst/>
              <a:ahLst/>
              <a:cxnLst/>
              <a:rect l="l" t="t" r="r" b="b"/>
              <a:pathLst>
                <a:path w="285600" h="1522" extrusionOk="0">
                  <a:moveTo>
                    <a:pt x="0" y="1"/>
                  </a:moveTo>
                  <a:lnTo>
                    <a:pt x="0" y="1522"/>
                  </a:lnTo>
                  <a:lnTo>
                    <a:pt x="285599" y="1522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2"/>
            <p:cNvSpPr/>
            <p:nvPr/>
          </p:nvSpPr>
          <p:spPr>
            <a:xfrm>
              <a:off x="4503420" y="4483580"/>
              <a:ext cx="137323" cy="1670417"/>
            </a:xfrm>
            <a:custGeom>
              <a:avLst/>
              <a:gdLst/>
              <a:ahLst/>
              <a:cxnLst/>
              <a:rect l="l" t="t" r="r" b="b"/>
              <a:pathLst>
                <a:path w="4289" h="52172" extrusionOk="0">
                  <a:moveTo>
                    <a:pt x="1329" y="1"/>
                  </a:moveTo>
                  <a:lnTo>
                    <a:pt x="0" y="52172"/>
                  </a:lnTo>
                  <a:lnTo>
                    <a:pt x="0" y="52172"/>
                  </a:lnTo>
                  <a:lnTo>
                    <a:pt x="2139" y="51409"/>
                  </a:lnTo>
                  <a:lnTo>
                    <a:pt x="4288" y="52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2"/>
            <p:cNvSpPr/>
            <p:nvPr/>
          </p:nvSpPr>
          <p:spPr>
            <a:xfrm>
              <a:off x="2560448" y="4654294"/>
              <a:ext cx="4023351" cy="664587"/>
            </a:xfrm>
            <a:custGeom>
              <a:avLst/>
              <a:gdLst/>
              <a:ahLst/>
              <a:cxnLst/>
              <a:rect l="l" t="t" r="r" b="b"/>
              <a:pathLst>
                <a:path w="125661" h="20757" extrusionOk="0">
                  <a:moveTo>
                    <a:pt x="62773" y="764"/>
                  </a:moveTo>
                  <a:cubicBezTo>
                    <a:pt x="96208" y="764"/>
                    <a:pt x="123324" y="4725"/>
                    <a:pt x="123324" y="9616"/>
                  </a:cubicBezTo>
                  <a:cubicBezTo>
                    <a:pt x="123324" y="14501"/>
                    <a:pt x="96213" y="18473"/>
                    <a:pt x="62773" y="18473"/>
                  </a:cubicBezTo>
                  <a:cubicBezTo>
                    <a:pt x="29339" y="18473"/>
                    <a:pt x="2223" y="14506"/>
                    <a:pt x="2223" y="9616"/>
                  </a:cubicBezTo>
                  <a:cubicBezTo>
                    <a:pt x="2223" y="4720"/>
                    <a:pt x="29339" y="764"/>
                    <a:pt x="62773" y="764"/>
                  </a:cubicBezTo>
                  <a:close/>
                  <a:moveTo>
                    <a:pt x="62825" y="1"/>
                  </a:moveTo>
                  <a:cubicBezTo>
                    <a:pt x="28124" y="1"/>
                    <a:pt x="1" y="4647"/>
                    <a:pt x="1" y="10379"/>
                  </a:cubicBezTo>
                  <a:cubicBezTo>
                    <a:pt x="1" y="16110"/>
                    <a:pt x="28124" y="20757"/>
                    <a:pt x="62825" y="20757"/>
                  </a:cubicBezTo>
                  <a:cubicBezTo>
                    <a:pt x="97526" y="20757"/>
                    <a:pt x="125660" y="16110"/>
                    <a:pt x="125660" y="10379"/>
                  </a:cubicBezTo>
                  <a:cubicBezTo>
                    <a:pt x="125660" y="4647"/>
                    <a:pt x="97532" y="1"/>
                    <a:pt x="6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2"/>
            <p:cNvSpPr/>
            <p:nvPr/>
          </p:nvSpPr>
          <p:spPr>
            <a:xfrm>
              <a:off x="0" y="4703311"/>
              <a:ext cx="707459" cy="343964"/>
            </a:xfrm>
            <a:custGeom>
              <a:avLst/>
              <a:gdLst/>
              <a:ahLst/>
              <a:cxnLst/>
              <a:rect l="l" t="t" r="r" b="b"/>
              <a:pathLst>
                <a:path w="22096" h="10743" extrusionOk="0">
                  <a:moveTo>
                    <a:pt x="553" y="0"/>
                  </a:moveTo>
                  <a:cubicBezTo>
                    <a:pt x="369" y="0"/>
                    <a:pt x="185" y="0"/>
                    <a:pt x="0" y="1"/>
                  </a:cubicBezTo>
                  <a:lnTo>
                    <a:pt x="0" y="489"/>
                  </a:lnTo>
                  <a:cubicBezTo>
                    <a:pt x="11593" y="510"/>
                    <a:pt x="20175" y="2016"/>
                    <a:pt x="20289" y="4300"/>
                  </a:cubicBezTo>
                  <a:cubicBezTo>
                    <a:pt x="20398" y="6584"/>
                    <a:pt x="11775" y="8972"/>
                    <a:pt x="0" y="10094"/>
                  </a:cubicBezTo>
                  <a:lnTo>
                    <a:pt x="0" y="10743"/>
                  </a:lnTo>
                  <a:cubicBezTo>
                    <a:pt x="12663" y="9621"/>
                    <a:pt x="22096" y="6948"/>
                    <a:pt x="21976" y="4300"/>
                  </a:cubicBezTo>
                  <a:cubicBezTo>
                    <a:pt x="21854" y="1691"/>
                    <a:pt x="12732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2"/>
            <p:cNvSpPr/>
            <p:nvPr/>
          </p:nvSpPr>
          <p:spPr>
            <a:xfrm>
              <a:off x="8436525" y="4703311"/>
              <a:ext cx="707491" cy="343964"/>
            </a:xfrm>
            <a:custGeom>
              <a:avLst/>
              <a:gdLst/>
              <a:ahLst/>
              <a:cxnLst/>
              <a:rect l="l" t="t" r="r" b="b"/>
              <a:pathLst>
                <a:path w="22097" h="10743" extrusionOk="0">
                  <a:moveTo>
                    <a:pt x="21544" y="0"/>
                  </a:moveTo>
                  <a:cubicBezTo>
                    <a:pt x="9370" y="0"/>
                    <a:pt x="248" y="1691"/>
                    <a:pt x="125" y="4300"/>
                  </a:cubicBezTo>
                  <a:cubicBezTo>
                    <a:pt x="1" y="6948"/>
                    <a:pt x="9434" y="9621"/>
                    <a:pt x="22096" y="10743"/>
                  </a:cubicBezTo>
                  <a:lnTo>
                    <a:pt x="22096" y="10094"/>
                  </a:lnTo>
                  <a:cubicBezTo>
                    <a:pt x="10327" y="8972"/>
                    <a:pt x="1704" y="6584"/>
                    <a:pt x="1813" y="4300"/>
                  </a:cubicBezTo>
                  <a:cubicBezTo>
                    <a:pt x="1922" y="2016"/>
                    <a:pt x="10509" y="510"/>
                    <a:pt x="22096" y="489"/>
                  </a:cubicBezTo>
                  <a:lnTo>
                    <a:pt x="22096" y="1"/>
                  </a:lnTo>
                  <a:cubicBezTo>
                    <a:pt x="21912" y="0"/>
                    <a:pt x="21728" y="0"/>
                    <a:pt x="21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2"/>
            <p:cNvSpPr/>
            <p:nvPr/>
          </p:nvSpPr>
          <p:spPr>
            <a:xfrm>
              <a:off x="0" y="4483580"/>
              <a:ext cx="9144198" cy="32"/>
            </a:xfrm>
            <a:custGeom>
              <a:avLst/>
              <a:gdLst/>
              <a:ahLst/>
              <a:cxnLst/>
              <a:rect l="l" t="t" r="r" b="b"/>
              <a:pathLst>
                <a:path w="285600" h="1" fill="none" extrusionOk="0">
                  <a:moveTo>
                    <a:pt x="0" y="1"/>
                  </a:moveTo>
                  <a:lnTo>
                    <a:pt x="285599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miter lim="51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3" name="Google Shape;1233;p22"/>
          <p:cNvGrpSpPr/>
          <p:nvPr/>
        </p:nvGrpSpPr>
        <p:grpSpPr>
          <a:xfrm>
            <a:off x="0" y="4330441"/>
            <a:ext cx="9144198" cy="353601"/>
            <a:chOff x="0" y="4157576"/>
            <a:chExt cx="9144198" cy="353601"/>
          </a:xfrm>
        </p:grpSpPr>
        <p:sp>
          <p:nvSpPr>
            <p:cNvPr id="1234" name="Google Shape;1234;p22"/>
            <p:cNvSpPr/>
            <p:nvPr/>
          </p:nvSpPr>
          <p:spPr>
            <a:xfrm>
              <a:off x="0" y="4157576"/>
              <a:ext cx="9144198" cy="353601"/>
            </a:xfrm>
            <a:custGeom>
              <a:avLst/>
              <a:gdLst/>
              <a:ahLst/>
              <a:cxnLst/>
              <a:rect l="l" t="t" r="r" b="b"/>
              <a:pathLst>
                <a:path w="285600" h="11044" extrusionOk="0">
                  <a:moveTo>
                    <a:pt x="0" y="1"/>
                  </a:moveTo>
                  <a:lnTo>
                    <a:pt x="0" y="11044"/>
                  </a:lnTo>
                  <a:lnTo>
                    <a:pt x="285599" y="11044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2"/>
            <p:cNvSpPr/>
            <p:nvPr/>
          </p:nvSpPr>
          <p:spPr>
            <a:xfrm>
              <a:off x="801157" y="4157576"/>
              <a:ext cx="1068712" cy="353601"/>
            </a:xfrm>
            <a:custGeom>
              <a:avLst/>
              <a:gdLst/>
              <a:ahLst/>
              <a:cxnLst/>
              <a:rect l="l" t="t" r="r" b="b"/>
              <a:pathLst>
                <a:path w="33379" h="11044" extrusionOk="0">
                  <a:moveTo>
                    <a:pt x="1" y="1"/>
                  </a:moveTo>
                  <a:lnTo>
                    <a:pt x="1" y="11044"/>
                  </a:lnTo>
                  <a:lnTo>
                    <a:pt x="33378" y="11044"/>
                  </a:lnTo>
                  <a:lnTo>
                    <a:pt x="33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2"/>
            <p:cNvSpPr/>
            <p:nvPr/>
          </p:nvSpPr>
          <p:spPr>
            <a:xfrm>
              <a:off x="2959057" y="4157576"/>
              <a:ext cx="1068680" cy="353601"/>
            </a:xfrm>
            <a:custGeom>
              <a:avLst/>
              <a:gdLst/>
              <a:ahLst/>
              <a:cxnLst/>
              <a:rect l="l" t="t" r="r" b="b"/>
              <a:pathLst>
                <a:path w="33378" h="11044" extrusionOk="0">
                  <a:moveTo>
                    <a:pt x="0" y="1"/>
                  </a:moveTo>
                  <a:lnTo>
                    <a:pt x="0" y="11044"/>
                  </a:lnTo>
                  <a:lnTo>
                    <a:pt x="33378" y="11044"/>
                  </a:lnTo>
                  <a:lnTo>
                    <a:pt x="33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2"/>
            <p:cNvSpPr/>
            <p:nvPr/>
          </p:nvSpPr>
          <p:spPr>
            <a:xfrm>
              <a:off x="5117086" y="4157576"/>
              <a:ext cx="1068712" cy="353601"/>
            </a:xfrm>
            <a:custGeom>
              <a:avLst/>
              <a:gdLst/>
              <a:ahLst/>
              <a:cxnLst/>
              <a:rect l="l" t="t" r="r" b="b"/>
              <a:pathLst>
                <a:path w="33379" h="11044" extrusionOk="0">
                  <a:moveTo>
                    <a:pt x="1" y="1"/>
                  </a:moveTo>
                  <a:lnTo>
                    <a:pt x="1" y="11044"/>
                  </a:lnTo>
                  <a:lnTo>
                    <a:pt x="33378" y="11044"/>
                  </a:lnTo>
                  <a:lnTo>
                    <a:pt x="33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2"/>
            <p:cNvSpPr/>
            <p:nvPr/>
          </p:nvSpPr>
          <p:spPr>
            <a:xfrm>
              <a:off x="7274987" y="4157576"/>
              <a:ext cx="1068680" cy="353601"/>
            </a:xfrm>
            <a:custGeom>
              <a:avLst/>
              <a:gdLst/>
              <a:ahLst/>
              <a:cxnLst/>
              <a:rect l="l" t="t" r="r" b="b"/>
              <a:pathLst>
                <a:path w="33378" h="11044" extrusionOk="0">
                  <a:moveTo>
                    <a:pt x="0" y="1"/>
                  </a:moveTo>
                  <a:lnTo>
                    <a:pt x="0" y="11044"/>
                  </a:lnTo>
                  <a:lnTo>
                    <a:pt x="33378" y="11044"/>
                  </a:lnTo>
                  <a:lnTo>
                    <a:pt x="33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9" name="Google Shape;1239;p22"/>
          <p:cNvSpPr/>
          <p:nvPr/>
        </p:nvSpPr>
        <p:spPr>
          <a:xfrm>
            <a:off x="0" y="3072215"/>
            <a:ext cx="9144198" cy="1258286"/>
          </a:xfrm>
          <a:custGeom>
            <a:avLst/>
            <a:gdLst/>
            <a:ahLst/>
            <a:cxnLst/>
            <a:rect l="l" t="t" r="r" b="b"/>
            <a:pathLst>
              <a:path w="285600" h="72923" extrusionOk="0">
                <a:moveTo>
                  <a:pt x="0" y="1"/>
                </a:moveTo>
                <a:lnTo>
                  <a:pt x="0" y="72923"/>
                </a:lnTo>
                <a:lnTo>
                  <a:pt x="285599" y="72923"/>
                </a:lnTo>
                <a:lnTo>
                  <a:pt x="28559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2"/>
          <p:cNvSpPr/>
          <p:nvPr/>
        </p:nvSpPr>
        <p:spPr>
          <a:xfrm>
            <a:off x="-100" y="2764661"/>
            <a:ext cx="9144198" cy="236577"/>
          </a:xfrm>
          <a:custGeom>
            <a:avLst/>
            <a:gdLst/>
            <a:ahLst/>
            <a:cxnLst/>
            <a:rect l="l" t="t" r="r" b="b"/>
            <a:pathLst>
              <a:path w="285600" h="7389" extrusionOk="0">
                <a:moveTo>
                  <a:pt x="0" y="1"/>
                </a:moveTo>
                <a:lnTo>
                  <a:pt x="0" y="7389"/>
                </a:lnTo>
                <a:lnTo>
                  <a:pt x="285599" y="7389"/>
                </a:lnTo>
                <a:lnTo>
                  <a:pt x="28559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1" name="Google Shape;1241;p22"/>
          <p:cNvGrpSpPr/>
          <p:nvPr/>
        </p:nvGrpSpPr>
        <p:grpSpPr>
          <a:xfrm>
            <a:off x="0" y="3544289"/>
            <a:ext cx="9144198" cy="312361"/>
            <a:chOff x="0" y="3083849"/>
            <a:chExt cx="9144198" cy="312361"/>
          </a:xfrm>
        </p:grpSpPr>
        <p:sp>
          <p:nvSpPr>
            <p:cNvPr id="1242" name="Google Shape;1242;p22"/>
            <p:cNvSpPr/>
            <p:nvPr/>
          </p:nvSpPr>
          <p:spPr>
            <a:xfrm>
              <a:off x="0" y="3159665"/>
              <a:ext cx="9144198" cy="236545"/>
            </a:xfrm>
            <a:custGeom>
              <a:avLst/>
              <a:gdLst/>
              <a:ahLst/>
              <a:cxnLst/>
              <a:rect l="l" t="t" r="r" b="b"/>
              <a:pathLst>
                <a:path w="28560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5599" y="7388"/>
                  </a:lnTo>
                  <a:lnTo>
                    <a:pt x="2855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2"/>
            <p:cNvSpPr/>
            <p:nvPr/>
          </p:nvSpPr>
          <p:spPr>
            <a:xfrm>
              <a:off x="0" y="3159665"/>
              <a:ext cx="922744" cy="236545"/>
            </a:xfrm>
            <a:custGeom>
              <a:avLst/>
              <a:gdLst/>
              <a:ahLst/>
              <a:cxnLst/>
              <a:rect l="l" t="t" r="r" b="b"/>
              <a:pathLst>
                <a:path w="2882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819" y="7388"/>
                  </a:lnTo>
                  <a:lnTo>
                    <a:pt x="28819" y="0"/>
                  </a:lnTo>
                  <a:close/>
                </a:path>
              </a:pathLst>
            </a:custGeom>
            <a:solidFill>
              <a:srgbClr val="000000">
                <a:alpha val="526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2"/>
            <p:cNvSpPr/>
            <p:nvPr/>
          </p:nvSpPr>
          <p:spPr>
            <a:xfrm>
              <a:off x="2055319" y="3159665"/>
              <a:ext cx="922744" cy="236545"/>
            </a:xfrm>
            <a:custGeom>
              <a:avLst/>
              <a:gdLst/>
              <a:ahLst/>
              <a:cxnLst/>
              <a:rect l="l" t="t" r="r" b="b"/>
              <a:pathLst>
                <a:path w="2882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819" y="7388"/>
                  </a:lnTo>
                  <a:lnTo>
                    <a:pt x="28819" y="0"/>
                  </a:lnTo>
                  <a:close/>
                </a:path>
              </a:pathLst>
            </a:custGeom>
            <a:solidFill>
              <a:srgbClr val="000000">
                <a:alpha val="526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2"/>
            <p:cNvSpPr/>
            <p:nvPr/>
          </p:nvSpPr>
          <p:spPr>
            <a:xfrm>
              <a:off x="4110638" y="3159665"/>
              <a:ext cx="922744" cy="236545"/>
            </a:xfrm>
            <a:custGeom>
              <a:avLst/>
              <a:gdLst/>
              <a:ahLst/>
              <a:cxnLst/>
              <a:rect l="l" t="t" r="r" b="b"/>
              <a:pathLst>
                <a:path w="2882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819" y="7388"/>
                  </a:lnTo>
                  <a:lnTo>
                    <a:pt x="28819" y="0"/>
                  </a:lnTo>
                  <a:close/>
                </a:path>
              </a:pathLst>
            </a:custGeom>
            <a:solidFill>
              <a:srgbClr val="000000">
                <a:alpha val="526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2"/>
            <p:cNvSpPr/>
            <p:nvPr/>
          </p:nvSpPr>
          <p:spPr>
            <a:xfrm>
              <a:off x="6165957" y="3159665"/>
              <a:ext cx="922744" cy="236545"/>
            </a:xfrm>
            <a:custGeom>
              <a:avLst/>
              <a:gdLst/>
              <a:ahLst/>
              <a:cxnLst/>
              <a:rect l="l" t="t" r="r" b="b"/>
              <a:pathLst>
                <a:path w="2882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819" y="7388"/>
                  </a:lnTo>
                  <a:lnTo>
                    <a:pt x="28819" y="0"/>
                  </a:lnTo>
                  <a:close/>
                </a:path>
              </a:pathLst>
            </a:custGeom>
            <a:solidFill>
              <a:srgbClr val="000000">
                <a:alpha val="526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2"/>
            <p:cNvSpPr/>
            <p:nvPr/>
          </p:nvSpPr>
          <p:spPr>
            <a:xfrm>
              <a:off x="8221276" y="3159665"/>
              <a:ext cx="922744" cy="236545"/>
            </a:xfrm>
            <a:custGeom>
              <a:avLst/>
              <a:gdLst/>
              <a:ahLst/>
              <a:cxnLst/>
              <a:rect l="l" t="t" r="r" b="b"/>
              <a:pathLst>
                <a:path w="28820" h="7388" extrusionOk="0">
                  <a:moveTo>
                    <a:pt x="0" y="0"/>
                  </a:moveTo>
                  <a:lnTo>
                    <a:pt x="0" y="7388"/>
                  </a:lnTo>
                  <a:lnTo>
                    <a:pt x="28819" y="7388"/>
                  </a:lnTo>
                  <a:lnTo>
                    <a:pt x="28819" y="0"/>
                  </a:lnTo>
                  <a:close/>
                </a:path>
              </a:pathLst>
            </a:custGeom>
            <a:solidFill>
              <a:srgbClr val="000000">
                <a:alpha val="526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2"/>
            <p:cNvSpPr/>
            <p:nvPr/>
          </p:nvSpPr>
          <p:spPr>
            <a:xfrm>
              <a:off x="0" y="3083849"/>
              <a:ext cx="9144198" cy="75849"/>
            </a:xfrm>
            <a:custGeom>
              <a:avLst/>
              <a:gdLst/>
              <a:ahLst/>
              <a:cxnLst/>
              <a:rect l="l" t="t" r="r" b="b"/>
              <a:pathLst>
                <a:path w="285600" h="2369" extrusionOk="0">
                  <a:moveTo>
                    <a:pt x="0" y="1"/>
                  </a:moveTo>
                  <a:lnTo>
                    <a:pt x="0" y="2368"/>
                  </a:lnTo>
                  <a:lnTo>
                    <a:pt x="285599" y="2368"/>
                  </a:lnTo>
                  <a:lnTo>
                    <a:pt x="2855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9" name="Google Shape;1249;p22"/>
          <p:cNvSpPr/>
          <p:nvPr/>
        </p:nvSpPr>
        <p:spPr>
          <a:xfrm>
            <a:off x="-100" y="3001041"/>
            <a:ext cx="9144198" cy="75978"/>
          </a:xfrm>
          <a:custGeom>
            <a:avLst/>
            <a:gdLst/>
            <a:ahLst/>
            <a:cxnLst/>
            <a:rect l="l" t="t" r="r" b="b"/>
            <a:pathLst>
              <a:path w="285600" h="2373" extrusionOk="0">
                <a:moveTo>
                  <a:pt x="0" y="0"/>
                </a:moveTo>
                <a:lnTo>
                  <a:pt x="0" y="2373"/>
                </a:lnTo>
                <a:lnTo>
                  <a:pt x="285599" y="2373"/>
                </a:lnTo>
                <a:lnTo>
                  <a:pt x="28559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0" name="Google Shape;1250;p22"/>
          <p:cNvGrpSpPr/>
          <p:nvPr/>
        </p:nvGrpSpPr>
        <p:grpSpPr>
          <a:xfrm>
            <a:off x="2597786" y="2824094"/>
            <a:ext cx="3948228" cy="142990"/>
            <a:chOff x="2602222" y="2195329"/>
            <a:chExt cx="3948228" cy="142990"/>
          </a:xfrm>
        </p:grpSpPr>
        <p:sp>
          <p:nvSpPr>
            <p:cNvPr id="1251" name="Google Shape;1251;p22"/>
            <p:cNvSpPr/>
            <p:nvPr/>
          </p:nvSpPr>
          <p:spPr>
            <a:xfrm>
              <a:off x="2602222" y="2195329"/>
              <a:ext cx="148625" cy="142990"/>
            </a:xfrm>
            <a:custGeom>
              <a:avLst/>
              <a:gdLst/>
              <a:ahLst/>
              <a:cxnLst/>
              <a:rect l="l" t="t" r="r" b="b"/>
              <a:pathLst>
                <a:path w="4642" h="4466" extrusionOk="0">
                  <a:moveTo>
                    <a:pt x="2409" y="1"/>
                  </a:moveTo>
                  <a:cubicBezTo>
                    <a:pt x="1506" y="1"/>
                    <a:pt x="691" y="546"/>
                    <a:pt x="343" y="1377"/>
                  </a:cubicBezTo>
                  <a:cubicBezTo>
                    <a:pt x="0" y="2212"/>
                    <a:pt x="192" y="3173"/>
                    <a:pt x="831" y="3811"/>
                  </a:cubicBezTo>
                  <a:cubicBezTo>
                    <a:pt x="1258" y="4238"/>
                    <a:pt x="1828" y="4466"/>
                    <a:pt x="2408" y="4466"/>
                  </a:cubicBezTo>
                  <a:cubicBezTo>
                    <a:pt x="2696" y="4466"/>
                    <a:pt x="2985" y="4410"/>
                    <a:pt x="3261" y="4294"/>
                  </a:cubicBezTo>
                  <a:cubicBezTo>
                    <a:pt x="4097" y="3952"/>
                    <a:pt x="4642" y="3137"/>
                    <a:pt x="4642" y="2233"/>
                  </a:cubicBezTo>
                  <a:cubicBezTo>
                    <a:pt x="4642" y="1003"/>
                    <a:pt x="3640" y="1"/>
                    <a:pt x="2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2"/>
            <p:cNvSpPr/>
            <p:nvPr/>
          </p:nvSpPr>
          <p:spPr>
            <a:xfrm>
              <a:off x="6401825" y="2195329"/>
              <a:ext cx="148625" cy="142990"/>
            </a:xfrm>
            <a:custGeom>
              <a:avLst/>
              <a:gdLst/>
              <a:ahLst/>
              <a:cxnLst/>
              <a:rect l="l" t="t" r="r" b="b"/>
              <a:pathLst>
                <a:path w="4642" h="4466" extrusionOk="0">
                  <a:moveTo>
                    <a:pt x="2409" y="1"/>
                  </a:moveTo>
                  <a:cubicBezTo>
                    <a:pt x="1506" y="1"/>
                    <a:pt x="691" y="546"/>
                    <a:pt x="343" y="1377"/>
                  </a:cubicBezTo>
                  <a:cubicBezTo>
                    <a:pt x="0" y="2212"/>
                    <a:pt x="187" y="3173"/>
                    <a:pt x="826" y="3811"/>
                  </a:cubicBezTo>
                  <a:cubicBezTo>
                    <a:pt x="1253" y="4238"/>
                    <a:pt x="1823" y="4466"/>
                    <a:pt x="2404" y="4466"/>
                  </a:cubicBezTo>
                  <a:cubicBezTo>
                    <a:pt x="2693" y="4466"/>
                    <a:pt x="2983" y="4410"/>
                    <a:pt x="3261" y="4294"/>
                  </a:cubicBezTo>
                  <a:cubicBezTo>
                    <a:pt x="4097" y="3952"/>
                    <a:pt x="4642" y="3137"/>
                    <a:pt x="4642" y="2233"/>
                  </a:cubicBezTo>
                  <a:cubicBezTo>
                    <a:pt x="4642" y="1003"/>
                    <a:pt x="3640" y="1"/>
                    <a:pt x="2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2"/>
          <p:cNvGrpSpPr/>
          <p:nvPr/>
        </p:nvGrpSpPr>
        <p:grpSpPr>
          <a:xfrm>
            <a:off x="717801" y="2824094"/>
            <a:ext cx="7708198" cy="143374"/>
            <a:chOff x="728875" y="2195329"/>
            <a:chExt cx="7708198" cy="143374"/>
          </a:xfrm>
        </p:grpSpPr>
        <p:sp>
          <p:nvSpPr>
            <p:cNvPr id="1254" name="Google Shape;1254;p22"/>
            <p:cNvSpPr/>
            <p:nvPr/>
          </p:nvSpPr>
          <p:spPr>
            <a:xfrm>
              <a:off x="728875" y="2195329"/>
              <a:ext cx="148657" cy="142990"/>
            </a:xfrm>
            <a:custGeom>
              <a:avLst/>
              <a:gdLst/>
              <a:ahLst/>
              <a:cxnLst/>
              <a:rect l="l" t="t" r="r" b="b"/>
              <a:pathLst>
                <a:path w="4643" h="4466" extrusionOk="0">
                  <a:moveTo>
                    <a:pt x="2410" y="1"/>
                  </a:moveTo>
                  <a:cubicBezTo>
                    <a:pt x="1506" y="1"/>
                    <a:pt x="691" y="546"/>
                    <a:pt x="343" y="1377"/>
                  </a:cubicBezTo>
                  <a:cubicBezTo>
                    <a:pt x="1" y="2212"/>
                    <a:pt x="193" y="3173"/>
                    <a:pt x="832" y="3811"/>
                  </a:cubicBezTo>
                  <a:cubicBezTo>
                    <a:pt x="1258" y="4238"/>
                    <a:pt x="1829" y="4466"/>
                    <a:pt x="2408" y="4466"/>
                  </a:cubicBezTo>
                  <a:cubicBezTo>
                    <a:pt x="2696" y="4466"/>
                    <a:pt x="2986" y="4410"/>
                    <a:pt x="3261" y="4294"/>
                  </a:cubicBezTo>
                  <a:cubicBezTo>
                    <a:pt x="4097" y="3952"/>
                    <a:pt x="4642" y="3137"/>
                    <a:pt x="4642" y="2233"/>
                  </a:cubicBezTo>
                  <a:cubicBezTo>
                    <a:pt x="4642" y="1003"/>
                    <a:pt x="3640" y="1"/>
                    <a:pt x="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2"/>
            <p:cNvSpPr/>
            <p:nvPr/>
          </p:nvSpPr>
          <p:spPr>
            <a:xfrm>
              <a:off x="8287935" y="2195329"/>
              <a:ext cx="149138" cy="143374"/>
            </a:xfrm>
            <a:custGeom>
              <a:avLst/>
              <a:gdLst/>
              <a:ahLst/>
              <a:cxnLst/>
              <a:rect l="l" t="t" r="r" b="b"/>
              <a:pathLst>
                <a:path w="4658" h="4478" extrusionOk="0">
                  <a:moveTo>
                    <a:pt x="2424" y="1"/>
                  </a:moveTo>
                  <a:cubicBezTo>
                    <a:pt x="2421" y="1"/>
                    <a:pt x="2418" y="1"/>
                    <a:pt x="2414" y="1"/>
                  </a:cubicBezTo>
                  <a:cubicBezTo>
                    <a:pt x="1511" y="1"/>
                    <a:pt x="691" y="546"/>
                    <a:pt x="348" y="1387"/>
                  </a:cubicBezTo>
                  <a:cubicBezTo>
                    <a:pt x="0" y="2223"/>
                    <a:pt x="192" y="3183"/>
                    <a:pt x="836" y="3827"/>
                  </a:cubicBezTo>
                  <a:cubicBezTo>
                    <a:pt x="1262" y="4252"/>
                    <a:pt x="1832" y="4477"/>
                    <a:pt x="2413" y="4477"/>
                  </a:cubicBezTo>
                  <a:cubicBezTo>
                    <a:pt x="2704" y="4477"/>
                    <a:pt x="2997" y="4421"/>
                    <a:pt x="3276" y="4305"/>
                  </a:cubicBezTo>
                  <a:cubicBezTo>
                    <a:pt x="4112" y="3957"/>
                    <a:pt x="4657" y="3142"/>
                    <a:pt x="4657" y="2233"/>
                  </a:cubicBezTo>
                  <a:cubicBezTo>
                    <a:pt x="4657" y="1001"/>
                    <a:pt x="3655" y="1"/>
                    <a:pt x="24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22"/>
          <p:cNvGrpSpPr/>
          <p:nvPr/>
        </p:nvGrpSpPr>
        <p:grpSpPr>
          <a:xfrm>
            <a:off x="737931" y="2840311"/>
            <a:ext cx="7667939" cy="3772963"/>
            <a:chOff x="738031" y="2211547"/>
            <a:chExt cx="7667939" cy="3772963"/>
          </a:xfrm>
        </p:grpSpPr>
        <p:sp>
          <p:nvSpPr>
            <p:cNvPr id="1257" name="Google Shape;1257;p22"/>
            <p:cNvSpPr/>
            <p:nvPr/>
          </p:nvSpPr>
          <p:spPr>
            <a:xfrm>
              <a:off x="4387678" y="2211547"/>
              <a:ext cx="4018291" cy="3772963"/>
            </a:xfrm>
            <a:custGeom>
              <a:avLst/>
              <a:gdLst/>
              <a:ahLst/>
              <a:cxnLst/>
              <a:rect l="l" t="t" r="r" b="b"/>
              <a:pathLst>
                <a:path w="111133" h="104348" extrusionOk="0">
                  <a:moveTo>
                    <a:pt x="109330" y="1"/>
                  </a:moveTo>
                  <a:lnTo>
                    <a:pt x="111132" y="1661"/>
                  </a:lnTo>
                  <a:lnTo>
                    <a:pt x="23160" y="104347"/>
                  </a:lnTo>
                  <a:lnTo>
                    <a:pt x="1" y="104159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2"/>
            <p:cNvSpPr/>
            <p:nvPr/>
          </p:nvSpPr>
          <p:spPr>
            <a:xfrm flipH="1">
              <a:off x="738031" y="2211547"/>
              <a:ext cx="4018291" cy="3772963"/>
            </a:xfrm>
            <a:custGeom>
              <a:avLst/>
              <a:gdLst/>
              <a:ahLst/>
              <a:cxnLst/>
              <a:rect l="l" t="t" r="r" b="b"/>
              <a:pathLst>
                <a:path w="111133" h="104348" extrusionOk="0">
                  <a:moveTo>
                    <a:pt x="109330" y="1"/>
                  </a:moveTo>
                  <a:lnTo>
                    <a:pt x="111132" y="1661"/>
                  </a:lnTo>
                  <a:lnTo>
                    <a:pt x="23160" y="104347"/>
                  </a:lnTo>
                  <a:lnTo>
                    <a:pt x="1" y="104159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9" name="Google Shape;1259;p22"/>
          <p:cNvGrpSpPr/>
          <p:nvPr/>
        </p:nvGrpSpPr>
        <p:grpSpPr>
          <a:xfrm>
            <a:off x="-217" y="3941936"/>
            <a:ext cx="9144433" cy="303197"/>
            <a:chOff x="-630204" y="3573384"/>
            <a:chExt cx="10404407" cy="345091"/>
          </a:xfrm>
        </p:grpSpPr>
        <p:grpSp>
          <p:nvGrpSpPr>
            <p:cNvPr id="1260" name="Google Shape;1260;p22"/>
            <p:cNvGrpSpPr/>
            <p:nvPr/>
          </p:nvGrpSpPr>
          <p:grpSpPr>
            <a:xfrm>
              <a:off x="-630204" y="3573384"/>
              <a:ext cx="5202207" cy="345091"/>
              <a:chOff x="417403" y="3402780"/>
              <a:chExt cx="8467134" cy="561672"/>
            </a:xfrm>
          </p:grpSpPr>
          <p:sp>
            <p:nvSpPr>
              <p:cNvPr id="1261" name="Google Shape;1261;p22"/>
              <p:cNvSpPr/>
              <p:nvPr/>
            </p:nvSpPr>
            <p:spPr>
              <a:xfrm>
                <a:off x="486079" y="3402780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34" y="0"/>
                      <a:pt x="0" y="786"/>
                      <a:pt x="466" y="1252"/>
                    </a:cubicBezTo>
                    <a:cubicBezTo>
                      <a:pt x="614" y="1400"/>
                      <a:pt x="797" y="1467"/>
                      <a:pt x="977" y="1467"/>
                    </a:cubicBezTo>
                    <a:cubicBezTo>
                      <a:pt x="1356" y="1467"/>
                      <a:pt x="1720" y="1171"/>
                      <a:pt x="1717" y="727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2"/>
              <p:cNvSpPr/>
              <p:nvPr/>
            </p:nvSpPr>
            <p:spPr>
              <a:xfrm>
                <a:off x="1475206" y="3756342"/>
                <a:ext cx="46553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54" extrusionOk="0">
                    <a:moveTo>
                      <a:pt x="727" y="0"/>
                    </a:moveTo>
                    <a:cubicBezTo>
                      <a:pt x="327" y="0"/>
                      <a:pt x="0" y="327"/>
                      <a:pt x="0" y="727"/>
                    </a:cubicBezTo>
                    <a:cubicBezTo>
                      <a:pt x="0" y="1132"/>
                      <a:pt x="327" y="1454"/>
                      <a:pt x="727" y="1454"/>
                    </a:cubicBezTo>
                    <a:cubicBezTo>
                      <a:pt x="1127" y="1454"/>
                      <a:pt x="1454" y="1132"/>
                      <a:pt x="1454" y="727"/>
                    </a:cubicBezTo>
                    <a:cubicBezTo>
                      <a:pt x="1454" y="327"/>
                      <a:pt x="1127" y="0"/>
                      <a:pt x="7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2"/>
              <p:cNvSpPr/>
              <p:nvPr/>
            </p:nvSpPr>
            <p:spPr>
              <a:xfrm>
                <a:off x="3284732" y="3426056"/>
                <a:ext cx="55006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7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61" y="1246"/>
                    </a:cubicBezTo>
                    <a:cubicBezTo>
                      <a:pt x="609" y="1398"/>
                      <a:pt x="794" y="1466"/>
                      <a:pt x="975" y="1466"/>
                    </a:cubicBezTo>
                    <a:cubicBezTo>
                      <a:pt x="1350" y="1466"/>
                      <a:pt x="1712" y="1174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2"/>
              <p:cNvSpPr/>
              <p:nvPr/>
            </p:nvSpPr>
            <p:spPr>
              <a:xfrm>
                <a:off x="4757217" y="3825146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8" y="1"/>
                    </a:moveTo>
                    <a:cubicBezTo>
                      <a:pt x="328" y="1"/>
                      <a:pt x="1" y="328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7" y="1454"/>
                      <a:pt x="1455" y="1127"/>
                      <a:pt x="1455" y="727"/>
                    </a:cubicBezTo>
                    <a:cubicBezTo>
                      <a:pt x="1455" y="328"/>
                      <a:pt x="1127" y="1"/>
                      <a:pt x="7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2"/>
              <p:cNvSpPr/>
              <p:nvPr/>
            </p:nvSpPr>
            <p:spPr>
              <a:xfrm>
                <a:off x="6093631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8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8" y="1454"/>
                      <a:pt x="1455" y="1127"/>
                      <a:pt x="1455" y="727"/>
                    </a:cubicBezTo>
                    <a:cubicBezTo>
                      <a:pt x="1455" y="322"/>
                      <a:pt x="1128" y="0"/>
                      <a:pt x="7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2"/>
              <p:cNvSpPr/>
              <p:nvPr/>
            </p:nvSpPr>
            <p:spPr>
              <a:xfrm>
                <a:off x="7374431" y="3732905"/>
                <a:ext cx="55006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8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56" y="1251"/>
                    </a:cubicBezTo>
                    <a:cubicBezTo>
                      <a:pt x="605" y="1401"/>
                      <a:pt x="789" y="1468"/>
                      <a:pt x="970" y="1468"/>
                    </a:cubicBezTo>
                    <a:cubicBezTo>
                      <a:pt x="1348" y="1468"/>
                      <a:pt x="1712" y="1175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2"/>
              <p:cNvSpPr/>
              <p:nvPr/>
            </p:nvSpPr>
            <p:spPr>
              <a:xfrm>
                <a:off x="8405340" y="3495021"/>
                <a:ext cx="55102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8" extrusionOk="0">
                    <a:moveTo>
                      <a:pt x="984" y="1"/>
                    </a:moveTo>
                    <a:cubicBezTo>
                      <a:pt x="329" y="1"/>
                      <a:pt x="0" y="786"/>
                      <a:pt x="461" y="1252"/>
                    </a:cubicBezTo>
                    <a:cubicBezTo>
                      <a:pt x="611" y="1401"/>
                      <a:pt x="795" y="1467"/>
                      <a:pt x="976" y="1467"/>
                    </a:cubicBezTo>
                    <a:cubicBezTo>
                      <a:pt x="1356" y="1467"/>
                      <a:pt x="1721" y="1171"/>
                      <a:pt x="1717" y="728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2"/>
              <p:cNvSpPr/>
              <p:nvPr/>
            </p:nvSpPr>
            <p:spPr>
              <a:xfrm>
                <a:off x="8829627" y="3893950"/>
                <a:ext cx="54910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469" extrusionOk="0">
                    <a:moveTo>
                      <a:pt x="982" y="1"/>
                    </a:moveTo>
                    <a:cubicBezTo>
                      <a:pt x="328" y="1"/>
                      <a:pt x="1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4" y="1176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2"/>
              <p:cNvSpPr/>
              <p:nvPr/>
            </p:nvSpPr>
            <p:spPr>
              <a:xfrm>
                <a:off x="7901300" y="3518297"/>
                <a:ext cx="5487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2" y="1468"/>
                      <a:pt x="1714" y="1175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2"/>
              <p:cNvSpPr/>
              <p:nvPr/>
            </p:nvSpPr>
            <p:spPr>
              <a:xfrm>
                <a:off x="6445367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7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2"/>
              <p:cNvSpPr/>
              <p:nvPr/>
            </p:nvSpPr>
            <p:spPr>
              <a:xfrm>
                <a:off x="5331022" y="3827131"/>
                <a:ext cx="49403" cy="4709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71" extrusionOk="0">
                    <a:moveTo>
                      <a:pt x="774" y="1"/>
                    </a:moveTo>
                    <a:cubicBezTo>
                      <a:pt x="395" y="1"/>
                      <a:pt x="78" y="286"/>
                      <a:pt x="42" y="665"/>
                    </a:cubicBezTo>
                    <a:cubicBezTo>
                      <a:pt x="1" y="1096"/>
                      <a:pt x="338" y="1470"/>
                      <a:pt x="774" y="1470"/>
                    </a:cubicBezTo>
                    <a:cubicBezTo>
                      <a:pt x="1205" y="1470"/>
                      <a:pt x="1542" y="1096"/>
                      <a:pt x="1501" y="665"/>
                    </a:cubicBezTo>
                    <a:cubicBezTo>
                      <a:pt x="1465" y="286"/>
                      <a:pt x="1148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2"/>
              <p:cNvSpPr/>
              <p:nvPr/>
            </p:nvSpPr>
            <p:spPr>
              <a:xfrm>
                <a:off x="4362450" y="3450325"/>
                <a:ext cx="49403" cy="46906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65" extrusionOk="0">
                    <a:moveTo>
                      <a:pt x="769" y="0"/>
                    </a:moveTo>
                    <a:cubicBezTo>
                      <a:pt x="390" y="0"/>
                      <a:pt x="73" y="286"/>
                      <a:pt x="37" y="665"/>
                    </a:cubicBezTo>
                    <a:cubicBezTo>
                      <a:pt x="1" y="1091"/>
                      <a:pt x="338" y="1464"/>
                      <a:pt x="769" y="1464"/>
                    </a:cubicBezTo>
                    <a:cubicBezTo>
                      <a:pt x="1200" y="1464"/>
                      <a:pt x="1543" y="1091"/>
                      <a:pt x="1501" y="665"/>
                    </a:cubicBezTo>
                    <a:cubicBezTo>
                      <a:pt x="1465" y="286"/>
                      <a:pt x="1148" y="0"/>
                      <a:pt x="7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2"/>
              <p:cNvSpPr/>
              <p:nvPr/>
            </p:nvSpPr>
            <p:spPr>
              <a:xfrm>
                <a:off x="2674204" y="3870706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29" y="0"/>
                      <a:pt x="0" y="786"/>
                      <a:pt x="466" y="1251"/>
                    </a:cubicBezTo>
                    <a:cubicBezTo>
                      <a:pt x="615" y="1400"/>
                      <a:pt x="798" y="1466"/>
                      <a:pt x="977" y="1466"/>
                    </a:cubicBezTo>
                    <a:cubicBezTo>
                      <a:pt x="1356" y="1466"/>
                      <a:pt x="1721" y="1171"/>
                      <a:pt x="1717" y="727"/>
                    </a:cubicBezTo>
                    <a:cubicBezTo>
                      <a:pt x="1712" y="327"/>
                      <a:pt x="1390" y="0"/>
                      <a:pt x="990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2"/>
              <p:cNvSpPr/>
              <p:nvPr/>
            </p:nvSpPr>
            <p:spPr>
              <a:xfrm>
                <a:off x="907100" y="3449493"/>
                <a:ext cx="55102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9" extrusionOk="0">
                    <a:moveTo>
                      <a:pt x="984" y="0"/>
                    </a:moveTo>
                    <a:cubicBezTo>
                      <a:pt x="329" y="0"/>
                      <a:pt x="0" y="791"/>
                      <a:pt x="461" y="1252"/>
                    </a:cubicBezTo>
                    <a:cubicBezTo>
                      <a:pt x="611" y="1402"/>
                      <a:pt x="796" y="1469"/>
                      <a:pt x="976" y="1469"/>
                    </a:cubicBezTo>
                    <a:cubicBezTo>
                      <a:pt x="1357" y="1469"/>
                      <a:pt x="1721" y="1171"/>
                      <a:pt x="1717" y="727"/>
                    </a:cubicBezTo>
                    <a:cubicBezTo>
                      <a:pt x="1712" y="327"/>
                      <a:pt x="1390" y="6"/>
                      <a:pt x="991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2"/>
              <p:cNvSpPr/>
              <p:nvPr/>
            </p:nvSpPr>
            <p:spPr>
              <a:xfrm>
                <a:off x="656674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80" y="1"/>
                    </a:moveTo>
                    <a:cubicBezTo>
                      <a:pt x="330" y="1"/>
                      <a:pt x="1" y="792"/>
                      <a:pt x="462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6" y="6"/>
                      <a:pt x="986" y="1"/>
                    </a:cubicBezTo>
                    <a:cubicBezTo>
                      <a:pt x="984" y="1"/>
                      <a:pt x="982" y="1"/>
                      <a:pt x="980" y="1"/>
                    </a:cubicBezTo>
                    <a:close/>
                  </a:path>
                </a:pathLst>
              </a:custGeom>
              <a:solidFill>
                <a:srgbClr val="EDF3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2"/>
              <p:cNvSpPr/>
              <p:nvPr/>
            </p:nvSpPr>
            <p:spPr>
              <a:xfrm>
                <a:off x="3653854" y="3893950"/>
                <a:ext cx="5503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5" y="1176"/>
                      <a:pt x="1719" y="733"/>
                    </a:cubicBezTo>
                    <a:cubicBezTo>
                      <a:pt x="1719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2"/>
              <p:cNvSpPr/>
              <p:nvPr/>
            </p:nvSpPr>
            <p:spPr>
              <a:xfrm>
                <a:off x="2293172" y="3402780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7" y="1"/>
                    </a:moveTo>
                    <a:cubicBezTo>
                      <a:pt x="327" y="1"/>
                      <a:pt x="0" y="322"/>
                      <a:pt x="0" y="727"/>
                    </a:cubicBezTo>
                    <a:cubicBezTo>
                      <a:pt x="0" y="1127"/>
                      <a:pt x="327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1"/>
                      <a:pt x="7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2"/>
              <p:cNvSpPr/>
              <p:nvPr/>
            </p:nvSpPr>
            <p:spPr>
              <a:xfrm>
                <a:off x="41740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79" y="1"/>
                    </a:moveTo>
                    <a:cubicBezTo>
                      <a:pt x="329" y="1"/>
                      <a:pt x="1" y="792"/>
                      <a:pt x="461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5" y="6"/>
                      <a:pt x="986" y="1"/>
                    </a:cubicBezTo>
                    <a:cubicBezTo>
                      <a:pt x="984" y="1"/>
                      <a:pt x="981" y="1"/>
                      <a:pt x="9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9" name="Google Shape;1279;p22"/>
            <p:cNvGrpSpPr/>
            <p:nvPr/>
          </p:nvGrpSpPr>
          <p:grpSpPr>
            <a:xfrm rot="10800000">
              <a:off x="4571996" y="3573384"/>
              <a:ext cx="5202207" cy="345091"/>
              <a:chOff x="417403" y="3402780"/>
              <a:chExt cx="8467134" cy="561672"/>
            </a:xfrm>
          </p:grpSpPr>
          <p:sp>
            <p:nvSpPr>
              <p:cNvPr id="1280" name="Google Shape;1280;p22"/>
              <p:cNvSpPr/>
              <p:nvPr/>
            </p:nvSpPr>
            <p:spPr>
              <a:xfrm>
                <a:off x="486079" y="3402780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34" y="0"/>
                      <a:pt x="0" y="786"/>
                      <a:pt x="466" y="1252"/>
                    </a:cubicBezTo>
                    <a:cubicBezTo>
                      <a:pt x="614" y="1400"/>
                      <a:pt x="797" y="1467"/>
                      <a:pt x="977" y="1467"/>
                    </a:cubicBezTo>
                    <a:cubicBezTo>
                      <a:pt x="1356" y="1467"/>
                      <a:pt x="1720" y="1171"/>
                      <a:pt x="1717" y="727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2"/>
              <p:cNvSpPr/>
              <p:nvPr/>
            </p:nvSpPr>
            <p:spPr>
              <a:xfrm>
                <a:off x="1475206" y="3756342"/>
                <a:ext cx="46553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54" extrusionOk="0">
                    <a:moveTo>
                      <a:pt x="727" y="0"/>
                    </a:moveTo>
                    <a:cubicBezTo>
                      <a:pt x="327" y="0"/>
                      <a:pt x="0" y="327"/>
                      <a:pt x="0" y="727"/>
                    </a:cubicBezTo>
                    <a:cubicBezTo>
                      <a:pt x="0" y="1132"/>
                      <a:pt x="327" y="1454"/>
                      <a:pt x="727" y="1454"/>
                    </a:cubicBezTo>
                    <a:cubicBezTo>
                      <a:pt x="1127" y="1454"/>
                      <a:pt x="1454" y="1132"/>
                      <a:pt x="1454" y="727"/>
                    </a:cubicBezTo>
                    <a:cubicBezTo>
                      <a:pt x="1454" y="327"/>
                      <a:pt x="1127" y="0"/>
                      <a:pt x="7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2"/>
              <p:cNvSpPr/>
              <p:nvPr/>
            </p:nvSpPr>
            <p:spPr>
              <a:xfrm>
                <a:off x="3284732" y="3426056"/>
                <a:ext cx="55006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7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61" y="1246"/>
                    </a:cubicBezTo>
                    <a:cubicBezTo>
                      <a:pt x="609" y="1398"/>
                      <a:pt x="794" y="1466"/>
                      <a:pt x="975" y="1466"/>
                    </a:cubicBezTo>
                    <a:cubicBezTo>
                      <a:pt x="1350" y="1466"/>
                      <a:pt x="1712" y="1174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2"/>
              <p:cNvSpPr/>
              <p:nvPr/>
            </p:nvSpPr>
            <p:spPr>
              <a:xfrm>
                <a:off x="4757217" y="3825146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8" y="1"/>
                    </a:moveTo>
                    <a:cubicBezTo>
                      <a:pt x="328" y="1"/>
                      <a:pt x="1" y="328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7" y="1454"/>
                      <a:pt x="1455" y="1127"/>
                      <a:pt x="1455" y="727"/>
                    </a:cubicBezTo>
                    <a:cubicBezTo>
                      <a:pt x="1455" y="328"/>
                      <a:pt x="1127" y="1"/>
                      <a:pt x="7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2"/>
              <p:cNvSpPr/>
              <p:nvPr/>
            </p:nvSpPr>
            <p:spPr>
              <a:xfrm>
                <a:off x="6093631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8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8" y="1454"/>
                      <a:pt x="1455" y="1127"/>
                      <a:pt x="1455" y="727"/>
                    </a:cubicBezTo>
                    <a:cubicBezTo>
                      <a:pt x="1455" y="322"/>
                      <a:pt x="1128" y="0"/>
                      <a:pt x="7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2"/>
              <p:cNvSpPr/>
              <p:nvPr/>
            </p:nvSpPr>
            <p:spPr>
              <a:xfrm>
                <a:off x="7374431" y="3732905"/>
                <a:ext cx="55006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8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56" y="1251"/>
                    </a:cubicBezTo>
                    <a:cubicBezTo>
                      <a:pt x="605" y="1401"/>
                      <a:pt x="789" y="1468"/>
                      <a:pt x="970" y="1468"/>
                    </a:cubicBezTo>
                    <a:cubicBezTo>
                      <a:pt x="1348" y="1468"/>
                      <a:pt x="1712" y="1175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2"/>
              <p:cNvSpPr/>
              <p:nvPr/>
            </p:nvSpPr>
            <p:spPr>
              <a:xfrm>
                <a:off x="8405340" y="3495021"/>
                <a:ext cx="55102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8" extrusionOk="0">
                    <a:moveTo>
                      <a:pt x="984" y="1"/>
                    </a:moveTo>
                    <a:cubicBezTo>
                      <a:pt x="329" y="1"/>
                      <a:pt x="0" y="786"/>
                      <a:pt x="461" y="1252"/>
                    </a:cubicBezTo>
                    <a:cubicBezTo>
                      <a:pt x="611" y="1401"/>
                      <a:pt x="795" y="1467"/>
                      <a:pt x="976" y="1467"/>
                    </a:cubicBezTo>
                    <a:cubicBezTo>
                      <a:pt x="1356" y="1467"/>
                      <a:pt x="1721" y="1171"/>
                      <a:pt x="1717" y="728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2"/>
              <p:cNvSpPr/>
              <p:nvPr/>
            </p:nvSpPr>
            <p:spPr>
              <a:xfrm>
                <a:off x="8829627" y="3893950"/>
                <a:ext cx="54910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469" extrusionOk="0">
                    <a:moveTo>
                      <a:pt x="982" y="1"/>
                    </a:moveTo>
                    <a:cubicBezTo>
                      <a:pt x="328" y="1"/>
                      <a:pt x="1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4" y="1176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2"/>
              <p:cNvSpPr/>
              <p:nvPr/>
            </p:nvSpPr>
            <p:spPr>
              <a:xfrm>
                <a:off x="7901300" y="3518297"/>
                <a:ext cx="5487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2" y="1468"/>
                      <a:pt x="1714" y="1175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2"/>
              <p:cNvSpPr/>
              <p:nvPr/>
            </p:nvSpPr>
            <p:spPr>
              <a:xfrm>
                <a:off x="6445367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7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2"/>
              <p:cNvSpPr/>
              <p:nvPr/>
            </p:nvSpPr>
            <p:spPr>
              <a:xfrm>
                <a:off x="5331022" y="3827131"/>
                <a:ext cx="49403" cy="4709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71" extrusionOk="0">
                    <a:moveTo>
                      <a:pt x="774" y="1"/>
                    </a:moveTo>
                    <a:cubicBezTo>
                      <a:pt x="395" y="1"/>
                      <a:pt x="78" y="286"/>
                      <a:pt x="42" y="665"/>
                    </a:cubicBezTo>
                    <a:cubicBezTo>
                      <a:pt x="1" y="1096"/>
                      <a:pt x="338" y="1470"/>
                      <a:pt x="774" y="1470"/>
                    </a:cubicBezTo>
                    <a:cubicBezTo>
                      <a:pt x="1205" y="1470"/>
                      <a:pt x="1542" y="1096"/>
                      <a:pt x="1501" y="665"/>
                    </a:cubicBezTo>
                    <a:cubicBezTo>
                      <a:pt x="1465" y="286"/>
                      <a:pt x="1148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2"/>
              <p:cNvSpPr/>
              <p:nvPr/>
            </p:nvSpPr>
            <p:spPr>
              <a:xfrm>
                <a:off x="4362450" y="3450325"/>
                <a:ext cx="49403" cy="46906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65" extrusionOk="0">
                    <a:moveTo>
                      <a:pt x="769" y="0"/>
                    </a:moveTo>
                    <a:cubicBezTo>
                      <a:pt x="390" y="0"/>
                      <a:pt x="73" y="286"/>
                      <a:pt x="37" y="665"/>
                    </a:cubicBezTo>
                    <a:cubicBezTo>
                      <a:pt x="1" y="1091"/>
                      <a:pt x="338" y="1464"/>
                      <a:pt x="769" y="1464"/>
                    </a:cubicBezTo>
                    <a:cubicBezTo>
                      <a:pt x="1200" y="1464"/>
                      <a:pt x="1543" y="1091"/>
                      <a:pt x="1501" y="665"/>
                    </a:cubicBezTo>
                    <a:cubicBezTo>
                      <a:pt x="1465" y="286"/>
                      <a:pt x="1148" y="0"/>
                      <a:pt x="7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2"/>
              <p:cNvSpPr/>
              <p:nvPr/>
            </p:nvSpPr>
            <p:spPr>
              <a:xfrm>
                <a:off x="2674204" y="3870706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29" y="0"/>
                      <a:pt x="0" y="786"/>
                      <a:pt x="466" y="1251"/>
                    </a:cubicBezTo>
                    <a:cubicBezTo>
                      <a:pt x="615" y="1400"/>
                      <a:pt x="798" y="1466"/>
                      <a:pt x="977" y="1466"/>
                    </a:cubicBezTo>
                    <a:cubicBezTo>
                      <a:pt x="1356" y="1466"/>
                      <a:pt x="1721" y="1171"/>
                      <a:pt x="1717" y="727"/>
                    </a:cubicBezTo>
                    <a:cubicBezTo>
                      <a:pt x="1712" y="327"/>
                      <a:pt x="1390" y="0"/>
                      <a:pt x="990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2"/>
              <p:cNvSpPr/>
              <p:nvPr/>
            </p:nvSpPr>
            <p:spPr>
              <a:xfrm>
                <a:off x="907100" y="3449493"/>
                <a:ext cx="55102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9" extrusionOk="0">
                    <a:moveTo>
                      <a:pt x="984" y="0"/>
                    </a:moveTo>
                    <a:cubicBezTo>
                      <a:pt x="329" y="0"/>
                      <a:pt x="0" y="791"/>
                      <a:pt x="461" y="1252"/>
                    </a:cubicBezTo>
                    <a:cubicBezTo>
                      <a:pt x="611" y="1402"/>
                      <a:pt x="796" y="1469"/>
                      <a:pt x="976" y="1469"/>
                    </a:cubicBezTo>
                    <a:cubicBezTo>
                      <a:pt x="1357" y="1469"/>
                      <a:pt x="1721" y="1171"/>
                      <a:pt x="1717" y="727"/>
                    </a:cubicBezTo>
                    <a:cubicBezTo>
                      <a:pt x="1712" y="327"/>
                      <a:pt x="1390" y="6"/>
                      <a:pt x="991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2"/>
              <p:cNvSpPr/>
              <p:nvPr/>
            </p:nvSpPr>
            <p:spPr>
              <a:xfrm>
                <a:off x="656674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80" y="1"/>
                    </a:moveTo>
                    <a:cubicBezTo>
                      <a:pt x="330" y="1"/>
                      <a:pt x="1" y="792"/>
                      <a:pt x="462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6" y="6"/>
                      <a:pt x="986" y="1"/>
                    </a:cubicBezTo>
                    <a:cubicBezTo>
                      <a:pt x="984" y="1"/>
                      <a:pt x="982" y="1"/>
                      <a:pt x="980" y="1"/>
                    </a:cubicBezTo>
                    <a:close/>
                  </a:path>
                </a:pathLst>
              </a:custGeom>
              <a:solidFill>
                <a:srgbClr val="EDF3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2"/>
              <p:cNvSpPr/>
              <p:nvPr/>
            </p:nvSpPr>
            <p:spPr>
              <a:xfrm>
                <a:off x="3653854" y="3893950"/>
                <a:ext cx="5503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5" y="1176"/>
                      <a:pt x="1719" y="733"/>
                    </a:cubicBezTo>
                    <a:cubicBezTo>
                      <a:pt x="1719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2"/>
              <p:cNvSpPr/>
              <p:nvPr/>
            </p:nvSpPr>
            <p:spPr>
              <a:xfrm>
                <a:off x="2293172" y="3402780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7" y="1"/>
                    </a:moveTo>
                    <a:cubicBezTo>
                      <a:pt x="327" y="1"/>
                      <a:pt x="0" y="322"/>
                      <a:pt x="0" y="727"/>
                    </a:cubicBezTo>
                    <a:cubicBezTo>
                      <a:pt x="0" y="1127"/>
                      <a:pt x="327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1"/>
                      <a:pt x="7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2"/>
              <p:cNvSpPr/>
              <p:nvPr/>
            </p:nvSpPr>
            <p:spPr>
              <a:xfrm>
                <a:off x="41740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79" y="1"/>
                    </a:moveTo>
                    <a:cubicBezTo>
                      <a:pt x="329" y="1"/>
                      <a:pt x="1" y="792"/>
                      <a:pt x="461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5" y="6"/>
                      <a:pt x="986" y="1"/>
                    </a:cubicBezTo>
                    <a:cubicBezTo>
                      <a:pt x="984" y="1"/>
                      <a:pt x="981" y="1"/>
                      <a:pt x="9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8" name="Google Shape;1298;p22"/>
          <p:cNvGrpSpPr/>
          <p:nvPr/>
        </p:nvGrpSpPr>
        <p:grpSpPr>
          <a:xfrm>
            <a:off x="2625055" y="2840311"/>
            <a:ext cx="3893691" cy="2632099"/>
            <a:chOff x="2625168" y="2211547"/>
            <a:chExt cx="3893691" cy="2632099"/>
          </a:xfrm>
        </p:grpSpPr>
        <p:sp>
          <p:nvSpPr>
            <p:cNvPr id="1299" name="Google Shape;1299;p22"/>
            <p:cNvSpPr/>
            <p:nvPr/>
          </p:nvSpPr>
          <p:spPr>
            <a:xfrm>
              <a:off x="3498840" y="2211547"/>
              <a:ext cx="3020019" cy="2632099"/>
            </a:xfrm>
            <a:custGeom>
              <a:avLst/>
              <a:gdLst/>
              <a:ahLst/>
              <a:cxnLst/>
              <a:rect l="l" t="t" r="r" b="b"/>
              <a:pathLst>
                <a:path w="83524" h="71061" extrusionOk="0">
                  <a:moveTo>
                    <a:pt x="82244" y="1"/>
                  </a:moveTo>
                  <a:lnTo>
                    <a:pt x="83523" y="1333"/>
                  </a:lnTo>
                  <a:lnTo>
                    <a:pt x="17644" y="70956"/>
                  </a:lnTo>
                  <a:lnTo>
                    <a:pt x="1" y="71061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2"/>
            <p:cNvSpPr/>
            <p:nvPr/>
          </p:nvSpPr>
          <p:spPr>
            <a:xfrm flipH="1">
              <a:off x="2625168" y="2211547"/>
              <a:ext cx="3020019" cy="2632099"/>
            </a:xfrm>
            <a:custGeom>
              <a:avLst/>
              <a:gdLst/>
              <a:ahLst/>
              <a:cxnLst/>
              <a:rect l="l" t="t" r="r" b="b"/>
              <a:pathLst>
                <a:path w="83524" h="71061" extrusionOk="0">
                  <a:moveTo>
                    <a:pt x="82244" y="1"/>
                  </a:moveTo>
                  <a:lnTo>
                    <a:pt x="83523" y="1333"/>
                  </a:lnTo>
                  <a:lnTo>
                    <a:pt x="17644" y="70956"/>
                  </a:lnTo>
                  <a:lnTo>
                    <a:pt x="1" y="71061"/>
                  </a:lnTo>
                  <a:close/>
                </a:path>
              </a:pathLst>
            </a:custGeom>
            <a:solidFill>
              <a:srgbClr val="FFFFFF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1" name="Google Shape;1301;p22"/>
          <p:cNvGrpSpPr/>
          <p:nvPr/>
        </p:nvGrpSpPr>
        <p:grpSpPr>
          <a:xfrm rot="10800000">
            <a:off x="-217" y="3156211"/>
            <a:ext cx="9144433" cy="303197"/>
            <a:chOff x="-630204" y="3573384"/>
            <a:chExt cx="10404407" cy="345091"/>
          </a:xfrm>
        </p:grpSpPr>
        <p:grpSp>
          <p:nvGrpSpPr>
            <p:cNvPr id="1302" name="Google Shape;1302;p22"/>
            <p:cNvGrpSpPr/>
            <p:nvPr/>
          </p:nvGrpSpPr>
          <p:grpSpPr>
            <a:xfrm>
              <a:off x="-630204" y="3573384"/>
              <a:ext cx="5202207" cy="345091"/>
              <a:chOff x="417403" y="3402780"/>
              <a:chExt cx="8467134" cy="561672"/>
            </a:xfrm>
          </p:grpSpPr>
          <p:sp>
            <p:nvSpPr>
              <p:cNvPr id="1303" name="Google Shape;1303;p22"/>
              <p:cNvSpPr/>
              <p:nvPr/>
            </p:nvSpPr>
            <p:spPr>
              <a:xfrm>
                <a:off x="486079" y="3402780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34" y="0"/>
                      <a:pt x="0" y="786"/>
                      <a:pt x="466" y="1252"/>
                    </a:cubicBezTo>
                    <a:cubicBezTo>
                      <a:pt x="614" y="1400"/>
                      <a:pt x="797" y="1467"/>
                      <a:pt x="977" y="1467"/>
                    </a:cubicBezTo>
                    <a:cubicBezTo>
                      <a:pt x="1356" y="1467"/>
                      <a:pt x="1720" y="1171"/>
                      <a:pt x="1717" y="727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2"/>
              <p:cNvSpPr/>
              <p:nvPr/>
            </p:nvSpPr>
            <p:spPr>
              <a:xfrm>
                <a:off x="1475206" y="3756342"/>
                <a:ext cx="46553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54" extrusionOk="0">
                    <a:moveTo>
                      <a:pt x="727" y="0"/>
                    </a:moveTo>
                    <a:cubicBezTo>
                      <a:pt x="327" y="0"/>
                      <a:pt x="0" y="327"/>
                      <a:pt x="0" y="727"/>
                    </a:cubicBezTo>
                    <a:cubicBezTo>
                      <a:pt x="0" y="1132"/>
                      <a:pt x="327" y="1454"/>
                      <a:pt x="727" y="1454"/>
                    </a:cubicBezTo>
                    <a:cubicBezTo>
                      <a:pt x="1127" y="1454"/>
                      <a:pt x="1454" y="1132"/>
                      <a:pt x="1454" y="727"/>
                    </a:cubicBezTo>
                    <a:cubicBezTo>
                      <a:pt x="1454" y="327"/>
                      <a:pt x="1127" y="0"/>
                      <a:pt x="7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2"/>
              <p:cNvSpPr/>
              <p:nvPr/>
            </p:nvSpPr>
            <p:spPr>
              <a:xfrm>
                <a:off x="3284732" y="3426056"/>
                <a:ext cx="55006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7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61" y="1246"/>
                    </a:cubicBezTo>
                    <a:cubicBezTo>
                      <a:pt x="609" y="1398"/>
                      <a:pt x="794" y="1466"/>
                      <a:pt x="975" y="1466"/>
                    </a:cubicBezTo>
                    <a:cubicBezTo>
                      <a:pt x="1350" y="1466"/>
                      <a:pt x="1712" y="1174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2"/>
              <p:cNvSpPr/>
              <p:nvPr/>
            </p:nvSpPr>
            <p:spPr>
              <a:xfrm>
                <a:off x="4757217" y="3825146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8" y="1"/>
                    </a:moveTo>
                    <a:cubicBezTo>
                      <a:pt x="328" y="1"/>
                      <a:pt x="1" y="328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7" y="1454"/>
                      <a:pt x="1455" y="1127"/>
                      <a:pt x="1455" y="727"/>
                    </a:cubicBezTo>
                    <a:cubicBezTo>
                      <a:pt x="1455" y="328"/>
                      <a:pt x="1127" y="1"/>
                      <a:pt x="7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>
                <a:off x="6093631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8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8" y="1454"/>
                      <a:pt x="1455" y="1127"/>
                      <a:pt x="1455" y="727"/>
                    </a:cubicBezTo>
                    <a:cubicBezTo>
                      <a:pt x="1455" y="322"/>
                      <a:pt x="1128" y="0"/>
                      <a:pt x="7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>
                <a:off x="7374431" y="3732905"/>
                <a:ext cx="55006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8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56" y="1251"/>
                    </a:cubicBezTo>
                    <a:cubicBezTo>
                      <a:pt x="605" y="1401"/>
                      <a:pt x="789" y="1468"/>
                      <a:pt x="970" y="1468"/>
                    </a:cubicBezTo>
                    <a:cubicBezTo>
                      <a:pt x="1348" y="1468"/>
                      <a:pt x="1712" y="1175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2"/>
              <p:cNvSpPr/>
              <p:nvPr/>
            </p:nvSpPr>
            <p:spPr>
              <a:xfrm>
                <a:off x="8405340" y="3495021"/>
                <a:ext cx="55102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8" extrusionOk="0">
                    <a:moveTo>
                      <a:pt x="984" y="1"/>
                    </a:moveTo>
                    <a:cubicBezTo>
                      <a:pt x="329" y="1"/>
                      <a:pt x="0" y="786"/>
                      <a:pt x="461" y="1252"/>
                    </a:cubicBezTo>
                    <a:cubicBezTo>
                      <a:pt x="611" y="1401"/>
                      <a:pt x="795" y="1467"/>
                      <a:pt x="976" y="1467"/>
                    </a:cubicBezTo>
                    <a:cubicBezTo>
                      <a:pt x="1356" y="1467"/>
                      <a:pt x="1721" y="1171"/>
                      <a:pt x="1717" y="728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2"/>
              <p:cNvSpPr/>
              <p:nvPr/>
            </p:nvSpPr>
            <p:spPr>
              <a:xfrm>
                <a:off x="8829627" y="3893950"/>
                <a:ext cx="54910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469" extrusionOk="0">
                    <a:moveTo>
                      <a:pt x="982" y="1"/>
                    </a:moveTo>
                    <a:cubicBezTo>
                      <a:pt x="328" y="1"/>
                      <a:pt x="1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4" y="1176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>
                <a:off x="7901300" y="3518297"/>
                <a:ext cx="5487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2" y="1468"/>
                      <a:pt x="1714" y="1175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>
                <a:off x="6445367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7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>
                <a:off x="5331022" y="3827131"/>
                <a:ext cx="49403" cy="4709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71" extrusionOk="0">
                    <a:moveTo>
                      <a:pt x="774" y="1"/>
                    </a:moveTo>
                    <a:cubicBezTo>
                      <a:pt x="395" y="1"/>
                      <a:pt x="78" y="286"/>
                      <a:pt x="42" y="665"/>
                    </a:cubicBezTo>
                    <a:cubicBezTo>
                      <a:pt x="1" y="1096"/>
                      <a:pt x="338" y="1470"/>
                      <a:pt x="774" y="1470"/>
                    </a:cubicBezTo>
                    <a:cubicBezTo>
                      <a:pt x="1205" y="1470"/>
                      <a:pt x="1542" y="1096"/>
                      <a:pt x="1501" y="665"/>
                    </a:cubicBezTo>
                    <a:cubicBezTo>
                      <a:pt x="1465" y="286"/>
                      <a:pt x="1148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2"/>
              <p:cNvSpPr/>
              <p:nvPr/>
            </p:nvSpPr>
            <p:spPr>
              <a:xfrm>
                <a:off x="4362450" y="3450325"/>
                <a:ext cx="49403" cy="46906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65" extrusionOk="0">
                    <a:moveTo>
                      <a:pt x="769" y="0"/>
                    </a:moveTo>
                    <a:cubicBezTo>
                      <a:pt x="390" y="0"/>
                      <a:pt x="73" y="286"/>
                      <a:pt x="37" y="665"/>
                    </a:cubicBezTo>
                    <a:cubicBezTo>
                      <a:pt x="1" y="1091"/>
                      <a:pt x="338" y="1464"/>
                      <a:pt x="769" y="1464"/>
                    </a:cubicBezTo>
                    <a:cubicBezTo>
                      <a:pt x="1200" y="1464"/>
                      <a:pt x="1543" y="1091"/>
                      <a:pt x="1501" y="665"/>
                    </a:cubicBezTo>
                    <a:cubicBezTo>
                      <a:pt x="1465" y="286"/>
                      <a:pt x="1148" y="0"/>
                      <a:pt x="7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2"/>
              <p:cNvSpPr/>
              <p:nvPr/>
            </p:nvSpPr>
            <p:spPr>
              <a:xfrm>
                <a:off x="2674204" y="3870706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29" y="0"/>
                      <a:pt x="0" y="786"/>
                      <a:pt x="466" y="1251"/>
                    </a:cubicBezTo>
                    <a:cubicBezTo>
                      <a:pt x="615" y="1400"/>
                      <a:pt x="798" y="1466"/>
                      <a:pt x="977" y="1466"/>
                    </a:cubicBezTo>
                    <a:cubicBezTo>
                      <a:pt x="1356" y="1466"/>
                      <a:pt x="1721" y="1171"/>
                      <a:pt x="1717" y="727"/>
                    </a:cubicBezTo>
                    <a:cubicBezTo>
                      <a:pt x="1712" y="327"/>
                      <a:pt x="1390" y="0"/>
                      <a:pt x="990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2"/>
              <p:cNvSpPr/>
              <p:nvPr/>
            </p:nvSpPr>
            <p:spPr>
              <a:xfrm>
                <a:off x="907100" y="3449493"/>
                <a:ext cx="55102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9" extrusionOk="0">
                    <a:moveTo>
                      <a:pt x="984" y="0"/>
                    </a:moveTo>
                    <a:cubicBezTo>
                      <a:pt x="329" y="0"/>
                      <a:pt x="0" y="791"/>
                      <a:pt x="461" y="1252"/>
                    </a:cubicBezTo>
                    <a:cubicBezTo>
                      <a:pt x="611" y="1402"/>
                      <a:pt x="796" y="1469"/>
                      <a:pt x="976" y="1469"/>
                    </a:cubicBezTo>
                    <a:cubicBezTo>
                      <a:pt x="1357" y="1469"/>
                      <a:pt x="1721" y="1171"/>
                      <a:pt x="1717" y="727"/>
                    </a:cubicBezTo>
                    <a:cubicBezTo>
                      <a:pt x="1712" y="327"/>
                      <a:pt x="1390" y="6"/>
                      <a:pt x="991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2"/>
              <p:cNvSpPr/>
              <p:nvPr/>
            </p:nvSpPr>
            <p:spPr>
              <a:xfrm>
                <a:off x="656674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80" y="1"/>
                    </a:moveTo>
                    <a:cubicBezTo>
                      <a:pt x="330" y="1"/>
                      <a:pt x="1" y="792"/>
                      <a:pt x="462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6" y="6"/>
                      <a:pt x="986" y="1"/>
                    </a:cubicBezTo>
                    <a:cubicBezTo>
                      <a:pt x="984" y="1"/>
                      <a:pt x="982" y="1"/>
                      <a:pt x="980" y="1"/>
                    </a:cubicBezTo>
                    <a:close/>
                  </a:path>
                </a:pathLst>
              </a:custGeom>
              <a:solidFill>
                <a:srgbClr val="EDF3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2"/>
              <p:cNvSpPr/>
              <p:nvPr/>
            </p:nvSpPr>
            <p:spPr>
              <a:xfrm>
                <a:off x="3653854" y="3893950"/>
                <a:ext cx="5503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5" y="1176"/>
                      <a:pt x="1719" y="733"/>
                    </a:cubicBezTo>
                    <a:cubicBezTo>
                      <a:pt x="1719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2293172" y="3402780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7" y="1"/>
                    </a:moveTo>
                    <a:cubicBezTo>
                      <a:pt x="327" y="1"/>
                      <a:pt x="0" y="322"/>
                      <a:pt x="0" y="727"/>
                    </a:cubicBezTo>
                    <a:cubicBezTo>
                      <a:pt x="0" y="1127"/>
                      <a:pt x="327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1"/>
                      <a:pt x="7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41740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79" y="1"/>
                    </a:moveTo>
                    <a:cubicBezTo>
                      <a:pt x="329" y="1"/>
                      <a:pt x="1" y="792"/>
                      <a:pt x="461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5" y="6"/>
                      <a:pt x="986" y="1"/>
                    </a:cubicBezTo>
                    <a:cubicBezTo>
                      <a:pt x="984" y="1"/>
                      <a:pt x="981" y="1"/>
                      <a:pt x="9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1" name="Google Shape;1321;p22"/>
            <p:cNvGrpSpPr/>
            <p:nvPr/>
          </p:nvGrpSpPr>
          <p:grpSpPr>
            <a:xfrm rot="10800000">
              <a:off x="4571996" y="3573384"/>
              <a:ext cx="5202207" cy="345091"/>
              <a:chOff x="417403" y="3402780"/>
              <a:chExt cx="8467134" cy="561672"/>
            </a:xfrm>
          </p:grpSpPr>
          <p:sp>
            <p:nvSpPr>
              <p:cNvPr id="1322" name="Google Shape;1322;p22"/>
              <p:cNvSpPr/>
              <p:nvPr/>
            </p:nvSpPr>
            <p:spPr>
              <a:xfrm>
                <a:off x="486079" y="3402780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34" y="0"/>
                      <a:pt x="0" y="786"/>
                      <a:pt x="466" y="1252"/>
                    </a:cubicBezTo>
                    <a:cubicBezTo>
                      <a:pt x="614" y="1400"/>
                      <a:pt x="797" y="1467"/>
                      <a:pt x="977" y="1467"/>
                    </a:cubicBezTo>
                    <a:cubicBezTo>
                      <a:pt x="1356" y="1467"/>
                      <a:pt x="1720" y="1171"/>
                      <a:pt x="1717" y="727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1475206" y="3756342"/>
                <a:ext cx="46553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54" extrusionOk="0">
                    <a:moveTo>
                      <a:pt x="727" y="0"/>
                    </a:moveTo>
                    <a:cubicBezTo>
                      <a:pt x="327" y="0"/>
                      <a:pt x="0" y="327"/>
                      <a:pt x="0" y="727"/>
                    </a:cubicBezTo>
                    <a:cubicBezTo>
                      <a:pt x="0" y="1132"/>
                      <a:pt x="327" y="1454"/>
                      <a:pt x="727" y="1454"/>
                    </a:cubicBezTo>
                    <a:cubicBezTo>
                      <a:pt x="1127" y="1454"/>
                      <a:pt x="1454" y="1132"/>
                      <a:pt x="1454" y="727"/>
                    </a:cubicBezTo>
                    <a:cubicBezTo>
                      <a:pt x="1454" y="327"/>
                      <a:pt x="1127" y="0"/>
                      <a:pt x="7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3284732" y="3426056"/>
                <a:ext cx="55006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7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61" y="1246"/>
                    </a:cubicBezTo>
                    <a:cubicBezTo>
                      <a:pt x="609" y="1398"/>
                      <a:pt x="794" y="1466"/>
                      <a:pt x="975" y="1466"/>
                    </a:cubicBezTo>
                    <a:cubicBezTo>
                      <a:pt x="1350" y="1466"/>
                      <a:pt x="1712" y="1174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4757217" y="3825146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8" y="1"/>
                    </a:moveTo>
                    <a:cubicBezTo>
                      <a:pt x="328" y="1"/>
                      <a:pt x="1" y="328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7" y="1454"/>
                      <a:pt x="1455" y="1127"/>
                      <a:pt x="1455" y="727"/>
                    </a:cubicBezTo>
                    <a:cubicBezTo>
                      <a:pt x="1455" y="328"/>
                      <a:pt x="1127" y="1"/>
                      <a:pt x="7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2"/>
              <p:cNvSpPr/>
              <p:nvPr/>
            </p:nvSpPr>
            <p:spPr>
              <a:xfrm>
                <a:off x="6093631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8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8" y="1454"/>
                    </a:cubicBezTo>
                    <a:cubicBezTo>
                      <a:pt x="1128" y="1454"/>
                      <a:pt x="1455" y="1127"/>
                      <a:pt x="1455" y="727"/>
                    </a:cubicBezTo>
                    <a:cubicBezTo>
                      <a:pt x="1455" y="322"/>
                      <a:pt x="1128" y="0"/>
                      <a:pt x="7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2"/>
              <p:cNvSpPr/>
              <p:nvPr/>
            </p:nvSpPr>
            <p:spPr>
              <a:xfrm>
                <a:off x="7374431" y="3732905"/>
                <a:ext cx="55006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1468" extrusionOk="0">
                    <a:moveTo>
                      <a:pt x="979" y="0"/>
                    </a:moveTo>
                    <a:cubicBezTo>
                      <a:pt x="329" y="0"/>
                      <a:pt x="0" y="786"/>
                      <a:pt x="456" y="1251"/>
                    </a:cubicBezTo>
                    <a:cubicBezTo>
                      <a:pt x="605" y="1401"/>
                      <a:pt x="789" y="1468"/>
                      <a:pt x="970" y="1468"/>
                    </a:cubicBezTo>
                    <a:cubicBezTo>
                      <a:pt x="1348" y="1468"/>
                      <a:pt x="1712" y="1175"/>
                      <a:pt x="1712" y="732"/>
                    </a:cubicBezTo>
                    <a:cubicBezTo>
                      <a:pt x="1717" y="327"/>
                      <a:pt x="1390" y="0"/>
                      <a:pt x="985" y="0"/>
                    </a:cubicBezTo>
                    <a:cubicBezTo>
                      <a:pt x="983" y="0"/>
                      <a:pt x="981" y="0"/>
                      <a:pt x="9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8405340" y="3495021"/>
                <a:ext cx="55102" cy="47002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8" extrusionOk="0">
                    <a:moveTo>
                      <a:pt x="984" y="1"/>
                    </a:moveTo>
                    <a:cubicBezTo>
                      <a:pt x="329" y="1"/>
                      <a:pt x="0" y="786"/>
                      <a:pt x="461" y="1252"/>
                    </a:cubicBezTo>
                    <a:cubicBezTo>
                      <a:pt x="611" y="1401"/>
                      <a:pt x="795" y="1467"/>
                      <a:pt x="976" y="1467"/>
                    </a:cubicBezTo>
                    <a:cubicBezTo>
                      <a:pt x="1356" y="1467"/>
                      <a:pt x="1721" y="1171"/>
                      <a:pt x="1717" y="728"/>
                    </a:cubicBezTo>
                    <a:cubicBezTo>
                      <a:pt x="1712" y="328"/>
                      <a:pt x="1390" y="1"/>
                      <a:pt x="990" y="1"/>
                    </a:cubicBezTo>
                    <a:cubicBezTo>
                      <a:pt x="988" y="1"/>
                      <a:pt x="986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2"/>
              <p:cNvSpPr/>
              <p:nvPr/>
            </p:nvSpPr>
            <p:spPr>
              <a:xfrm>
                <a:off x="8829627" y="3893950"/>
                <a:ext cx="54910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469" extrusionOk="0">
                    <a:moveTo>
                      <a:pt x="982" y="1"/>
                    </a:moveTo>
                    <a:cubicBezTo>
                      <a:pt x="328" y="1"/>
                      <a:pt x="1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4" y="1176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2"/>
              <p:cNvSpPr/>
              <p:nvPr/>
            </p:nvSpPr>
            <p:spPr>
              <a:xfrm>
                <a:off x="7901300" y="3518297"/>
                <a:ext cx="5487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2" y="1468"/>
                      <a:pt x="1714" y="1175"/>
                      <a:pt x="1714" y="733"/>
                    </a:cubicBezTo>
                    <a:cubicBezTo>
                      <a:pt x="1714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6445367" y="3471776"/>
                <a:ext cx="46585" cy="46553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4" extrusionOk="0">
                    <a:moveTo>
                      <a:pt x="727" y="0"/>
                    </a:moveTo>
                    <a:cubicBezTo>
                      <a:pt x="328" y="0"/>
                      <a:pt x="1" y="322"/>
                      <a:pt x="1" y="727"/>
                    </a:cubicBezTo>
                    <a:cubicBezTo>
                      <a:pt x="1" y="1127"/>
                      <a:pt x="328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31022" y="3827131"/>
                <a:ext cx="49403" cy="4709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71" extrusionOk="0">
                    <a:moveTo>
                      <a:pt x="774" y="1"/>
                    </a:moveTo>
                    <a:cubicBezTo>
                      <a:pt x="395" y="1"/>
                      <a:pt x="78" y="286"/>
                      <a:pt x="42" y="665"/>
                    </a:cubicBezTo>
                    <a:cubicBezTo>
                      <a:pt x="1" y="1096"/>
                      <a:pt x="338" y="1470"/>
                      <a:pt x="774" y="1470"/>
                    </a:cubicBezTo>
                    <a:cubicBezTo>
                      <a:pt x="1205" y="1470"/>
                      <a:pt x="1542" y="1096"/>
                      <a:pt x="1501" y="665"/>
                    </a:cubicBezTo>
                    <a:cubicBezTo>
                      <a:pt x="1465" y="286"/>
                      <a:pt x="1148" y="1"/>
                      <a:pt x="7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2"/>
              <p:cNvSpPr/>
              <p:nvPr/>
            </p:nvSpPr>
            <p:spPr>
              <a:xfrm>
                <a:off x="4362450" y="3450325"/>
                <a:ext cx="49403" cy="46906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465" extrusionOk="0">
                    <a:moveTo>
                      <a:pt x="769" y="0"/>
                    </a:moveTo>
                    <a:cubicBezTo>
                      <a:pt x="390" y="0"/>
                      <a:pt x="73" y="286"/>
                      <a:pt x="37" y="665"/>
                    </a:cubicBezTo>
                    <a:cubicBezTo>
                      <a:pt x="1" y="1091"/>
                      <a:pt x="338" y="1464"/>
                      <a:pt x="769" y="1464"/>
                    </a:cubicBezTo>
                    <a:cubicBezTo>
                      <a:pt x="1200" y="1464"/>
                      <a:pt x="1543" y="1091"/>
                      <a:pt x="1501" y="665"/>
                    </a:cubicBezTo>
                    <a:cubicBezTo>
                      <a:pt x="1465" y="286"/>
                      <a:pt x="1148" y="0"/>
                      <a:pt x="7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2"/>
              <p:cNvSpPr/>
              <p:nvPr/>
            </p:nvSpPr>
            <p:spPr>
              <a:xfrm>
                <a:off x="2674204" y="3870706"/>
                <a:ext cx="55102" cy="4697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7" extrusionOk="0">
                    <a:moveTo>
                      <a:pt x="984" y="0"/>
                    </a:moveTo>
                    <a:cubicBezTo>
                      <a:pt x="329" y="0"/>
                      <a:pt x="0" y="786"/>
                      <a:pt x="466" y="1251"/>
                    </a:cubicBezTo>
                    <a:cubicBezTo>
                      <a:pt x="615" y="1400"/>
                      <a:pt x="798" y="1466"/>
                      <a:pt x="977" y="1466"/>
                    </a:cubicBezTo>
                    <a:cubicBezTo>
                      <a:pt x="1356" y="1466"/>
                      <a:pt x="1721" y="1171"/>
                      <a:pt x="1717" y="727"/>
                    </a:cubicBezTo>
                    <a:cubicBezTo>
                      <a:pt x="1712" y="327"/>
                      <a:pt x="1390" y="0"/>
                      <a:pt x="990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907100" y="3449493"/>
                <a:ext cx="55102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469" extrusionOk="0">
                    <a:moveTo>
                      <a:pt x="984" y="0"/>
                    </a:moveTo>
                    <a:cubicBezTo>
                      <a:pt x="329" y="0"/>
                      <a:pt x="0" y="791"/>
                      <a:pt x="461" y="1252"/>
                    </a:cubicBezTo>
                    <a:cubicBezTo>
                      <a:pt x="611" y="1402"/>
                      <a:pt x="796" y="1469"/>
                      <a:pt x="976" y="1469"/>
                    </a:cubicBezTo>
                    <a:cubicBezTo>
                      <a:pt x="1357" y="1469"/>
                      <a:pt x="1721" y="1171"/>
                      <a:pt x="1717" y="727"/>
                    </a:cubicBezTo>
                    <a:cubicBezTo>
                      <a:pt x="1712" y="327"/>
                      <a:pt x="1390" y="6"/>
                      <a:pt x="991" y="0"/>
                    </a:cubicBezTo>
                    <a:cubicBezTo>
                      <a:pt x="988" y="0"/>
                      <a:pt x="986" y="0"/>
                      <a:pt x="9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656674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80" y="1"/>
                    </a:moveTo>
                    <a:cubicBezTo>
                      <a:pt x="330" y="1"/>
                      <a:pt x="1" y="792"/>
                      <a:pt x="462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6" y="6"/>
                      <a:pt x="986" y="1"/>
                    </a:cubicBezTo>
                    <a:cubicBezTo>
                      <a:pt x="984" y="1"/>
                      <a:pt x="982" y="1"/>
                      <a:pt x="980" y="1"/>
                    </a:cubicBezTo>
                    <a:close/>
                  </a:path>
                </a:pathLst>
              </a:custGeom>
              <a:solidFill>
                <a:srgbClr val="EDF3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>
                <a:off x="3653854" y="3893950"/>
                <a:ext cx="55038" cy="47034"/>
              </a:xfrm>
              <a:custGeom>
                <a:avLst/>
                <a:gdLst/>
                <a:ahLst/>
                <a:cxnLst/>
                <a:rect l="l" t="t" r="r" b="b"/>
                <a:pathLst>
                  <a:path w="1719" h="1469" extrusionOk="0">
                    <a:moveTo>
                      <a:pt x="982" y="1"/>
                    </a:moveTo>
                    <a:cubicBezTo>
                      <a:pt x="328" y="1"/>
                      <a:pt x="0" y="790"/>
                      <a:pt x="463" y="1252"/>
                    </a:cubicBezTo>
                    <a:cubicBezTo>
                      <a:pt x="612" y="1401"/>
                      <a:pt x="796" y="1468"/>
                      <a:pt x="976" y="1468"/>
                    </a:cubicBezTo>
                    <a:cubicBezTo>
                      <a:pt x="1353" y="1468"/>
                      <a:pt x="1715" y="1176"/>
                      <a:pt x="1719" y="733"/>
                    </a:cubicBezTo>
                    <a:cubicBezTo>
                      <a:pt x="1719" y="328"/>
                      <a:pt x="1387" y="1"/>
                      <a:pt x="9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>
                <a:off x="2293172" y="3402780"/>
                <a:ext cx="46585" cy="4658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55" extrusionOk="0">
                    <a:moveTo>
                      <a:pt x="727" y="1"/>
                    </a:moveTo>
                    <a:cubicBezTo>
                      <a:pt x="327" y="1"/>
                      <a:pt x="0" y="322"/>
                      <a:pt x="0" y="727"/>
                    </a:cubicBezTo>
                    <a:cubicBezTo>
                      <a:pt x="0" y="1127"/>
                      <a:pt x="327" y="1454"/>
                      <a:pt x="727" y="1454"/>
                    </a:cubicBezTo>
                    <a:cubicBezTo>
                      <a:pt x="1132" y="1454"/>
                      <a:pt x="1454" y="1127"/>
                      <a:pt x="1454" y="727"/>
                    </a:cubicBezTo>
                    <a:cubicBezTo>
                      <a:pt x="1454" y="322"/>
                      <a:pt x="1132" y="1"/>
                      <a:pt x="7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417403" y="3917386"/>
                <a:ext cx="54974" cy="47066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470" extrusionOk="0">
                    <a:moveTo>
                      <a:pt x="979" y="1"/>
                    </a:moveTo>
                    <a:cubicBezTo>
                      <a:pt x="329" y="1"/>
                      <a:pt x="1" y="792"/>
                      <a:pt x="461" y="1252"/>
                    </a:cubicBezTo>
                    <a:cubicBezTo>
                      <a:pt x="612" y="1402"/>
                      <a:pt x="795" y="1469"/>
                      <a:pt x="975" y="1469"/>
                    </a:cubicBezTo>
                    <a:cubicBezTo>
                      <a:pt x="1354" y="1469"/>
                      <a:pt x="1716" y="1171"/>
                      <a:pt x="1713" y="728"/>
                    </a:cubicBezTo>
                    <a:cubicBezTo>
                      <a:pt x="1713" y="328"/>
                      <a:pt x="1385" y="6"/>
                      <a:pt x="986" y="1"/>
                    </a:cubicBezTo>
                    <a:cubicBezTo>
                      <a:pt x="984" y="1"/>
                      <a:pt x="981" y="1"/>
                      <a:pt x="9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0" name="Google Shape;1340;p22"/>
          <p:cNvGrpSpPr/>
          <p:nvPr/>
        </p:nvGrpSpPr>
        <p:grpSpPr>
          <a:xfrm>
            <a:off x="-7720269" y="526083"/>
            <a:ext cx="24584538" cy="8776802"/>
            <a:chOff x="4168525" y="2572625"/>
            <a:chExt cx="3211650" cy="1146575"/>
          </a:xfrm>
        </p:grpSpPr>
        <p:sp>
          <p:nvSpPr>
            <p:cNvPr id="1341" name="Google Shape;1341;p22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057879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9">
  <p:cSld name="Background 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23"/>
          <p:cNvSpPr/>
          <p:nvPr/>
        </p:nvSpPr>
        <p:spPr>
          <a:xfrm>
            <a:off x="0" y="4292863"/>
            <a:ext cx="9144125" cy="1896500"/>
          </a:xfrm>
          <a:custGeom>
            <a:avLst/>
            <a:gdLst/>
            <a:ahLst/>
            <a:cxnLst/>
            <a:rect l="l" t="t" r="r" b="b"/>
            <a:pathLst>
              <a:path w="135740" h="75860" extrusionOk="0">
                <a:moveTo>
                  <a:pt x="0" y="0"/>
                </a:moveTo>
                <a:lnTo>
                  <a:pt x="0" y="75859"/>
                </a:lnTo>
                <a:lnTo>
                  <a:pt x="135739" y="75859"/>
                </a:lnTo>
                <a:lnTo>
                  <a:pt x="1357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23"/>
          <p:cNvSpPr/>
          <p:nvPr/>
        </p:nvSpPr>
        <p:spPr>
          <a:xfrm>
            <a:off x="0" y="4718063"/>
            <a:ext cx="9144125" cy="497450"/>
          </a:xfrm>
          <a:custGeom>
            <a:avLst/>
            <a:gdLst/>
            <a:ahLst/>
            <a:cxnLst/>
            <a:rect l="l" t="t" r="r" b="b"/>
            <a:pathLst>
              <a:path w="135740" h="19898" extrusionOk="0">
                <a:moveTo>
                  <a:pt x="0" y="1"/>
                </a:moveTo>
                <a:lnTo>
                  <a:pt x="0" y="19897"/>
                </a:lnTo>
                <a:lnTo>
                  <a:pt x="135739" y="19897"/>
                </a:lnTo>
                <a:lnTo>
                  <a:pt x="1357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23"/>
          <p:cNvSpPr/>
          <p:nvPr/>
        </p:nvSpPr>
        <p:spPr>
          <a:xfrm>
            <a:off x="0" y="5691788"/>
            <a:ext cx="9144125" cy="497450"/>
          </a:xfrm>
          <a:custGeom>
            <a:avLst/>
            <a:gdLst/>
            <a:ahLst/>
            <a:cxnLst/>
            <a:rect l="l" t="t" r="r" b="b"/>
            <a:pathLst>
              <a:path w="135740" h="19898" extrusionOk="0">
                <a:moveTo>
                  <a:pt x="0" y="0"/>
                </a:moveTo>
                <a:lnTo>
                  <a:pt x="0" y="19897"/>
                </a:lnTo>
                <a:lnTo>
                  <a:pt x="135739" y="19897"/>
                </a:lnTo>
                <a:lnTo>
                  <a:pt x="13573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23"/>
          <p:cNvSpPr/>
          <p:nvPr/>
        </p:nvSpPr>
        <p:spPr>
          <a:xfrm>
            <a:off x="0" y="4529938"/>
            <a:ext cx="9144125" cy="34750"/>
          </a:xfrm>
          <a:custGeom>
            <a:avLst/>
            <a:gdLst/>
            <a:ahLst/>
            <a:cxnLst/>
            <a:rect l="l" t="t" r="r" b="b"/>
            <a:pathLst>
              <a:path w="135740" h="1390" extrusionOk="0">
                <a:moveTo>
                  <a:pt x="0" y="1"/>
                </a:moveTo>
                <a:lnTo>
                  <a:pt x="0" y="1390"/>
                </a:lnTo>
                <a:lnTo>
                  <a:pt x="135739" y="1390"/>
                </a:lnTo>
                <a:lnTo>
                  <a:pt x="13573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9" name="Google Shape;1349;p23"/>
          <p:cNvGrpSpPr/>
          <p:nvPr/>
        </p:nvGrpSpPr>
        <p:grpSpPr>
          <a:xfrm>
            <a:off x="-758173" y="-443900"/>
            <a:ext cx="3672473" cy="6031299"/>
            <a:chOff x="237850" y="660025"/>
            <a:chExt cx="2725600" cy="4476250"/>
          </a:xfrm>
        </p:grpSpPr>
        <p:sp>
          <p:nvSpPr>
            <p:cNvPr id="1350" name="Google Shape;1350;p23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3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3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3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3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3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23"/>
          <p:cNvGrpSpPr/>
          <p:nvPr/>
        </p:nvGrpSpPr>
        <p:grpSpPr>
          <a:xfrm>
            <a:off x="6160311" y="-436253"/>
            <a:ext cx="3741865" cy="6016006"/>
            <a:chOff x="4594175" y="578725"/>
            <a:chExt cx="2777100" cy="4464900"/>
          </a:xfrm>
        </p:grpSpPr>
        <p:sp>
          <p:nvSpPr>
            <p:cNvPr id="1401" name="Google Shape;1401;p23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3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3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3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3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3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3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3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3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3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3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3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3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3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3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3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3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3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3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3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3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3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3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3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06866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0">
  <p:cSld name="Background 10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4"/>
          <p:cNvSpPr/>
          <p:nvPr/>
        </p:nvSpPr>
        <p:spPr>
          <a:xfrm>
            <a:off x="-44725" y="-3"/>
            <a:ext cx="9233443" cy="5143554"/>
          </a:xfrm>
          <a:custGeom>
            <a:avLst/>
            <a:gdLst/>
            <a:ahLst/>
            <a:cxnLst/>
            <a:rect l="l" t="t" r="r" b="b"/>
            <a:pathLst>
              <a:path w="146889" h="58185" extrusionOk="0">
                <a:moveTo>
                  <a:pt x="0" y="1"/>
                </a:moveTo>
                <a:lnTo>
                  <a:pt x="0" y="58185"/>
                </a:lnTo>
                <a:lnTo>
                  <a:pt x="146889" y="58185"/>
                </a:lnTo>
                <a:lnTo>
                  <a:pt x="1468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6" name="Google Shape;1456;p24"/>
          <p:cNvSpPr/>
          <p:nvPr/>
        </p:nvSpPr>
        <p:spPr>
          <a:xfrm>
            <a:off x="-44625" y="10"/>
            <a:ext cx="9233443" cy="534113"/>
          </a:xfrm>
          <a:custGeom>
            <a:avLst/>
            <a:gdLst/>
            <a:ahLst/>
            <a:cxnLst/>
            <a:rect l="l" t="t" r="r" b="b"/>
            <a:pathLst>
              <a:path w="146889" h="6042" extrusionOk="0">
                <a:moveTo>
                  <a:pt x="0" y="1"/>
                </a:moveTo>
                <a:lnTo>
                  <a:pt x="0" y="6041"/>
                </a:lnTo>
                <a:lnTo>
                  <a:pt x="146889" y="6041"/>
                </a:lnTo>
                <a:lnTo>
                  <a:pt x="1468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4"/>
          <p:cNvSpPr/>
          <p:nvPr/>
        </p:nvSpPr>
        <p:spPr>
          <a:xfrm>
            <a:off x="-44616" y="3"/>
            <a:ext cx="8248250" cy="5143554"/>
          </a:xfrm>
          <a:custGeom>
            <a:avLst/>
            <a:gdLst/>
            <a:ahLst/>
            <a:cxnLst/>
            <a:rect l="l" t="t" r="r" b="b"/>
            <a:pathLst>
              <a:path w="132502" h="58185" extrusionOk="0">
                <a:moveTo>
                  <a:pt x="129501" y="1"/>
                </a:moveTo>
                <a:lnTo>
                  <a:pt x="0" y="58185"/>
                </a:lnTo>
                <a:lnTo>
                  <a:pt x="11294" y="58185"/>
                </a:lnTo>
                <a:lnTo>
                  <a:pt x="1325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4"/>
          <p:cNvSpPr/>
          <p:nvPr/>
        </p:nvSpPr>
        <p:spPr>
          <a:xfrm>
            <a:off x="9143795" y="731451"/>
            <a:ext cx="62" cy="86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18996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1">
  <p:cSld name="Background 1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5"/>
          <p:cNvSpPr/>
          <p:nvPr/>
        </p:nvSpPr>
        <p:spPr>
          <a:xfrm>
            <a:off x="-125" y="2840333"/>
            <a:ext cx="9143970" cy="4735597"/>
          </a:xfrm>
          <a:custGeom>
            <a:avLst/>
            <a:gdLst/>
            <a:ahLst/>
            <a:cxnLst/>
            <a:rect l="l" t="t" r="r" b="b"/>
            <a:pathLst>
              <a:path w="38535" h="19957" extrusionOk="0">
                <a:moveTo>
                  <a:pt x="0" y="1"/>
                </a:moveTo>
                <a:lnTo>
                  <a:pt x="0" y="19957"/>
                </a:lnTo>
                <a:lnTo>
                  <a:pt x="38534" y="19833"/>
                </a:lnTo>
                <a:lnTo>
                  <a:pt x="38534" y="140"/>
                </a:lnTo>
                <a:lnTo>
                  <a:pt x="19266" y="4680"/>
                </a:lnTo>
                <a:close/>
              </a:path>
            </a:pathLst>
          </a:custGeom>
          <a:solidFill>
            <a:srgbClr val="0E0F21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1" name="Google Shape;1461;p25"/>
          <p:cNvGrpSpPr/>
          <p:nvPr/>
        </p:nvGrpSpPr>
        <p:grpSpPr>
          <a:xfrm>
            <a:off x="-6857120" y="3624670"/>
            <a:ext cx="22858240" cy="5705346"/>
            <a:chOff x="-66925" y="2844990"/>
            <a:chExt cx="9208863" cy="2298504"/>
          </a:xfrm>
        </p:grpSpPr>
        <p:sp>
          <p:nvSpPr>
            <p:cNvPr id="1462" name="Google Shape;1462;p25"/>
            <p:cNvSpPr/>
            <p:nvPr/>
          </p:nvSpPr>
          <p:spPr>
            <a:xfrm>
              <a:off x="4127853" y="2844990"/>
              <a:ext cx="819334" cy="317914"/>
            </a:xfrm>
            <a:custGeom>
              <a:avLst/>
              <a:gdLst/>
              <a:ahLst/>
              <a:cxnLst/>
              <a:rect l="l" t="t" r="r" b="b"/>
              <a:pathLst>
                <a:path w="21543" h="8359" extrusionOk="0">
                  <a:moveTo>
                    <a:pt x="20894" y="645"/>
                  </a:moveTo>
                  <a:lnTo>
                    <a:pt x="20894" y="7715"/>
                  </a:lnTo>
                  <a:lnTo>
                    <a:pt x="644" y="7715"/>
                  </a:lnTo>
                  <a:lnTo>
                    <a:pt x="644" y="645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21542" y="8359"/>
                  </a:lnTo>
                  <a:lnTo>
                    <a:pt x="215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5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242118" y="10936"/>
                  </a:moveTo>
                  <a:lnTo>
                    <a:pt x="242110" y="27874"/>
                  </a:lnTo>
                  <a:lnTo>
                    <a:pt x="242085" y="53323"/>
                  </a:lnTo>
                  <a:lnTo>
                    <a:pt x="29" y="53323"/>
                  </a:lnTo>
                  <a:lnTo>
                    <a:pt x="17" y="27874"/>
                  </a:lnTo>
                  <a:lnTo>
                    <a:pt x="0" y="10936"/>
                  </a:lnTo>
                  <a:lnTo>
                    <a:pt x="71176" y="1"/>
                  </a:lnTo>
                  <a:lnTo>
                    <a:pt x="1709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5"/>
            <p:cNvSpPr/>
            <p:nvPr/>
          </p:nvSpPr>
          <p:spPr>
            <a:xfrm>
              <a:off x="-66316" y="3115294"/>
              <a:ext cx="9207440" cy="2028159"/>
            </a:xfrm>
            <a:custGeom>
              <a:avLst/>
              <a:gdLst/>
              <a:ahLst/>
              <a:cxnLst/>
              <a:rect l="l" t="t" r="r" b="b"/>
              <a:pathLst>
                <a:path w="242094" h="53327" extrusionOk="0">
                  <a:moveTo>
                    <a:pt x="98122" y="0"/>
                  </a:moveTo>
                  <a:lnTo>
                    <a:pt x="1" y="27759"/>
                  </a:lnTo>
                  <a:lnTo>
                    <a:pt x="13" y="53327"/>
                  </a:lnTo>
                  <a:lnTo>
                    <a:pt x="242069" y="53327"/>
                  </a:lnTo>
                  <a:lnTo>
                    <a:pt x="242094" y="27759"/>
                  </a:lnTo>
                  <a:lnTo>
                    <a:pt x="1439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5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107937" y="1"/>
                  </a:moveTo>
                  <a:lnTo>
                    <a:pt x="0" y="53323"/>
                  </a:lnTo>
                  <a:lnTo>
                    <a:pt x="242118" y="53323"/>
                  </a:lnTo>
                  <a:lnTo>
                    <a:pt x="1341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5"/>
            <p:cNvSpPr/>
            <p:nvPr/>
          </p:nvSpPr>
          <p:spPr>
            <a:xfrm>
              <a:off x="2135550" y="3115446"/>
              <a:ext cx="4803353" cy="2028007"/>
            </a:xfrm>
            <a:custGeom>
              <a:avLst/>
              <a:gdLst/>
              <a:ahLst/>
              <a:cxnLst/>
              <a:rect l="l" t="t" r="r" b="b"/>
              <a:pathLst>
                <a:path w="126296" h="53323" extrusionOk="0">
                  <a:moveTo>
                    <a:pt x="56306" y="1"/>
                  </a:moveTo>
                  <a:lnTo>
                    <a:pt x="1" y="53323"/>
                  </a:lnTo>
                  <a:lnTo>
                    <a:pt x="126295" y="53323"/>
                  </a:lnTo>
                  <a:lnTo>
                    <a:pt x="699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5"/>
            <p:cNvSpPr/>
            <p:nvPr/>
          </p:nvSpPr>
          <p:spPr>
            <a:xfrm>
              <a:off x="3647491" y="3115446"/>
              <a:ext cx="1779883" cy="2028007"/>
            </a:xfrm>
            <a:custGeom>
              <a:avLst/>
              <a:gdLst/>
              <a:ahLst/>
              <a:cxnLst/>
              <a:rect l="l" t="t" r="r" b="b"/>
              <a:pathLst>
                <a:path w="46799" h="53323" extrusionOk="0">
                  <a:moveTo>
                    <a:pt x="20861" y="1"/>
                  </a:moveTo>
                  <a:lnTo>
                    <a:pt x="0" y="53323"/>
                  </a:lnTo>
                  <a:lnTo>
                    <a:pt x="46798" y="53323"/>
                  </a:lnTo>
                  <a:lnTo>
                    <a:pt x="259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5"/>
            <p:cNvSpPr/>
            <p:nvPr/>
          </p:nvSpPr>
          <p:spPr>
            <a:xfrm>
              <a:off x="5409467" y="3115446"/>
              <a:ext cx="3732472" cy="1055630"/>
            </a:xfrm>
            <a:custGeom>
              <a:avLst/>
              <a:gdLst/>
              <a:ahLst/>
              <a:cxnLst/>
              <a:rect l="l" t="t" r="r" b="b"/>
              <a:pathLst>
                <a:path w="98139" h="27756" extrusionOk="0">
                  <a:moveTo>
                    <a:pt x="1" y="1"/>
                  </a:moveTo>
                  <a:lnTo>
                    <a:pt x="98122" y="27755"/>
                  </a:lnTo>
                  <a:lnTo>
                    <a:pt x="98138" y="10936"/>
                  </a:lnTo>
                  <a:lnTo>
                    <a:pt x="26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5"/>
            <p:cNvSpPr/>
            <p:nvPr/>
          </p:nvSpPr>
          <p:spPr>
            <a:xfrm>
              <a:off x="-66925" y="3115294"/>
              <a:ext cx="3732472" cy="1060308"/>
            </a:xfrm>
            <a:custGeom>
              <a:avLst/>
              <a:gdLst/>
              <a:ahLst/>
              <a:cxnLst/>
              <a:rect l="l" t="t" r="r" b="b"/>
              <a:pathLst>
                <a:path w="98139" h="27879" extrusionOk="0">
                  <a:moveTo>
                    <a:pt x="98138" y="0"/>
                  </a:moveTo>
                  <a:lnTo>
                    <a:pt x="71176" y="5"/>
                  </a:lnTo>
                  <a:lnTo>
                    <a:pt x="0" y="10940"/>
                  </a:lnTo>
                  <a:lnTo>
                    <a:pt x="17" y="27878"/>
                  </a:lnTo>
                  <a:lnTo>
                    <a:pt x="98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5"/>
            <p:cNvSpPr/>
            <p:nvPr/>
          </p:nvSpPr>
          <p:spPr>
            <a:xfrm>
              <a:off x="-66925" y="3529021"/>
              <a:ext cx="9208353" cy="18446"/>
            </a:xfrm>
            <a:custGeom>
              <a:avLst/>
              <a:gdLst/>
              <a:ahLst/>
              <a:cxnLst/>
              <a:rect l="l" t="t" r="r" b="b"/>
              <a:pathLst>
                <a:path w="242118" h="485" extrusionOk="0">
                  <a:moveTo>
                    <a:pt x="0" y="0"/>
                  </a:moveTo>
                  <a:lnTo>
                    <a:pt x="0" y="484"/>
                  </a:lnTo>
                  <a:lnTo>
                    <a:pt x="242118" y="484"/>
                  </a:lnTo>
                  <a:lnTo>
                    <a:pt x="242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5"/>
            <p:cNvSpPr/>
            <p:nvPr/>
          </p:nvSpPr>
          <p:spPr>
            <a:xfrm>
              <a:off x="3050557" y="3329726"/>
              <a:ext cx="2850878" cy="417026"/>
            </a:xfrm>
            <a:custGeom>
              <a:avLst/>
              <a:gdLst/>
              <a:ahLst/>
              <a:cxnLst/>
              <a:rect l="l" t="t" r="r" b="b"/>
              <a:pathLst>
                <a:path w="74959" h="10965" extrusionOk="0">
                  <a:moveTo>
                    <a:pt x="37480" y="480"/>
                  </a:moveTo>
                  <a:cubicBezTo>
                    <a:pt x="59613" y="480"/>
                    <a:pt x="74475" y="3066"/>
                    <a:pt x="74475" y="5482"/>
                  </a:cubicBezTo>
                  <a:cubicBezTo>
                    <a:pt x="74475" y="7899"/>
                    <a:pt x="59604" y="10484"/>
                    <a:pt x="37480" y="10484"/>
                  </a:cubicBezTo>
                  <a:cubicBezTo>
                    <a:pt x="15351" y="10484"/>
                    <a:pt x="489" y="7899"/>
                    <a:pt x="489" y="5482"/>
                  </a:cubicBezTo>
                  <a:cubicBezTo>
                    <a:pt x="489" y="3066"/>
                    <a:pt x="15351" y="480"/>
                    <a:pt x="37480" y="480"/>
                  </a:cubicBezTo>
                  <a:close/>
                  <a:moveTo>
                    <a:pt x="37480" y="0"/>
                  </a:moveTo>
                  <a:cubicBezTo>
                    <a:pt x="19060" y="0"/>
                    <a:pt x="0" y="2052"/>
                    <a:pt x="0" y="5482"/>
                  </a:cubicBezTo>
                  <a:cubicBezTo>
                    <a:pt x="0" y="8913"/>
                    <a:pt x="19060" y="10964"/>
                    <a:pt x="37480" y="10964"/>
                  </a:cubicBezTo>
                  <a:cubicBezTo>
                    <a:pt x="55903" y="10964"/>
                    <a:pt x="74959" y="8913"/>
                    <a:pt x="74959" y="5482"/>
                  </a:cubicBezTo>
                  <a:cubicBezTo>
                    <a:pt x="74959" y="2052"/>
                    <a:pt x="55899" y="0"/>
                    <a:pt x="37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5"/>
            <p:cNvSpPr/>
            <p:nvPr/>
          </p:nvSpPr>
          <p:spPr>
            <a:xfrm>
              <a:off x="2078120" y="4892974"/>
              <a:ext cx="4918363" cy="250520"/>
            </a:xfrm>
            <a:custGeom>
              <a:avLst/>
              <a:gdLst/>
              <a:ahLst/>
              <a:cxnLst/>
              <a:rect l="l" t="t" r="r" b="b"/>
              <a:pathLst>
                <a:path w="129320" h="6587" extrusionOk="0">
                  <a:moveTo>
                    <a:pt x="64664" y="1"/>
                  </a:moveTo>
                  <a:cubicBezTo>
                    <a:pt x="41587" y="1"/>
                    <a:pt x="19434" y="2295"/>
                    <a:pt x="1" y="6587"/>
                  </a:cubicBezTo>
                  <a:lnTo>
                    <a:pt x="2389" y="6587"/>
                  </a:lnTo>
                  <a:cubicBezTo>
                    <a:pt x="20850" y="2701"/>
                    <a:pt x="42084" y="485"/>
                    <a:pt x="64664" y="485"/>
                  </a:cubicBezTo>
                  <a:cubicBezTo>
                    <a:pt x="87236" y="485"/>
                    <a:pt x="108471" y="2701"/>
                    <a:pt x="126931" y="6587"/>
                  </a:cubicBezTo>
                  <a:lnTo>
                    <a:pt x="129319" y="6587"/>
                  </a:lnTo>
                  <a:cubicBezTo>
                    <a:pt x="109886" y="2295"/>
                    <a:pt x="87737" y="1"/>
                    <a:pt x="64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3" name="Google Shape;1473;p25"/>
          <p:cNvGrpSpPr/>
          <p:nvPr/>
        </p:nvGrpSpPr>
        <p:grpSpPr>
          <a:xfrm>
            <a:off x="-3514753" y="-646842"/>
            <a:ext cx="8455953" cy="3018817"/>
            <a:chOff x="4168525" y="2572625"/>
            <a:chExt cx="3211650" cy="1146575"/>
          </a:xfrm>
        </p:grpSpPr>
        <p:sp>
          <p:nvSpPr>
            <p:cNvPr id="1474" name="Google Shape;1474;p25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5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5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515218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2">
  <p:cSld name="Background 1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26"/>
          <p:cNvGrpSpPr/>
          <p:nvPr/>
        </p:nvGrpSpPr>
        <p:grpSpPr>
          <a:xfrm>
            <a:off x="-6800" y="1118835"/>
            <a:ext cx="9143934" cy="4307030"/>
            <a:chOff x="0" y="1181639"/>
            <a:chExt cx="9143934" cy="4307030"/>
          </a:xfrm>
        </p:grpSpPr>
        <p:sp>
          <p:nvSpPr>
            <p:cNvPr id="1479" name="Google Shape;1479;p26"/>
            <p:cNvSpPr/>
            <p:nvPr/>
          </p:nvSpPr>
          <p:spPr>
            <a:xfrm>
              <a:off x="0" y="1209064"/>
              <a:ext cx="9142376" cy="4279605"/>
            </a:xfrm>
            <a:custGeom>
              <a:avLst/>
              <a:gdLst/>
              <a:ahLst/>
              <a:cxnLst/>
              <a:rect l="l" t="t" r="r" b="b"/>
              <a:pathLst>
                <a:path w="242118" h="113337" extrusionOk="0">
                  <a:moveTo>
                    <a:pt x="242118" y="33"/>
                  </a:moveTo>
                  <a:lnTo>
                    <a:pt x="242097" y="113337"/>
                  </a:lnTo>
                  <a:lnTo>
                    <a:pt x="21" y="113337"/>
                  </a:lnTo>
                  <a:lnTo>
                    <a:pt x="0" y="13361"/>
                  </a:lnTo>
                  <a:lnTo>
                    <a:pt x="0" y="0"/>
                  </a:lnTo>
                  <a:lnTo>
                    <a:pt x="61693" y="50955"/>
                  </a:lnTo>
                  <a:cubicBezTo>
                    <a:pt x="67417" y="55653"/>
                    <a:pt x="74794" y="58238"/>
                    <a:pt x="82459" y="58238"/>
                  </a:cubicBezTo>
                  <a:lnTo>
                    <a:pt x="159654" y="58238"/>
                  </a:lnTo>
                  <a:cubicBezTo>
                    <a:pt x="167327" y="58238"/>
                    <a:pt x="174701" y="55653"/>
                    <a:pt x="180421" y="509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0" y="1209064"/>
              <a:ext cx="3194874" cy="4279605"/>
            </a:xfrm>
            <a:custGeom>
              <a:avLst/>
              <a:gdLst/>
              <a:ahLst/>
              <a:cxnLst/>
              <a:rect l="l" t="t" r="r" b="b"/>
              <a:pathLst>
                <a:path w="84610" h="113337" extrusionOk="0">
                  <a:moveTo>
                    <a:pt x="67129" y="54443"/>
                  </a:moveTo>
                  <a:cubicBezTo>
                    <a:pt x="65784" y="53643"/>
                    <a:pt x="62903" y="51948"/>
                    <a:pt x="61693" y="50955"/>
                  </a:cubicBezTo>
                  <a:lnTo>
                    <a:pt x="0" y="0"/>
                  </a:lnTo>
                  <a:lnTo>
                    <a:pt x="0" y="13361"/>
                  </a:lnTo>
                  <a:lnTo>
                    <a:pt x="21" y="113337"/>
                  </a:lnTo>
                  <a:lnTo>
                    <a:pt x="84609" y="113337"/>
                  </a:lnTo>
                  <a:cubicBezTo>
                    <a:pt x="83608" y="110317"/>
                    <a:pt x="67626" y="56022"/>
                    <a:pt x="67129" y="544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5988394" y="1210310"/>
              <a:ext cx="3154131" cy="4278359"/>
            </a:xfrm>
            <a:custGeom>
              <a:avLst/>
              <a:gdLst/>
              <a:ahLst/>
              <a:cxnLst/>
              <a:rect l="l" t="t" r="r" b="b"/>
              <a:pathLst>
                <a:path w="83531" h="113304" extrusionOk="0">
                  <a:moveTo>
                    <a:pt x="17259" y="52625"/>
                  </a:moveTo>
                  <a:cubicBezTo>
                    <a:pt x="16085" y="57606"/>
                    <a:pt x="1555" y="107732"/>
                    <a:pt x="0" y="113304"/>
                  </a:cubicBezTo>
                  <a:lnTo>
                    <a:pt x="83510" y="113304"/>
                  </a:lnTo>
                  <a:lnTo>
                    <a:pt x="83531" y="0"/>
                  </a:lnTo>
                  <a:cubicBezTo>
                    <a:pt x="83531" y="0"/>
                    <a:pt x="17681" y="52313"/>
                    <a:pt x="17259" y="526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0" y="3887258"/>
              <a:ext cx="9142376" cy="569610"/>
            </a:xfrm>
            <a:custGeom>
              <a:avLst/>
              <a:gdLst/>
              <a:ahLst/>
              <a:cxnLst/>
              <a:rect l="l" t="t" r="r" b="b"/>
              <a:pathLst>
                <a:path w="242118" h="15085" extrusionOk="0">
                  <a:moveTo>
                    <a:pt x="242118" y="1"/>
                  </a:moveTo>
                  <a:lnTo>
                    <a:pt x="167454" y="12774"/>
                  </a:lnTo>
                  <a:lnTo>
                    <a:pt x="116947" y="12466"/>
                  </a:lnTo>
                  <a:lnTo>
                    <a:pt x="73896" y="13266"/>
                  </a:lnTo>
                  <a:lnTo>
                    <a:pt x="0" y="349"/>
                  </a:lnTo>
                  <a:lnTo>
                    <a:pt x="0" y="6447"/>
                  </a:lnTo>
                  <a:lnTo>
                    <a:pt x="74294" y="15084"/>
                  </a:lnTo>
                  <a:lnTo>
                    <a:pt x="116947" y="14867"/>
                  </a:lnTo>
                  <a:lnTo>
                    <a:pt x="167151" y="14867"/>
                  </a:lnTo>
                  <a:lnTo>
                    <a:pt x="242118" y="6098"/>
                  </a:lnTo>
                  <a:lnTo>
                    <a:pt x="2421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6"/>
            <p:cNvSpPr/>
            <p:nvPr/>
          </p:nvSpPr>
          <p:spPr>
            <a:xfrm>
              <a:off x="0" y="3087746"/>
              <a:ext cx="9142376" cy="888946"/>
            </a:xfrm>
            <a:custGeom>
              <a:avLst/>
              <a:gdLst/>
              <a:ahLst/>
              <a:cxnLst/>
              <a:rect l="l" t="t" r="r" b="b"/>
              <a:pathLst>
                <a:path w="242118" h="23542" extrusionOk="0">
                  <a:moveTo>
                    <a:pt x="0" y="1"/>
                  </a:moveTo>
                  <a:lnTo>
                    <a:pt x="0" y="6098"/>
                  </a:lnTo>
                  <a:lnTo>
                    <a:pt x="70859" y="23541"/>
                  </a:lnTo>
                  <a:lnTo>
                    <a:pt x="170856" y="23541"/>
                  </a:lnTo>
                  <a:lnTo>
                    <a:pt x="242118" y="6098"/>
                  </a:lnTo>
                  <a:lnTo>
                    <a:pt x="242118" y="1"/>
                  </a:lnTo>
                  <a:lnTo>
                    <a:pt x="171562" y="21448"/>
                  </a:lnTo>
                  <a:lnTo>
                    <a:pt x="121055" y="21141"/>
                  </a:lnTo>
                  <a:lnTo>
                    <a:pt x="70556" y="214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6"/>
            <p:cNvSpPr/>
            <p:nvPr/>
          </p:nvSpPr>
          <p:spPr>
            <a:xfrm>
              <a:off x="0" y="3807922"/>
              <a:ext cx="9142376" cy="616998"/>
            </a:xfrm>
            <a:custGeom>
              <a:avLst/>
              <a:gdLst/>
              <a:ahLst/>
              <a:cxnLst/>
              <a:rect l="l" t="t" r="r" b="b"/>
              <a:pathLst>
                <a:path w="242118" h="16340" extrusionOk="0">
                  <a:moveTo>
                    <a:pt x="0" y="1"/>
                  </a:moveTo>
                  <a:lnTo>
                    <a:pt x="0" y="4555"/>
                  </a:lnTo>
                  <a:lnTo>
                    <a:pt x="74080" y="16340"/>
                  </a:lnTo>
                  <a:lnTo>
                    <a:pt x="167512" y="16340"/>
                  </a:lnTo>
                  <a:lnTo>
                    <a:pt x="242118" y="4555"/>
                  </a:lnTo>
                  <a:lnTo>
                    <a:pt x="242118" y="957"/>
                  </a:lnTo>
                  <a:lnTo>
                    <a:pt x="168115" y="14255"/>
                  </a:lnTo>
                  <a:lnTo>
                    <a:pt x="74167" y="142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0" y="2921975"/>
              <a:ext cx="9142376" cy="1019067"/>
            </a:xfrm>
            <a:custGeom>
              <a:avLst/>
              <a:gdLst/>
              <a:ahLst/>
              <a:cxnLst/>
              <a:rect l="l" t="t" r="r" b="b"/>
              <a:pathLst>
                <a:path w="242118" h="26988" extrusionOk="0">
                  <a:moveTo>
                    <a:pt x="0" y="0"/>
                  </a:moveTo>
                  <a:lnTo>
                    <a:pt x="0" y="6656"/>
                  </a:lnTo>
                  <a:lnTo>
                    <a:pt x="70863" y="26987"/>
                  </a:lnTo>
                  <a:lnTo>
                    <a:pt x="171250" y="26987"/>
                  </a:lnTo>
                  <a:lnTo>
                    <a:pt x="242118" y="6656"/>
                  </a:lnTo>
                  <a:lnTo>
                    <a:pt x="242118" y="0"/>
                  </a:lnTo>
                  <a:lnTo>
                    <a:pt x="171800" y="24419"/>
                  </a:lnTo>
                  <a:lnTo>
                    <a:pt x="70375" y="24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6"/>
            <p:cNvSpPr/>
            <p:nvPr/>
          </p:nvSpPr>
          <p:spPr>
            <a:xfrm>
              <a:off x="6047112" y="3219758"/>
              <a:ext cx="649396" cy="1637916"/>
            </a:xfrm>
            <a:custGeom>
              <a:avLst/>
              <a:gdLst/>
              <a:ahLst/>
              <a:cxnLst/>
              <a:rect l="l" t="t" r="r" b="b"/>
              <a:pathLst>
                <a:path w="17198" h="43377" extrusionOk="0">
                  <a:moveTo>
                    <a:pt x="17197" y="1"/>
                  </a:moveTo>
                  <a:lnTo>
                    <a:pt x="14284" y="1790"/>
                  </a:lnTo>
                  <a:lnTo>
                    <a:pt x="0" y="43376"/>
                  </a:lnTo>
                  <a:lnTo>
                    <a:pt x="4026" y="43376"/>
                  </a:lnTo>
                  <a:lnTo>
                    <a:pt x="171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6"/>
            <p:cNvSpPr/>
            <p:nvPr/>
          </p:nvSpPr>
          <p:spPr>
            <a:xfrm>
              <a:off x="6027439" y="3219758"/>
              <a:ext cx="649548" cy="1637916"/>
            </a:xfrm>
            <a:custGeom>
              <a:avLst/>
              <a:gdLst/>
              <a:ahLst/>
              <a:cxnLst/>
              <a:rect l="l" t="t" r="r" b="b"/>
              <a:pathLst>
                <a:path w="17202" h="43377" extrusionOk="0">
                  <a:moveTo>
                    <a:pt x="17201" y="1"/>
                  </a:moveTo>
                  <a:lnTo>
                    <a:pt x="14288" y="1790"/>
                  </a:lnTo>
                  <a:lnTo>
                    <a:pt x="0" y="43376"/>
                  </a:lnTo>
                  <a:lnTo>
                    <a:pt x="4547" y="43376"/>
                  </a:lnTo>
                  <a:lnTo>
                    <a:pt x="17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6"/>
            <p:cNvSpPr/>
            <p:nvPr/>
          </p:nvSpPr>
          <p:spPr>
            <a:xfrm>
              <a:off x="2455825" y="3229700"/>
              <a:ext cx="649396" cy="1628010"/>
            </a:xfrm>
            <a:custGeom>
              <a:avLst/>
              <a:gdLst/>
              <a:ahLst/>
              <a:cxnLst/>
              <a:rect l="l" t="t" r="r" b="b"/>
              <a:pathLst>
                <a:path w="17198" h="43376" extrusionOk="0">
                  <a:moveTo>
                    <a:pt x="1" y="0"/>
                  </a:moveTo>
                  <a:lnTo>
                    <a:pt x="12926" y="43376"/>
                  </a:lnTo>
                  <a:lnTo>
                    <a:pt x="17198" y="43376"/>
                  </a:lnTo>
                  <a:lnTo>
                    <a:pt x="2914" y="178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6"/>
            <p:cNvSpPr/>
            <p:nvPr/>
          </p:nvSpPr>
          <p:spPr>
            <a:xfrm>
              <a:off x="2465752" y="3219758"/>
              <a:ext cx="649396" cy="1637916"/>
            </a:xfrm>
            <a:custGeom>
              <a:avLst/>
              <a:gdLst/>
              <a:ahLst/>
              <a:cxnLst/>
              <a:rect l="l" t="t" r="r" b="b"/>
              <a:pathLst>
                <a:path w="17198" h="43377" extrusionOk="0">
                  <a:moveTo>
                    <a:pt x="0" y="1"/>
                  </a:moveTo>
                  <a:lnTo>
                    <a:pt x="12647" y="43376"/>
                  </a:lnTo>
                  <a:lnTo>
                    <a:pt x="17197" y="43376"/>
                  </a:lnTo>
                  <a:lnTo>
                    <a:pt x="2914" y="17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0" y="1181649"/>
              <a:ext cx="9142376" cy="2297469"/>
            </a:xfrm>
            <a:custGeom>
              <a:avLst/>
              <a:gdLst/>
              <a:ahLst/>
              <a:cxnLst/>
              <a:rect l="l" t="t" r="r" b="b"/>
              <a:pathLst>
                <a:path w="242118" h="60844" extrusionOk="0">
                  <a:moveTo>
                    <a:pt x="0" y="0"/>
                  </a:moveTo>
                  <a:lnTo>
                    <a:pt x="0" y="11818"/>
                  </a:lnTo>
                  <a:cubicBezTo>
                    <a:pt x="4739" y="15420"/>
                    <a:pt x="38932" y="39474"/>
                    <a:pt x="59091" y="53031"/>
                  </a:cubicBezTo>
                  <a:cubicBezTo>
                    <a:pt x="65886" y="57598"/>
                    <a:pt x="73444" y="60844"/>
                    <a:pt x="81864" y="60844"/>
                  </a:cubicBezTo>
                  <a:lnTo>
                    <a:pt x="160237" y="60844"/>
                  </a:lnTo>
                  <a:cubicBezTo>
                    <a:pt x="168661" y="60844"/>
                    <a:pt x="176789" y="57167"/>
                    <a:pt x="183531" y="52530"/>
                  </a:cubicBezTo>
                  <a:cubicBezTo>
                    <a:pt x="205508" y="37418"/>
                    <a:pt x="237378" y="14825"/>
                    <a:pt x="242118" y="11227"/>
                  </a:cubicBezTo>
                  <a:lnTo>
                    <a:pt x="242118" y="0"/>
                  </a:lnTo>
                  <a:lnTo>
                    <a:pt x="179580" y="51640"/>
                  </a:lnTo>
                  <a:cubicBezTo>
                    <a:pt x="173786" y="56400"/>
                    <a:pt x="166306" y="59026"/>
                    <a:pt x="158530" y="59026"/>
                  </a:cubicBezTo>
                  <a:lnTo>
                    <a:pt x="83575" y="59026"/>
                  </a:lnTo>
                  <a:cubicBezTo>
                    <a:pt x="75800" y="59026"/>
                    <a:pt x="68324" y="56400"/>
                    <a:pt x="62526" y="516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0" y="1181639"/>
              <a:ext cx="9142376" cy="2237204"/>
            </a:xfrm>
            <a:custGeom>
              <a:avLst/>
              <a:gdLst/>
              <a:ahLst/>
              <a:cxnLst/>
              <a:rect l="l" t="t" r="r" b="b"/>
              <a:pathLst>
                <a:path w="242118" h="59248" extrusionOk="0">
                  <a:moveTo>
                    <a:pt x="0" y="0"/>
                  </a:moveTo>
                  <a:lnTo>
                    <a:pt x="0" y="6098"/>
                  </a:lnTo>
                  <a:lnTo>
                    <a:pt x="61721" y="51960"/>
                  </a:lnTo>
                  <a:cubicBezTo>
                    <a:pt x="67441" y="56658"/>
                    <a:pt x="74823" y="59248"/>
                    <a:pt x="82492" y="59248"/>
                  </a:cubicBezTo>
                  <a:lnTo>
                    <a:pt x="159683" y="59248"/>
                  </a:lnTo>
                  <a:cubicBezTo>
                    <a:pt x="167356" y="59248"/>
                    <a:pt x="174734" y="56658"/>
                    <a:pt x="180454" y="51960"/>
                  </a:cubicBezTo>
                  <a:lnTo>
                    <a:pt x="242118" y="6135"/>
                  </a:lnTo>
                  <a:lnTo>
                    <a:pt x="242118" y="0"/>
                  </a:lnTo>
                  <a:lnTo>
                    <a:pt x="177011" y="48419"/>
                  </a:lnTo>
                  <a:cubicBezTo>
                    <a:pt x="172239" y="52338"/>
                    <a:pt x="166076" y="54500"/>
                    <a:pt x="159683" y="54500"/>
                  </a:cubicBezTo>
                  <a:lnTo>
                    <a:pt x="82492" y="54500"/>
                  </a:lnTo>
                  <a:cubicBezTo>
                    <a:pt x="76099" y="54500"/>
                    <a:pt x="69936" y="52338"/>
                    <a:pt x="65164" y="484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6226552" y="4539729"/>
              <a:ext cx="290374" cy="224068"/>
            </a:xfrm>
            <a:custGeom>
              <a:avLst/>
              <a:gdLst/>
              <a:ahLst/>
              <a:cxnLst/>
              <a:rect l="l" t="t" r="r" b="b"/>
              <a:pathLst>
                <a:path w="7690" h="5934" extrusionOk="0">
                  <a:moveTo>
                    <a:pt x="1723" y="0"/>
                  </a:moveTo>
                  <a:lnTo>
                    <a:pt x="0" y="5934"/>
                  </a:lnTo>
                  <a:lnTo>
                    <a:pt x="6048" y="5934"/>
                  </a:lnTo>
                  <a:lnTo>
                    <a:pt x="76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6226552" y="4576773"/>
              <a:ext cx="232904" cy="187025"/>
            </a:xfrm>
            <a:custGeom>
              <a:avLst/>
              <a:gdLst/>
              <a:ahLst/>
              <a:cxnLst/>
              <a:rect l="l" t="t" r="r" b="b"/>
              <a:pathLst>
                <a:path w="6168" h="4953" extrusionOk="0">
                  <a:moveTo>
                    <a:pt x="1473" y="0"/>
                  </a:moveTo>
                  <a:lnTo>
                    <a:pt x="0" y="4953"/>
                  </a:lnTo>
                  <a:lnTo>
                    <a:pt x="5027" y="4953"/>
                  </a:lnTo>
                  <a:lnTo>
                    <a:pt x="61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6226552" y="4595351"/>
              <a:ext cx="210436" cy="168447"/>
            </a:xfrm>
            <a:custGeom>
              <a:avLst/>
              <a:gdLst/>
              <a:ahLst/>
              <a:cxnLst/>
              <a:rect l="l" t="t" r="r" b="b"/>
              <a:pathLst>
                <a:path w="5573" h="4461" extrusionOk="0">
                  <a:moveTo>
                    <a:pt x="1325" y="0"/>
                  </a:moveTo>
                  <a:lnTo>
                    <a:pt x="0" y="4461"/>
                  </a:lnTo>
                  <a:lnTo>
                    <a:pt x="4546" y="4461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2625178" y="4539729"/>
              <a:ext cx="290261" cy="224068"/>
            </a:xfrm>
            <a:custGeom>
              <a:avLst/>
              <a:gdLst/>
              <a:ahLst/>
              <a:cxnLst/>
              <a:rect l="l" t="t" r="r" b="b"/>
              <a:pathLst>
                <a:path w="7687" h="5934" extrusionOk="0">
                  <a:moveTo>
                    <a:pt x="1" y="0"/>
                  </a:moveTo>
                  <a:lnTo>
                    <a:pt x="1634" y="5934"/>
                  </a:lnTo>
                  <a:lnTo>
                    <a:pt x="7686" y="5934"/>
                  </a:lnTo>
                  <a:lnTo>
                    <a:pt x="5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2682499" y="4576773"/>
              <a:ext cx="232941" cy="187025"/>
            </a:xfrm>
            <a:custGeom>
              <a:avLst/>
              <a:gdLst/>
              <a:ahLst/>
              <a:cxnLst/>
              <a:rect l="l" t="t" r="r" b="b"/>
              <a:pathLst>
                <a:path w="6169" h="4953" extrusionOk="0">
                  <a:moveTo>
                    <a:pt x="1" y="0"/>
                  </a:moveTo>
                  <a:lnTo>
                    <a:pt x="1142" y="4953"/>
                  </a:lnTo>
                  <a:lnTo>
                    <a:pt x="6168" y="4953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2705118" y="4595351"/>
              <a:ext cx="210323" cy="168447"/>
            </a:xfrm>
            <a:custGeom>
              <a:avLst/>
              <a:gdLst/>
              <a:ahLst/>
              <a:cxnLst/>
              <a:rect l="l" t="t" r="r" b="b"/>
              <a:pathLst>
                <a:path w="5570" h="4461" extrusionOk="0">
                  <a:moveTo>
                    <a:pt x="1" y="0"/>
                  </a:moveTo>
                  <a:lnTo>
                    <a:pt x="1027" y="4461"/>
                  </a:lnTo>
                  <a:lnTo>
                    <a:pt x="5569" y="4461"/>
                  </a:lnTo>
                  <a:lnTo>
                    <a:pt x="42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3049422" y="4666946"/>
              <a:ext cx="3043683" cy="96854"/>
            </a:xfrm>
            <a:custGeom>
              <a:avLst/>
              <a:gdLst/>
              <a:ahLst/>
              <a:cxnLst/>
              <a:rect l="l" t="t" r="r" b="b"/>
              <a:pathLst>
                <a:path w="80606" h="2565" extrusionOk="0">
                  <a:moveTo>
                    <a:pt x="0" y="0"/>
                  </a:moveTo>
                  <a:lnTo>
                    <a:pt x="801" y="2565"/>
                  </a:lnTo>
                  <a:lnTo>
                    <a:pt x="79805" y="2565"/>
                  </a:lnTo>
                  <a:lnTo>
                    <a:pt x="806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0" y="4712637"/>
              <a:ext cx="2689003" cy="464259"/>
            </a:xfrm>
            <a:custGeom>
              <a:avLst/>
              <a:gdLst/>
              <a:ahLst/>
              <a:cxnLst/>
              <a:rect l="l" t="t" r="r" b="b"/>
              <a:pathLst>
                <a:path w="71213" h="12295" extrusionOk="0">
                  <a:moveTo>
                    <a:pt x="70847" y="1"/>
                  </a:moveTo>
                  <a:lnTo>
                    <a:pt x="0" y="5064"/>
                  </a:lnTo>
                  <a:lnTo>
                    <a:pt x="0" y="12294"/>
                  </a:lnTo>
                  <a:lnTo>
                    <a:pt x="71212" y="1355"/>
                  </a:lnTo>
                  <a:lnTo>
                    <a:pt x="70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0" y="4703499"/>
              <a:ext cx="2675220" cy="200392"/>
            </a:xfrm>
            <a:custGeom>
              <a:avLst/>
              <a:gdLst/>
              <a:ahLst/>
              <a:cxnLst/>
              <a:rect l="l" t="t" r="r" b="b"/>
              <a:pathLst>
                <a:path w="70848" h="5307" extrusionOk="0">
                  <a:moveTo>
                    <a:pt x="70781" y="1"/>
                  </a:moveTo>
                  <a:lnTo>
                    <a:pt x="0" y="4198"/>
                  </a:lnTo>
                  <a:lnTo>
                    <a:pt x="0" y="5306"/>
                  </a:lnTo>
                  <a:lnTo>
                    <a:pt x="70847" y="243"/>
                  </a:lnTo>
                  <a:lnTo>
                    <a:pt x="707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6454930" y="4712637"/>
              <a:ext cx="2689003" cy="464259"/>
            </a:xfrm>
            <a:custGeom>
              <a:avLst/>
              <a:gdLst/>
              <a:ahLst/>
              <a:cxnLst/>
              <a:rect l="l" t="t" r="r" b="b"/>
              <a:pathLst>
                <a:path w="71213" h="12295" extrusionOk="0">
                  <a:moveTo>
                    <a:pt x="365" y="1"/>
                  </a:moveTo>
                  <a:lnTo>
                    <a:pt x="0" y="1355"/>
                  </a:lnTo>
                  <a:lnTo>
                    <a:pt x="71176" y="12294"/>
                  </a:lnTo>
                  <a:lnTo>
                    <a:pt x="71212" y="5064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6468713" y="4703499"/>
              <a:ext cx="2675220" cy="200392"/>
            </a:xfrm>
            <a:custGeom>
              <a:avLst/>
              <a:gdLst/>
              <a:ahLst/>
              <a:cxnLst/>
              <a:rect l="l" t="t" r="r" b="b"/>
              <a:pathLst>
                <a:path w="70848" h="5307" extrusionOk="0">
                  <a:moveTo>
                    <a:pt x="66" y="1"/>
                  </a:moveTo>
                  <a:lnTo>
                    <a:pt x="0" y="243"/>
                  </a:lnTo>
                  <a:lnTo>
                    <a:pt x="70847" y="5306"/>
                  </a:lnTo>
                  <a:lnTo>
                    <a:pt x="70847" y="4198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3" name="Google Shape;1503;p26"/>
          <p:cNvGrpSpPr/>
          <p:nvPr/>
        </p:nvGrpSpPr>
        <p:grpSpPr>
          <a:xfrm flipH="1">
            <a:off x="6570823" y="2284270"/>
            <a:ext cx="2573177" cy="2896598"/>
            <a:chOff x="20705" y="2342647"/>
            <a:chExt cx="2573177" cy="2896598"/>
          </a:xfrm>
        </p:grpSpPr>
        <p:grpSp>
          <p:nvGrpSpPr>
            <p:cNvPr id="1504" name="Google Shape;1504;p26"/>
            <p:cNvGrpSpPr/>
            <p:nvPr/>
          </p:nvGrpSpPr>
          <p:grpSpPr>
            <a:xfrm>
              <a:off x="152441" y="2342647"/>
              <a:ext cx="2180241" cy="1123991"/>
              <a:chOff x="152441" y="2342647"/>
              <a:chExt cx="2180241" cy="1123991"/>
            </a:xfrm>
          </p:grpSpPr>
          <p:sp>
            <p:nvSpPr>
              <p:cNvPr id="1505" name="Google Shape;1505;p26"/>
              <p:cNvSpPr/>
              <p:nvPr/>
            </p:nvSpPr>
            <p:spPr>
              <a:xfrm>
                <a:off x="1817321" y="3150655"/>
                <a:ext cx="23109" cy="2039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0" extrusionOk="0">
                    <a:moveTo>
                      <a:pt x="306" y="1"/>
                    </a:moveTo>
                    <a:cubicBezTo>
                      <a:pt x="204" y="1"/>
                      <a:pt x="107" y="59"/>
                      <a:pt x="62" y="161"/>
                    </a:cubicBezTo>
                    <a:cubicBezTo>
                      <a:pt x="0" y="292"/>
                      <a:pt x="58" y="452"/>
                      <a:pt x="193" y="513"/>
                    </a:cubicBezTo>
                    <a:cubicBezTo>
                      <a:pt x="229" y="532"/>
                      <a:pt x="268" y="540"/>
                      <a:pt x="305" y="540"/>
                    </a:cubicBezTo>
                    <a:cubicBezTo>
                      <a:pt x="405" y="540"/>
                      <a:pt x="503" y="481"/>
                      <a:pt x="550" y="386"/>
                    </a:cubicBezTo>
                    <a:cubicBezTo>
                      <a:pt x="612" y="251"/>
                      <a:pt x="554" y="87"/>
                      <a:pt x="419" y="25"/>
                    </a:cubicBezTo>
                    <a:cubicBezTo>
                      <a:pt x="382" y="9"/>
                      <a:pt x="344" y="1"/>
                      <a:pt x="30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6"/>
              <p:cNvSpPr/>
              <p:nvPr/>
            </p:nvSpPr>
            <p:spPr>
              <a:xfrm>
                <a:off x="1507719" y="3182752"/>
                <a:ext cx="24808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34" extrusionOk="0">
                    <a:moveTo>
                      <a:pt x="329" y="1"/>
                    </a:moveTo>
                    <a:cubicBezTo>
                      <a:pt x="300" y="1"/>
                      <a:pt x="270" y="6"/>
                      <a:pt x="239" y="16"/>
                    </a:cubicBezTo>
                    <a:cubicBezTo>
                      <a:pt x="17" y="98"/>
                      <a:pt x="1" y="406"/>
                      <a:pt x="214" y="509"/>
                    </a:cubicBezTo>
                    <a:cubicBezTo>
                      <a:pt x="250" y="526"/>
                      <a:pt x="288" y="533"/>
                      <a:pt x="326" y="533"/>
                    </a:cubicBezTo>
                    <a:cubicBezTo>
                      <a:pt x="426" y="533"/>
                      <a:pt x="524" y="477"/>
                      <a:pt x="571" y="382"/>
                    </a:cubicBezTo>
                    <a:cubicBezTo>
                      <a:pt x="656" y="194"/>
                      <a:pt x="512" y="1"/>
                      <a:pt x="329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6"/>
              <p:cNvSpPr/>
              <p:nvPr/>
            </p:nvSpPr>
            <p:spPr>
              <a:xfrm>
                <a:off x="152441" y="2432140"/>
                <a:ext cx="45425" cy="39157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037" extrusionOk="0">
                    <a:moveTo>
                      <a:pt x="615" y="0"/>
                    </a:moveTo>
                    <a:cubicBezTo>
                      <a:pt x="277" y="0"/>
                      <a:pt x="0" y="341"/>
                      <a:pt x="132" y="699"/>
                    </a:cubicBezTo>
                    <a:cubicBezTo>
                      <a:pt x="213" y="922"/>
                      <a:pt x="414" y="1037"/>
                      <a:pt x="616" y="1037"/>
                    </a:cubicBezTo>
                    <a:cubicBezTo>
                      <a:pt x="804" y="1037"/>
                      <a:pt x="993" y="938"/>
                      <a:pt x="1088" y="736"/>
                    </a:cubicBezTo>
                    <a:cubicBezTo>
                      <a:pt x="1203" y="478"/>
                      <a:pt x="1092" y="174"/>
                      <a:pt x="838" y="51"/>
                    </a:cubicBezTo>
                    <a:cubicBezTo>
                      <a:pt x="763" y="16"/>
                      <a:pt x="687" y="0"/>
                      <a:pt x="61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6"/>
              <p:cNvSpPr/>
              <p:nvPr/>
            </p:nvSpPr>
            <p:spPr>
              <a:xfrm>
                <a:off x="728144" y="2876247"/>
                <a:ext cx="23487" cy="20202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35" extrusionOk="0">
                    <a:moveTo>
                      <a:pt x="318" y="1"/>
                    </a:moveTo>
                    <a:cubicBezTo>
                      <a:pt x="143" y="1"/>
                      <a:pt x="0" y="178"/>
                      <a:pt x="68" y="362"/>
                    </a:cubicBezTo>
                    <a:cubicBezTo>
                      <a:pt x="113" y="476"/>
                      <a:pt x="216" y="535"/>
                      <a:pt x="319" y="535"/>
                    </a:cubicBezTo>
                    <a:cubicBezTo>
                      <a:pt x="416" y="535"/>
                      <a:pt x="513" y="483"/>
                      <a:pt x="560" y="378"/>
                    </a:cubicBezTo>
                    <a:cubicBezTo>
                      <a:pt x="622" y="243"/>
                      <a:pt x="565" y="87"/>
                      <a:pt x="429" y="25"/>
                    </a:cubicBezTo>
                    <a:cubicBezTo>
                      <a:pt x="392" y="8"/>
                      <a:pt x="354" y="1"/>
                      <a:pt x="31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6"/>
              <p:cNvSpPr/>
              <p:nvPr/>
            </p:nvSpPr>
            <p:spPr>
              <a:xfrm>
                <a:off x="1884724" y="3336704"/>
                <a:ext cx="29944" cy="23676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27" extrusionOk="0">
                    <a:moveTo>
                      <a:pt x="446" y="1"/>
                    </a:moveTo>
                    <a:cubicBezTo>
                      <a:pt x="152" y="1"/>
                      <a:pt x="0" y="425"/>
                      <a:pt x="296" y="597"/>
                    </a:cubicBezTo>
                    <a:cubicBezTo>
                      <a:pt x="339" y="617"/>
                      <a:pt x="385" y="626"/>
                      <a:pt x="430" y="626"/>
                    </a:cubicBezTo>
                    <a:cubicBezTo>
                      <a:pt x="550" y="626"/>
                      <a:pt x="664" y="558"/>
                      <a:pt x="718" y="445"/>
                    </a:cubicBezTo>
                    <a:cubicBezTo>
                      <a:pt x="792" y="285"/>
                      <a:pt x="722" y="96"/>
                      <a:pt x="562" y="22"/>
                    </a:cubicBezTo>
                    <a:cubicBezTo>
                      <a:pt x="522" y="8"/>
                      <a:pt x="483" y="1"/>
                      <a:pt x="44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6"/>
              <p:cNvSpPr/>
              <p:nvPr/>
            </p:nvSpPr>
            <p:spPr>
              <a:xfrm>
                <a:off x="1667938" y="3290711"/>
                <a:ext cx="19975" cy="16577"/>
              </a:xfrm>
              <a:custGeom>
                <a:avLst/>
                <a:gdLst/>
                <a:ahLst/>
                <a:cxnLst/>
                <a:rect l="l" t="t" r="r" b="b"/>
                <a:pathLst>
                  <a:path w="529" h="439" extrusionOk="0">
                    <a:moveTo>
                      <a:pt x="245" y="0"/>
                    </a:moveTo>
                    <a:cubicBezTo>
                      <a:pt x="174" y="0"/>
                      <a:pt x="102" y="34"/>
                      <a:pt x="54" y="112"/>
                    </a:cubicBezTo>
                    <a:cubicBezTo>
                      <a:pt x="1" y="227"/>
                      <a:pt x="50" y="362"/>
                      <a:pt x="165" y="419"/>
                    </a:cubicBezTo>
                    <a:cubicBezTo>
                      <a:pt x="195" y="432"/>
                      <a:pt x="227" y="439"/>
                      <a:pt x="258" y="439"/>
                    </a:cubicBezTo>
                    <a:cubicBezTo>
                      <a:pt x="345" y="439"/>
                      <a:pt x="429" y="390"/>
                      <a:pt x="468" y="309"/>
                    </a:cubicBezTo>
                    <a:cubicBezTo>
                      <a:pt x="529" y="134"/>
                      <a:pt x="388" y="0"/>
                      <a:pt x="24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6"/>
              <p:cNvSpPr/>
              <p:nvPr/>
            </p:nvSpPr>
            <p:spPr>
              <a:xfrm>
                <a:off x="1158959" y="3003539"/>
                <a:ext cx="21561" cy="17596"/>
              </a:xfrm>
              <a:custGeom>
                <a:avLst/>
                <a:gdLst/>
                <a:ahLst/>
                <a:cxnLst/>
                <a:rect l="l" t="t" r="r" b="b"/>
                <a:pathLst>
                  <a:path w="571" h="466" extrusionOk="0">
                    <a:moveTo>
                      <a:pt x="288" y="1"/>
                    </a:moveTo>
                    <a:cubicBezTo>
                      <a:pt x="262" y="1"/>
                      <a:pt x="236" y="5"/>
                      <a:pt x="210" y="15"/>
                    </a:cubicBezTo>
                    <a:cubicBezTo>
                      <a:pt x="13" y="85"/>
                      <a:pt x="0" y="360"/>
                      <a:pt x="189" y="442"/>
                    </a:cubicBezTo>
                    <a:cubicBezTo>
                      <a:pt x="222" y="458"/>
                      <a:pt x="256" y="466"/>
                      <a:pt x="290" y="466"/>
                    </a:cubicBezTo>
                    <a:cubicBezTo>
                      <a:pt x="375" y="466"/>
                      <a:pt x="455" y="417"/>
                      <a:pt x="493" y="335"/>
                    </a:cubicBezTo>
                    <a:cubicBezTo>
                      <a:pt x="571" y="176"/>
                      <a:pt x="447" y="1"/>
                      <a:pt x="28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6"/>
              <p:cNvSpPr/>
              <p:nvPr/>
            </p:nvSpPr>
            <p:spPr>
              <a:xfrm>
                <a:off x="217201" y="2698884"/>
                <a:ext cx="19560" cy="1729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58" extrusionOk="0">
                    <a:moveTo>
                      <a:pt x="257" y="0"/>
                    </a:moveTo>
                    <a:cubicBezTo>
                      <a:pt x="171" y="0"/>
                      <a:pt x="89" y="50"/>
                      <a:pt x="54" y="135"/>
                    </a:cubicBezTo>
                    <a:cubicBezTo>
                      <a:pt x="1" y="250"/>
                      <a:pt x="46" y="385"/>
                      <a:pt x="161" y="438"/>
                    </a:cubicBezTo>
                    <a:cubicBezTo>
                      <a:pt x="191" y="451"/>
                      <a:pt x="222" y="457"/>
                      <a:pt x="253" y="457"/>
                    </a:cubicBezTo>
                    <a:cubicBezTo>
                      <a:pt x="341" y="457"/>
                      <a:pt x="425" y="408"/>
                      <a:pt x="464" y="324"/>
                    </a:cubicBezTo>
                    <a:cubicBezTo>
                      <a:pt x="518" y="213"/>
                      <a:pt x="473" y="77"/>
                      <a:pt x="358" y="24"/>
                    </a:cubicBezTo>
                    <a:cubicBezTo>
                      <a:pt x="325" y="8"/>
                      <a:pt x="291" y="0"/>
                      <a:pt x="25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6"/>
              <p:cNvSpPr/>
              <p:nvPr/>
            </p:nvSpPr>
            <p:spPr>
              <a:xfrm>
                <a:off x="2068355" y="3331379"/>
                <a:ext cx="54676" cy="46973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1244" extrusionOk="0">
                    <a:moveTo>
                      <a:pt x="740" y="1"/>
                    </a:moveTo>
                    <a:cubicBezTo>
                      <a:pt x="335" y="1"/>
                      <a:pt x="1" y="410"/>
                      <a:pt x="160" y="836"/>
                    </a:cubicBezTo>
                    <a:cubicBezTo>
                      <a:pt x="259" y="1106"/>
                      <a:pt x="501" y="1244"/>
                      <a:pt x="744" y="1244"/>
                    </a:cubicBezTo>
                    <a:cubicBezTo>
                      <a:pt x="970" y="1244"/>
                      <a:pt x="1196" y="1124"/>
                      <a:pt x="1308" y="881"/>
                    </a:cubicBezTo>
                    <a:cubicBezTo>
                      <a:pt x="1448" y="569"/>
                      <a:pt x="1313" y="204"/>
                      <a:pt x="1005" y="61"/>
                    </a:cubicBezTo>
                    <a:cubicBezTo>
                      <a:pt x="916" y="19"/>
                      <a:pt x="826" y="1"/>
                      <a:pt x="740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6"/>
              <p:cNvSpPr/>
              <p:nvPr/>
            </p:nvSpPr>
            <p:spPr>
              <a:xfrm>
                <a:off x="1029439" y="2580881"/>
                <a:ext cx="57206" cy="46596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1234" extrusionOk="0">
                    <a:moveTo>
                      <a:pt x="762" y="1"/>
                    </a:moveTo>
                    <a:cubicBezTo>
                      <a:pt x="693" y="1"/>
                      <a:pt x="622" y="13"/>
                      <a:pt x="550" y="39"/>
                    </a:cubicBezTo>
                    <a:cubicBezTo>
                      <a:pt x="37" y="223"/>
                      <a:pt x="0" y="937"/>
                      <a:pt x="493" y="1175"/>
                    </a:cubicBezTo>
                    <a:cubicBezTo>
                      <a:pt x="577" y="1215"/>
                      <a:pt x="666" y="1233"/>
                      <a:pt x="754" y="1233"/>
                    </a:cubicBezTo>
                    <a:cubicBezTo>
                      <a:pt x="986" y="1233"/>
                      <a:pt x="1210" y="1102"/>
                      <a:pt x="1317" y="876"/>
                    </a:cubicBezTo>
                    <a:cubicBezTo>
                      <a:pt x="1515" y="449"/>
                      <a:pt x="1185" y="1"/>
                      <a:pt x="7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6"/>
              <p:cNvSpPr/>
              <p:nvPr/>
            </p:nvSpPr>
            <p:spPr>
              <a:xfrm>
                <a:off x="2057782" y="3442057"/>
                <a:ext cx="29037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51" extrusionOk="0">
                    <a:moveTo>
                      <a:pt x="362" y="1"/>
                    </a:moveTo>
                    <a:cubicBezTo>
                      <a:pt x="258" y="1"/>
                      <a:pt x="153" y="51"/>
                      <a:pt x="87" y="170"/>
                    </a:cubicBezTo>
                    <a:cubicBezTo>
                      <a:pt x="1" y="334"/>
                      <a:pt x="66" y="539"/>
                      <a:pt x="234" y="621"/>
                    </a:cubicBezTo>
                    <a:cubicBezTo>
                      <a:pt x="279" y="642"/>
                      <a:pt x="325" y="651"/>
                      <a:pt x="371" y="651"/>
                    </a:cubicBezTo>
                    <a:cubicBezTo>
                      <a:pt x="502" y="651"/>
                      <a:pt x="625" y="573"/>
                      <a:pt x="673" y="445"/>
                    </a:cubicBezTo>
                    <a:cubicBezTo>
                      <a:pt x="769" y="195"/>
                      <a:pt x="567" y="1"/>
                      <a:pt x="3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6"/>
              <p:cNvSpPr/>
              <p:nvPr/>
            </p:nvSpPr>
            <p:spPr>
              <a:xfrm>
                <a:off x="1666843" y="3077324"/>
                <a:ext cx="52562" cy="45539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6" extrusionOk="0">
                    <a:moveTo>
                      <a:pt x="693" y="0"/>
                    </a:moveTo>
                    <a:cubicBezTo>
                      <a:pt x="457" y="0"/>
                      <a:pt x="232" y="133"/>
                      <a:pt x="124" y="359"/>
                    </a:cubicBezTo>
                    <a:cubicBezTo>
                      <a:pt x="1" y="662"/>
                      <a:pt x="140" y="1011"/>
                      <a:pt x="436" y="1147"/>
                    </a:cubicBezTo>
                    <a:cubicBezTo>
                      <a:pt x="522" y="1187"/>
                      <a:pt x="612" y="1206"/>
                      <a:pt x="701" y="1206"/>
                    </a:cubicBezTo>
                    <a:cubicBezTo>
                      <a:pt x="922" y="1206"/>
                      <a:pt x="1133" y="1088"/>
                      <a:pt x="1244" y="880"/>
                    </a:cubicBezTo>
                    <a:cubicBezTo>
                      <a:pt x="1392" y="568"/>
                      <a:pt x="1257" y="199"/>
                      <a:pt x="949" y="55"/>
                    </a:cubicBezTo>
                    <a:cubicBezTo>
                      <a:pt x="866" y="18"/>
                      <a:pt x="778" y="0"/>
                      <a:pt x="693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6"/>
              <p:cNvSpPr/>
              <p:nvPr/>
            </p:nvSpPr>
            <p:spPr>
              <a:xfrm>
                <a:off x="915250" y="2848039"/>
                <a:ext cx="29906" cy="24468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8" extrusionOk="0">
                    <a:moveTo>
                      <a:pt x="397" y="1"/>
                    </a:moveTo>
                    <a:cubicBezTo>
                      <a:pt x="360" y="1"/>
                      <a:pt x="322" y="7"/>
                      <a:pt x="283" y="21"/>
                    </a:cubicBezTo>
                    <a:cubicBezTo>
                      <a:pt x="12" y="120"/>
                      <a:pt x="0" y="497"/>
                      <a:pt x="259" y="616"/>
                    </a:cubicBezTo>
                    <a:cubicBezTo>
                      <a:pt x="303" y="638"/>
                      <a:pt x="350" y="648"/>
                      <a:pt x="396" y="648"/>
                    </a:cubicBezTo>
                    <a:cubicBezTo>
                      <a:pt x="519" y="648"/>
                      <a:pt x="636" y="577"/>
                      <a:pt x="689" y="460"/>
                    </a:cubicBezTo>
                    <a:cubicBezTo>
                      <a:pt x="791" y="235"/>
                      <a:pt x="619" y="1"/>
                      <a:pt x="397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6"/>
              <p:cNvSpPr/>
              <p:nvPr/>
            </p:nvSpPr>
            <p:spPr>
              <a:xfrm>
                <a:off x="540284" y="2669204"/>
                <a:ext cx="54261" cy="4659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4" extrusionOk="0">
                    <a:moveTo>
                      <a:pt x="732" y="0"/>
                    </a:moveTo>
                    <a:cubicBezTo>
                      <a:pt x="333" y="0"/>
                      <a:pt x="0" y="404"/>
                      <a:pt x="156" y="826"/>
                    </a:cubicBezTo>
                    <a:cubicBezTo>
                      <a:pt x="252" y="1096"/>
                      <a:pt x="492" y="1234"/>
                      <a:pt x="733" y="1234"/>
                    </a:cubicBezTo>
                    <a:cubicBezTo>
                      <a:pt x="955" y="1234"/>
                      <a:pt x="1177" y="1118"/>
                      <a:pt x="1289" y="880"/>
                    </a:cubicBezTo>
                    <a:cubicBezTo>
                      <a:pt x="1436" y="572"/>
                      <a:pt x="1301" y="203"/>
                      <a:pt x="993" y="59"/>
                    </a:cubicBezTo>
                    <a:cubicBezTo>
                      <a:pt x="906" y="19"/>
                      <a:pt x="818" y="0"/>
                      <a:pt x="732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6"/>
              <p:cNvSpPr/>
              <p:nvPr/>
            </p:nvSpPr>
            <p:spPr>
              <a:xfrm>
                <a:off x="1377746" y="3010600"/>
                <a:ext cx="29906" cy="2428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3" extrusionOk="0">
                    <a:moveTo>
                      <a:pt x="397" y="0"/>
                    </a:moveTo>
                    <a:cubicBezTo>
                      <a:pt x="360" y="0"/>
                      <a:pt x="322" y="7"/>
                      <a:pt x="283" y="21"/>
                    </a:cubicBezTo>
                    <a:cubicBezTo>
                      <a:pt x="13" y="119"/>
                      <a:pt x="0" y="493"/>
                      <a:pt x="259" y="616"/>
                    </a:cubicBezTo>
                    <a:cubicBezTo>
                      <a:pt x="302" y="634"/>
                      <a:pt x="347" y="643"/>
                      <a:pt x="390" y="643"/>
                    </a:cubicBezTo>
                    <a:cubicBezTo>
                      <a:pt x="514" y="643"/>
                      <a:pt x="632" y="574"/>
                      <a:pt x="690" y="456"/>
                    </a:cubicBezTo>
                    <a:cubicBezTo>
                      <a:pt x="792" y="234"/>
                      <a:pt x="619" y="0"/>
                      <a:pt x="39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6"/>
              <p:cNvSpPr/>
              <p:nvPr/>
            </p:nvSpPr>
            <p:spPr>
              <a:xfrm>
                <a:off x="1347990" y="2835314"/>
                <a:ext cx="28547" cy="2450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649" extrusionOk="0">
                    <a:moveTo>
                      <a:pt x="385" y="0"/>
                    </a:moveTo>
                    <a:cubicBezTo>
                      <a:pt x="175" y="0"/>
                      <a:pt x="1" y="216"/>
                      <a:pt x="83" y="436"/>
                    </a:cubicBezTo>
                    <a:cubicBezTo>
                      <a:pt x="134" y="577"/>
                      <a:pt x="259" y="649"/>
                      <a:pt x="385" y="649"/>
                    </a:cubicBezTo>
                    <a:cubicBezTo>
                      <a:pt x="501" y="649"/>
                      <a:pt x="618" y="587"/>
                      <a:pt x="677" y="461"/>
                    </a:cubicBezTo>
                    <a:cubicBezTo>
                      <a:pt x="755" y="301"/>
                      <a:pt x="682" y="104"/>
                      <a:pt x="517" y="30"/>
                    </a:cubicBezTo>
                    <a:cubicBezTo>
                      <a:pt x="473" y="10"/>
                      <a:pt x="428" y="0"/>
                      <a:pt x="38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6"/>
              <p:cNvSpPr/>
              <p:nvPr/>
            </p:nvSpPr>
            <p:spPr>
              <a:xfrm>
                <a:off x="816127" y="2460272"/>
                <a:ext cx="54676" cy="46936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1243" extrusionOk="0">
                    <a:moveTo>
                      <a:pt x="736" y="1"/>
                    </a:moveTo>
                    <a:cubicBezTo>
                      <a:pt x="334" y="1"/>
                      <a:pt x="0" y="408"/>
                      <a:pt x="159" y="836"/>
                    </a:cubicBezTo>
                    <a:cubicBezTo>
                      <a:pt x="257" y="1106"/>
                      <a:pt x="498" y="1243"/>
                      <a:pt x="740" y="1243"/>
                    </a:cubicBezTo>
                    <a:cubicBezTo>
                      <a:pt x="966" y="1243"/>
                      <a:pt x="1193" y="1123"/>
                      <a:pt x="1304" y="882"/>
                    </a:cubicBezTo>
                    <a:cubicBezTo>
                      <a:pt x="1447" y="570"/>
                      <a:pt x="1312" y="205"/>
                      <a:pt x="1000" y="61"/>
                    </a:cubicBezTo>
                    <a:cubicBezTo>
                      <a:pt x="912" y="20"/>
                      <a:pt x="822" y="1"/>
                      <a:pt x="73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6"/>
              <p:cNvSpPr/>
              <p:nvPr/>
            </p:nvSpPr>
            <p:spPr>
              <a:xfrm>
                <a:off x="557918" y="2342647"/>
                <a:ext cx="29944" cy="24431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47" extrusionOk="0">
                    <a:moveTo>
                      <a:pt x="398" y="0"/>
                    </a:moveTo>
                    <a:cubicBezTo>
                      <a:pt x="361" y="0"/>
                      <a:pt x="323" y="7"/>
                      <a:pt x="284" y="21"/>
                    </a:cubicBezTo>
                    <a:cubicBezTo>
                      <a:pt x="13" y="123"/>
                      <a:pt x="1" y="501"/>
                      <a:pt x="263" y="620"/>
                    </a:cubicBezTo>
                    <a:cubicBezTo>
                      <a:pt x="305" y="638"/>
                      <a:pt x="349" y="647"/>
                      <a:pt x="393" y="647"/>
                    </a:cubicBezTo>
                    <a:cubicBezTo>
                      <a:pt x="515" y="647"/>
                      <a:pt x="633" y="578"/>
                      <a:pt x="690" y="460"/>
                    </a:cubicBezTo>
                    <a:cubicBezTo>
                      <a:pt x="792" y="234"/>
                      <a:pt x="620" y="0"/>
                      <a:pt x="398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6"/>
              <p:cNvSpPr/>
              <p:nvPr/>
            </p:nvSpPr>
            <p:spPr>
              <a:xfrm>
                <a:off x="2036334" y="3241319"/>
                <a:ext cx="21183" cy="16426"/>
              </a:xfrm>
              <a:custGeom>
                <a:avLst/>
                <a:gdLst/>
                <a:ahLst/>
                <a:cxnLst/>
                <a:rect l="l" t="t" r="r" b="b"/>
                <a:pathLst>
                  <a:path w="561" h="435" extrusionOk="0">
                    <a:moveTo>
                      <a:pt x="312" y="1"/>
                    </a:moveTo>
                    <a:cubicBezTo>
                      <a:pt x="109" y="1"/>
                      <a:pt x="0" y="308"/>
                      <a:pt x="228" y="414"/>
                    </a:cubicBezTo>
                    <a:cubicBezTo>
                      <a:pt x="257" y="428"/>
                      <a:pt x="288" y="434"/>
                      <a:pt x="318" y="434"/>
                    </a:cubicBezTo>
                    <a:cubicBezTo>
                      <a:pt x="399" y="434"/>
                      <a:pt x="476" y="389"/>
                      <a:pt x="515" y="312"/>
                    </a:cubicBezTo>
                    <a:cubicBezTo>
                      <a:pt x="560" y="205"/>
                      <a:pt x="515" y="78"/>
                      <a:pt x="413" y="25"/>
                    </a:cubicBezTo>
                    <a:cubicBezTo>
                      <a:pt x="378" y="8"/>
                      <a:pt x="344" y="1"/>
                      <a:pt x="31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6"/>
              <p:cNvSpPr/>
              <p:nvPr/>
            </p:nvSpPr>
            <p:spPr>
              <a:xfrm>
                <a:off x="2312367" y="3327075"/>
                <a:ext cx="20315" cy="16124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27" extrusionOk="0">
                    <a:moveTo>
                      <a:pt x="308" y="1"/>
                    </a:moveTo>
                    <a:cubicBezTo>
                      <a:pt x="105" y="1"/>
                      <a:pt x="1" y="287"/>
                      <a:pt x="205" y="404"/>
                    </a:cubicBezTo>
                    <a:cubicBezTo>
                      <a:pt x="236" y="419"/>
                      <a:pt x="268" y="427"/>
                      <a:pt x="299" y="427"/>
                    </a:cubicBezTo>
                    <a:cubicBezTo>
                      <a:pt x="378" y="427"/>
                      <a:pt x="454" y="381"/>
                      <a:pt x="493" y="302"/>
                    </a:cubicBezTo>
                    <a:cubicBezTo>
                      <a:pt x="538" y="195"/>
                      <a:pt x="493" y="68"/>
                      <a:pt x="386" y="15"/>
                    </a:cubicBezTo>
                    <a:cubicBezTo>
                      <a:pt x="359" y="5"/>
                      <a:pt x="332" y="1"/>
                      <a:pt x="30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6"/>
              <p:cNvSpPr/>
              <p:nvPr/>
            </p:nvSpPr>
            <p:spPr>
              <a:xfrm>
                <a:off x="2171027" y="3371368"/>
                <a:ext cx="26243" cy="22543"/>
              </a:xfrm>
              <a:custGeom>
                <a:avLst/>
                <a:gdLst/>
                <a:ahLst/>
                <a:cxnLst/>
                <a:rect l="l" t="t" r="r" b="b"/>
                <a:pathLst>
                  <a:path w="695" h="597" extrusionOk="0">
                    <a:moveTo>
                      <a:pt x="358" y="1"/>
                    </a:moveTo>
                    <a:cubicBezTo>
                      <a:pt x="162" y="1"/>
                      <a:pt x="1" y="197"/>
                      <a:pt x="79" y="405"/>
                    </a:cubicBezTo>
                    <a:cubicBezTo>
                      <a:pt x="128" y="532"/>
                      <a:pt x="242" y="596"/>
                      <a:pt x="358" y="596"/>
                    </a:cubicBezTo>
                    <a:cubicBezTo>
                      <a:pt x="466" y="596"/>
                      <a:pt x="575" y="539"/>
                      <a:pt x="629" y="421"/>
                    </a:cubicBezTo>
                    <a:cubicBezTo>
                      <a:pt x="694" y="274"/>
                      <a:pt x="629" y="97"/>
                      <a:pt x="481" y="27"/>
                    </a:cubicBezTo>
                    <a:cubicBezTo>
                      <a:pt x="440" y="9"/>
                      <a:pt x="398" y="1"/>
                      <a:pt x="35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6"/>
              <p:cNvSpPr/>
              <p:nvPr/>
            </p:nvSpPr>
            <p:spPr>
              <a:xfrm>
                <a:off x="986353" y="2692238"/>
                <a:ext cx="13216" cy="11706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10" extrusionOk="0">
                    <a:moveTo>
                      <a:pt x="174" y="1"/>
                    </a:moveTo>
                    <a:cubicBezTo>
                      <a:pt x="116" y="1"/>
                      <a:pt x="61" y="35"/>
                      <a:pt x="37" y="89"/>
                    </a:cubicBezTo>
                    <a:cubicBezTo>
                      <a:pt x="0" y="167"/>
                      <a:pt x="33" y="262"/>
                      <a:pt x="111" y="294"/>
                    </a:cubicBezTo>
                    <a:cubicBezTo>
                      <a:pt x="132" y="305"/>
                      <a:pt x="154" y="310"/>
                      <a:pt x="176" y="310"/>
                    </a:cubicBezTo>
                    <a:cubicBezTo>
                      <a:pt x="233" y="310"/>
                      <a:pt x="290" y="277"/>
                      <a:pt x="316" y="221"/>
                    </a:cubicBezTo>
                    <a:cubicBezTo>
                      <a:pt x="349" y="143"/>
                      <a:pt x="316" y="48"/>
                      <a:pt x="238" y="15"/>
                    </a:cubicBezTo>
                    <a:cubicBezTo>
                      <a:pt x="218" y="6"/>
                      <a:pt x="196" y="1"/>
                      <a:pt x="174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6"/>
              <p:cNvSpPr/>
              <p:nvPr/>
            </p:nvSpPr>
            <p:spPr>
              <a:xfrm>
                <a:off x="425188" y="2496409"/>
                <a:ext cx="14236" cy="11139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95" extrusionOk="0">
                    <a:moveTo>
                      <a:pt x="207" y="0"/>
                    </a:moveTo>
                    <a:cubicBezTo>
                      <a:pt x="148" y="0"/>
                      <a:pt x="92" y="36"/>
                      <a:pt x="65" y="93"/>
                    </a:cubicBezTo>
                    <a:cubicBezTo>
                      <a:pt x="0" y="194"/>
                      <a:pt x="130" y="295"/>
                      <a:pt x="235" y="295"/>
                    </a:cubicBezTo>
                    <a:cubicBezTo>
                      <a:pt x="284" y="295"/>
                      <a:pt x="327" y="273"/>
                      <a:pt x="344" y="220"/>
                    </a:cubicBezTo>
                    <a:cubicBezTo>
                      <a:pt x="377" y="142"/>
                      <a:pt x="348" y="52"/>
                      <a:pt x="270" y="15"/>
                    </a:cubicBezTo>
                    <a:cubicBezTo>
                      <a:pt x="249" y="5"/>
                      <a:pt x="228" y="0"/>
                      <a:pt x="20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8" name="Google Shape;1528;p26"/>
            <p:cNvGrpSpPr/>
            <p:nvPr/>
          </p:nvGrpSpPr>
          <p:grpSpPr>
            <a:xfrm>
              <a:off x="20705" y="3758301"/>
              <a:ext cx="2340266" cy="1480943"/>
              <a:chOff x="20705" y="3758301"/>
              <a:chExt cx="2340266" cy="1480943"/>
            </a:xfrm>
          </p:grpSpPr>
          <p:grpSp>
            <p:nvGrpSpPr>
              <p:cNvPr id="1529" name="Google Shape;1529;p26"/>
              <p:cNvGrpSpPr/>
              <p:nvPr/>
            </p:nvGrpSpPr>
            <p:grpSpPr>
              <a:xfrm rot="-1434146">
                <a:off x="124719" y="4063247"/>
                <a:ext cx="1689607" cy="871052"/>
                <a:chOff x="152441" y="2342647"/>
                <a:chExt cx="2180241" cy="1123991"/>
              </a:xfrm>
            </p:grpSpPr>
            <p:sp>
              <p:nvSpPr>
                <p:cNvPr id="1530" name="Google Shape;1530;p26"/>
                <p:cNvSpPr/>
                <p:nvPr/>
              </p:nvSpPr>
              <p:spPr>
                <a:xfrm>
                  <a:off x="1817321" y="3150655"/>
                  <a:ext cx="23109" cy="2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40" extrusionOk="0">
                      <a:moveTo>
                        <a:pt x="306" y="1"/>
                      </a:moveTo>
                      <a:cubicBezTo>
                        <a:pt x="204" y="1"/>
                        <a:pt x="107" y="59"/>
                        <a:pt x="62" y="161"/>
                      </a:cubicBezTo>
                      <a:cubicBezTo>
                        <a:pt x="0" y="292"/>
                        <a:pt x="58" y="452"/>
                        <a:pt x="193" y="513"/>
                      </a:cubicBezTo>
                      <a:cubicBezTo>
                        <a:pt x="229" y="532"/>
                        <a:pt x="268" y="540"/>
                        <a:pt x="305" y="540"/>
                      </a:cubicBezTo>
                      <a:cubicBezTo>
                        <a:pt x="405" y="540"/>
                        <a:pt x="503" y="481"/>
                        <a:pt x="550" y="386"/>
                      </a:cubicBezTo>
                      <a:cubicBezTo>
                        <a:pt x="612" y="251"/>
                        <a:pt x="554" y="87"/>
                        <a:pt x="419" y="25"/>
                      </a:cubicBezTo>
                      <a:cubicBezTo>
                        <a:pt x="382" y="9"/>
                        <a:pt x="344" y="1"/>
                        <a:pt x="30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1" name="Google Shape;1531;p26"/>
                <p:cNvSpPr/>
                <p:nvPr/>
              </p:nvSpPr>
              <p:spPr>
                <a:xfrm>
                  <a:off x="1507719" y="3182752"/>
                  <a:ext cx="24808" cy="20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34" extrusionOk="0">
                      <a:moveTo>
                        <a:pt x="329" y="1"/>
                      </a:moveTo>
                      <a:cubicBezTo>
                        <a:pt x="300" y="1"/>
                        <a:pt x="270" y="6"/>
                        <a:pt x="239" y="16"/>
                      </a:cubicBezTo>
                      <a:cubicBezTo>
                        <a:pt x="17" y="98"/>
                        <a:pt x="1" y="406"/>
                        <a:pt x="214" y="509"/>
                      </a:cubicBezTo>
                      <a:cubicBezTo>
                        <a:pt x="250" y="526"/>
                        <a:pt x="288" y="533"/>
                        <a:pt x="326" y="533"/>
                      </a:cubicBezTo>
                      <a:cubicBezTo>
                        <a:pt x="426" y="533"/>
                        <a:pt x="524" y="477"/>
                        <a:pt x="571" y="382"/>
                      </a:cubicBezTo>
                      <a:cubicBezTo>
                        <a:pt x="656" y="194"/>
                        <a:pt x="512" y="1"/>
                        <a:pt x="329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1532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3" name="Google Shape;1533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4" name="Google Shape;1534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5" name="Google Shape;1535;p26"/>
                <p:cNvSpPr/>
                <p:nvPr/>
              </p:nvSpPr>
              <p:spPr>
                <a:xfrm>
                  <a:off x="1667938" y="3290711"/>
                  <a:ext cx="19975" cy="16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439" extrusionOk="0">
                      <a:moveTo>
                        <a:pt x="245" y="0"/>
                      </a:moveTo>
                      <a:cubicBezTo>
                        <a:pt x="174" y="0"/>
                        <a:pt x="102" y="34"/>
                        <a:pt x="54" y="112"/>
                      </a:cubicBezTo>
                      <a:cubicBezTo>
                        <a:pt x="1" y="227"/>
                        <a:pt x="50" y="362"/>
                        <a:pt x="165" y="419"/>
                      </a:cubicBezTo>
                      <a:cubicBezTo>
                        <a:pt x="195" y="432"/>
                        <a:pt x="227" y="439"/>
                        <a:pt x="258" y="439"/>
                      </a:cubicBezTo>
                      <a:cubicBezTo>
                        <a:pt x="345" y="439"/>
                        <a:pt x="429" y="390"/>
                        <a:pt x="468" y="309"/>
                      </a:cubicBezTo>
                      <a:cubicBezTo>
                        <a:pt x="529" y="134"/>
                        <a:pt x="388" y="0"/>
                        <a:pt x="24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6" name="Google Shape;1536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7" name="Google Shape;1537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8" name="Google Shape;1538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9" name="Google Shape;1539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1" name="Google Shape;1541;p26"/>
                <p:cNvSpPr/>
                <p:nvPr/>
              </p:nvSpPr>
              <p:spPr>
                <a:xfrm>
                  <a:off x="1666843" y="3077324"/>
                  <a:ext cx="52562" cy="45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6" extrusionOk="0">
                      <a:moveTo>
                        <a:pt x="693" y="0"/>
                      </a:moveTo>
                      <a:cubicBezTo>
                        <a:pt x="457" y="0"/>
                        <a:pt x="232" y="133"/>
                        <a:pt x="124" y="359"/>
                      </a:cubicBezTo>
                      <a:cubicBezTo>
                        <a:pt x="1" y="662"/>
                        <a:pt x="140" y="1011"/>
                        <a:pt x="436" y="1147"/>
                      </a:cubicBezTo>
                      <a:cubicBezTo>
                        <a:pt x="522" y="1187"/>
                        <a:pt x="612" y="1206"/>
                        <a:pt x="701" y="1206"/>
                      </a:cubicBezTo>
                      <a:cubicBezTo>
                        <a:pt x="922" y="1206"/>
                        <a:pt x="1133" y="1088"/>
                        <a:pt x="1244" y="880"/>
                      </a:cubicBezTo>
                      <a:cubicBezTo>
                        <a:pt x="1392" y="568"/>
                        <a:pt x="1257" y="199"/>
                        <a:pt x="949" y="55"/>
                      </a:cubicBezTo>
                      <a:cubicBezTo>
                        <a:pt x="866" y="18"/>
                        <a:pt x="778" y="0"/>
                        <a:pt x="693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2" name="Google Shape;1542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3" name="Google Shape;1543;p26"/>
                <p:cNvSpPr/>
                <p:nvPr/>
              </p:nvSpPr>
              <p:spPr>
                <a:xfrm>
                  <a:off x="540284" y="2669204"/>
                  <a:ext cx="54261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234" extrusionOk="0">
                      <a:moveTo>
                        <a:pt x="732" y="0"/>
                      </a:moveTo>
                      <a:cubicBezTo>
                        <a:pt x="333" y="0"/>
                        <a:pt x="0" y="404"/>
                        <a:pt x="156" y="826"/>
                      </a:cubicBezTo>
                      <a:cubicBezTo>
                        <a:pt x="252" y="1096"/>
                        <a:pt x="492" y="1234"/>
                        <a:pt x="733" y="1234"/>
                      </a:cubicBezTo>
                      <a:cubicBezTo>
                        <a:pt x="955" y="1234"/>
                        <a:pt x="1177" y="1118"/>
                        <a:pt x="1289" y="880"/>
                      </a:cubicBezTo>
                      <a:cubicBezTo>
                        <a:pt x="1436" y="572"/>
                        <a:pt x="1301" y="203"/>
                        <a:pt x="993" y="59"/>
                      </a:cubicBezTo>
                      <a:cubicBezTo>
                        <a:pt x="906" y="19"/>
                        <a:pt x="818" y="0"/>
                        <a:pt x="732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4" name="Google Shape;1544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5" name="Google Shape;1545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6" name="Google Shape;1546;p26"/>
                <p:cNvSpPr/>
                <p:nvPr/>
              </p:nvSpPr>
              <p:spPr>
                <a:xfrm>
                  <a:off x="816127" y="2460272"/>
                  <a:ext cx="54676" cy="4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3" extrusionOk="0">
                      <a:moveTo>
                        <a:pt x="736" y="1"/>
                      </a:moveTo>
                      <a:cubicBezTo>
                        <a:pt x="334" y="1"/>
                        <a:pt x="0" y="408"/>
                        <a:pt x="159" y="836"/>
                      </a:cubicBezTo>
                      <a:cubicBezTo>
                        <a:pt x="257" y="1106"/>
                        <a:pt x="498" y="1243"/>
                        <a:pt x="740" y="1243"/>
                      </a:cubicBezTo>
                      <a:cubicBezTo>
                        <a:pt x="966" y="1243"/>
                        <a:pt x="1193" y="1123"/>
                        <a:pt x="1304" y="882"/>
                      </a:cubicBezTo>
                      <a:cubicBezTo>
                        <a:pt x="1447" y="570"/>
                        <a:pt x="1312" y="205"/>
                        <a:pt x="1000" y="61"/>
                      </a:cubicBezTo>
                      <a:cubicBezTo>
                        <a:pt x="912" y="20"/>
                        <a:pt x="822" y="1"/>
                        <a:pt x="73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7" name="Google Shape;1547;p26"/>
                <p:cNvSpPr/>
                <p:nvPr/>
              </p:nvSpPr>
              <p:spPr>
                <a:xfrm>
                  <a:off x="557918" y="2342647"/>
                  <a:ext cx="29944" cy="2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47" extrusionOk="0">
                      <a:moveTo>
                        <a:pt x="398" y="0"/>
                      </a:moveTo>
                      <a:cubicBezTo>
                        <a:pt x="361" y="0"/>
                        <a:pt x="323" y="7"/>
                        <a:pt x="284" y="21"/>
                      </a:cubicBezTo>
                      <a:cubicBezTo>
                        <a:pt x="13" y="123"/>
                        <a:pt x="1" y="501"/>
                        <a:pt x="263" y="620"/>
                      </a:cubicBezTo>
                      <a:cubicBezTo>
                        <a:pt x="305" y="638"/>
                        <a:pt x="349" y="647"/>
                        <a:pt x="393" y="647"/>
                      </a:cubicBezTo>
                      <a:cubicBezTo>
                        <a:pt x="515" y="647"/>
                        <a:pt x="633" y="578"/>
                        <a:pt x="690" y="460"/>
                      </a:cubicBezTo>
                      <a:cubicBezTo>
                        <a:pt x="792" y="234"/>
                        <a:pt x="620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8" name="Google Shape;1548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9" name="Google Shape;1549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0" name="Google Shape;1550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1551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2" name="Google Shape;1552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53" name="Google Shape;1553;p26"/>
              <p:cNvSpPr/>
              <p:nvPr/>
            </p:nvSpPr>
            <p:spPr>
              <a:xfrm rot="-1434260">
                <a:off x="2118364" y="4525893"/>
                <a:ext cx="23176" cy="18816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3" extrusionOk="0">
                    <a:moveTo>
                      <a:pt x="397" y="0"/>
                    </a:moveTo>
                    <a:cubicBezTo>
                      <a:pt x="360" y="0"/>
                      <a:pt x="322" y="7"/>
                      <a:pt x="283" y="21"/>
                    </a:cubicBezTo>
                    <a:cubicBezTo>
                      <a:pt x="13" y="119"/>
                      <a:pt x="0" y="493"/>
                      <a:pt x="259" y="616"/>
                    </a:cubicBezTo>
                    <a:cubicBezTo>
                      <a:pt x="302" y="634"/>
                      <a:pt x="347" y="643"/>
                      <a:pt x="390" y="643"/>
                    </a:cubicBezTo>
                    <a:cubicBezTo>
                      <a:pt x="514" y="643"/>
                      <a:pt x="632" y="574"/>
                      <a:pt x="690" y="456"/>
                    </a:cubicBezTo>
                    <a:cubicBezTo>
                      <a:pt x="792" y="234"/>
                      <a:pt x="619" y="0"/>
                      <a:pt x="39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6"/>
              <p:cNvSpPr/>
              <p:nvPr/>
            </p:nvSpPr>
            <p:spPr>
              <a:xfrm rot="-1434260">
                <a:off x="2327802" y="4484192"/>
                <a:ext cx="16416" cy="12729"/>
              </a:xfrm>
              <a:custGeom>
                <a:avLst/>
                <a:gdLst/>
                <a:ahLst/>
                <a:cxnLst/>
                <a:rect l="l" t="t" r="r" b="b"/>
                <a:pathLst>
                  <a:path w="561" h="435" extrusionOk="0">
                    <a:moveTo>
                      <a:pt x="312" y="1"/>
                    </a:moveTo>
                    <a:cubicBezTo>
                      <a:pt x="109" y="1"/>
                      <a:pt x="0" y="308"/>
                      <a:pt x="228" y="414"/>
                    </a:cubicBezTo>
                    <a:cubicBezTo>
                      <a:pt x="257" y="428"/>
                      <a:pt x="288" y="434"/>
                      <a:pt x="318" y="434"/>
                    </a:cubicBezTo>
                    <a:cubicBezTo>
                      <a:pt x="399" y="434"/>
                      <a:pt x="476" y="389"/>
                      <a:pt x="515" y="312"/>
                    </a:cubicBezTo>
                    <a:cubicBezTo>
                      <a:pt x="560" y="205"/>
                      <a:pt x="515" y="78"/>
                      <a:pt x="413" y="25"/>
                    </a:cubicBezTo>
                    <a:cubicBezTo>
                      <a:pt x="378" y="8"/>
                      <a:pt x="344" y="1"/>
                      <a:pt x="31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6"/>
              <p:cNvSpPr/>
              <p:nvPr/>
            </p:nvSpPr>
            <p:spPr>
              <a:xfrm rot="-1434260">
                <a:off x="2299429" y="4607989"/>
                <a:ext cx="19225" cy="15626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34" extrusionOk="0">
                    <a:moveTo>
                      <a:pt x="329" y="1"/>
                    </a:moveTo>
                    <a:cubicBezTo>
                      <a:pt x="300" y="1"/>
                      <a:pt x="270" y="6"/>
                      <a:pt x="239" y="16"/>
                    </a:cubicBezTo>
                    <a:cubicBezTo>
                      <a:pt x="17" y="98"/>
                      <a:pt x="1" y="406"/>
                      <a:pt x="214" y="509"/>
                    </a:cubicBezTo>
                    <a:cubicBezTo>
                      <a:pt x="250" y="526"/>
                      <a:pt x="288" y="533"/>
                      <a:pt x="326" y="533"/>
                    </a:cubicBezTo>
                    <a:cubicBezTo>
                      <a:pt x="426" y="533"/>
                      <a:pt x="524" y="477"/>
                      <a:pt x="571" y="382"/>
                    </a:cubicBezTo>
                    <a:cubicBezTo>
                      <a:pt x="656" y="194"/>
                      <a:pt x="512" y="1"/>
                      <a:pt x="329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6"/>
              <p:cNvSpPr/>
              <p:nvPr/>
            </p:nvSpPr>
            <p:spPr>
              <a:xfrm rot="-1434260">
                <a:off x="1960551" y="4623677"/>
                <a:ext cx="40733" cy="35291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6" extrusionOk="0">
                    <a:moveTo>
                      <a:pt x="693" y="0"/>
                    </a:moveTo>
                    <a:cubicBezTo>
                      <a:pt x="457" y="0"/>
                      <a:pt x="232" y="133"/>
                      <a:pt x="124" y="359"/>
                    </a:cubicBezTo>
                    <a:cubicBezTo>
                      <a:pt x="1" y="662"/>
                      <a:pt x="140" y="1011"/>
                      <a:pt x="436" y="1147"/>
                    </a:cubicBezTo>
                    <a:cubicBezTo>
                      <a:pt x="522" y="1187"/>
                      <a:pt x="612" y="1206"/>
                      <a:pt x="701" y="1206"/>
                    </a:cubicBezTo>
                    <a:cubicBezTo>
                      <a:pt x="922" y="1206"/>
                      <a:pt x="1133" y="1088"/>
                      <a:pt x="1244" y="880"/>
                    </a:cubicBezTo>
                    <a:cubicBezTo>
                      <a:pt x="1392" y="568"/>
                      <a:pt x="1257" y="199"/>
                      <a:pt x="949" y="55"/>
                    </a:cubicBezTo>
                    <a:cubicBezTo>
                      <a:pt x="866" y="18"/>
                      <a:pt x="778" y="0"/>
                      <a:pt x="693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6"/>
              <p:cNvSpPr/>
              <p:nvPr/>
            </p:nvSpPr>
            <p:spPr>
              <a:xfrm rot="-1434260">
                <a:off x="2335574" y="4636550"/>
                <a:ext cx="22503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51" extrusionOk="0">
                    <a:moveTo>
                      <a:pt x="362" y="1"/>
                    </a:moveTo>
                    <a:cubicBezTo>
                      <a:pt x="258" y="1"/>
                      <a:pt x="153" y="51"/>
                      <a:pt x="87" y="170"/>
                    </a:cubicBezTo>
                    <a:cubicBezTo>
                      <a:pt x="1" y="334"/>
                      <a:pt x="66" y="539"/>
                      <a:pt x="234" y="621"/>
                    </a:cubicBezTo>
                    <a:cubicBezTo>
                      <a:pt x="279" y="642"/>
                      <a:pt x="325" y="651"/>
                      <a:pt x="371" y="651"/>
                    </a:cubicBezTo>
                    <a:cubicBezTo>
                      <a:pt x="502" y="651"/>
                      <a:pt x="625" y="573"/>
                      <a:pt x="673" y="445"/>
                    </a:cubicBezTo>
                    <a:cubicBezTo>
                      <a:pt x="769" y="195"/>
                      <a:pt x="567" y="1"/>
                      <a:pt x="3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8" name="Google Shape;1558;p26"/>
            <p:cNvGrpSpPr/>
            <p:nvPr/>
          </p:nvGrpSpPr>
          <p:grpSpPr>
            <a:xfrm>
              <a:off x="49568" y="3227186"/>
              <a:ext cx="2544314" cy="966285"/>
              <a:chOff x="49568" y="3227186"/>
              <a:chExt cx="2544314" cy="966285"/>
            </a:xfrm>
          </p:grpSpPr>
          <p:grpSp>
            <p:nvGrpSpPr>
              <p:cNvPr id="1559" name="Google Shape;1559;p26"/>
              <p:cNvGrpSpPr/>
              <p:nvPr/>
            </p:nvGrpSpPr>
            <p:grpSpPr>
              <a:xfrm rot="-735074">
                <a:off x="107285" y="3360752"/>
                <a:ext cx="1332606" cy="687006"/>
                <a:chOff x="152441" y="2342647"/>
                <a:chExt cx="2180241" cy="1123991"/>
              </a:xfrm>
            </p:grpSpPr>
            <p:sp>
              <p:nvSpPr>
                <p:cNvPr id="1560" name="Google Shape;1560;p26"/>
                <p:cNvSpPr/>
                <p:nvPr/>
              </p:nvSpPr>
              <p:spPr>
                <a:xfrm>
                  <a:off x="1817321" y="3150655"/>
                  <a:ext cx="23109" cy="2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40" extrusionOk="0">
                      <a:moveTo>
                        <a:pt x="306" y="1"/>
                      </a:moveTo>
                      <a:cubicBezTo>
                        <a:pt x="204" y="1"/>
                        <a:pt x="107" y="59"/>
                        <a:pt x="62" y="161"/>
                      </a:cubicBezTo>
                      <a:cubicBezTo>
                        <a:pt x="0" y="292"/>
                        <a:pt x="58" y="452"/>
                        <a:pt x="193" y="513"/>
                      </a:cubicBezTo>
                      <a:cubicBezTo>
                        <a:pt x="229" y="532"/>
                        <a:pt x="268" y="540"/>
                        <a:pt x="305" y="540"/>
                      </a:cubicBezTo>
                      <a:cubicBezTo>
                        <a:pt x="405" y="540"/>
                        <a:pt x="503" y="481"/>
                        <a:pt x="550" y="386"/>
                      </a:cubicBezTo>
                      <a:cubicBezTo>
                        <a:pt x="612" y="251"/>
                        <a:pt x="554" y="87"/>
                        <a:pt x="419" y="25"/>
                      </a:cubicBezTo>
                      <a:cubicBezTo>
                        <a:pt x="382" y="9"/>
                        <a:pt x="344" y="1"/>
                        <a:pt x="30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1" name="Google Shape;1561;p26"/>
                <p:cNvSpPr/>
                <p:nvPr/>
              </p:nvSpPr>
              <p:spPr>
                <a:xfrm>
                  <a:off x="1507719" y="3182752"/>
                  <a:ext cx="24808" cy="20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34" extrusionOk="0">
                      <a:moveTo>
                        <a:pt x="329" y="1"/>
                      </a:moveTo>
                      <a:cubicBezTo>
                        <a:pt x="300" y="1"/>
                        <a:pt x="270" y="6"/>
                        <a:pt x="239" y="16"/>
                      </a:cubicBezTo>
                      <a:cubicBezTo>
                        <a:pt x="17" y="98"/>
                        <a:pt x="1" y="406"/>
                        <a:pt x="214" y="509"/>
                      </a:cubicBezTo>
                      <a:cubicBezTo>
                        <a:pt x="250" y="526"/>
                        <a:pt x="288" y="533"/>
                        <a:pt x="326" y="533"/>
                      </a:cubicBezTo>
                      <a:cubicBezTo>
                        <a:pt x="426" y="533"/>
                        <a:pt x="524" y="477"/>
                        <a:pt x="571" y="382"/>
                      </a:cubicBezTo>
                      <a:cubicBezTo>
                        <a:pt x="656" y="194"/>
                        <a:pt x="512" y="1"/>
                        <a:pt x="329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2" name="Google Shape;1562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1563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1565;p26"/>
                <p:cNvSpPr/>
                <p:nvPr/>
              </p:nvSpPr>
              <p:spPr>
                <a:xfrm>
                  <a:off x="1667938" y="3290711"/>
                  <a:ext cx="19975" cy="16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439" extrusionOk="0">
                      <a:moveTo>
                        <a:pt x="245" y="0"/>
                      </a:moveTo>
                      <a:cubicBezTo>
                        <a:pt x="174" y="0"/>
                        <a:pt x="102" y="34"/>
                        <a:pt x="54" y="112"/>
                      </a:cubicBezTo>
                      <a:cubicBezTo>
                        <a:pt x="1" y="227"/>
                        <a:pt x="50" y="362"/>
                        <a:pt x="165" y="419"/>
                      </a:cubicBezTo>
                      <a:cubicBezTo>
                        <a:pt x="195" y="432"/>
                        <a:pt x="227" y="439"/>
                        <a:pt x="258" y="439"/>
                      </a:cubicBezTo>
                      <a:cubicBezTo>
                        <a:pt x="345" y="439"/>
                        <a:pt x="429" y="390"/>
                        <a:pt x="468" y="309"/>
                      </a:cubicBezTo>
                      <a:cubicBezTo>
                        <a:pt x="529" y="134"/>
                        <a:pt x="388" y="0"/>
                        <a:pt x="24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6" name="Google Shape;1566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7" name="Google Shape;1567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1568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1569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0" name="Google Shape;1570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1" name="Google Shape;1571;p26"/>
                <p:cNvSpPr/>
                <p:nvPr/>
              </p:nvSpPr>
              <p:spPr>
                <a:xfrm>
                  <a:off x="1666843" y="3077324"/>
                  <a:ext cx="52562" cy="45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6" extrusionOk="0">
                      <a:moveTo>
                        <a:pt x="693" y="0"/>
                      </a:moveTo>
                      <a:cubicBezTo>
                        <a:pt x="457" y="0"/>
                        <a:pt x="232" y="133"/>
                        <a:pt x="124" y="359"/>
                      </a:cubicBezTo>
                      <a:cubicBezTo>
                        <a:pt x="1" y="662"/>
                        <a:pt x="140" y="1011"/>
                        <a:pt x="436" y="1147"/>
                      </a:cubicBezTo>
                      <a:cubicBezTo>
                        <a:pt x="522" y="1187"/>
                        <a:pt x="612" y="1206"/>
                        <a:pt x="701" y="1206"/>
                      </a:cubicBezTo>
                      <a:cubicBezTo>
                        <a:pt x="922" y="1206"/>
                        <a:pt x="1133" y="1088"/>
                        <a:pt x="1244" y="880"/>
                      </a:cubicBezTo>
                      <a:cubicBezTo>
                        <a:pt x="1392" y="568"/>
                        <a:pt x="1257" y="199"/>
                        <a:pt x="949" y="55"/>
                      </a:cubicBezTo>
                      <a:cubicBezTo>
                        <a:pt x="866" y="18"/>
                        <a:pt x="778" y="0"/>
                        <a:pt x="693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26"/>
                <p:cNvSpPr/>
                <p:nvPr/>
              </p:nvSpPr>
              <p:spPr>
                <a:xfrm>
                  <a:off x="540284" y="2669204"/>
                  <a:ext cx="54261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234" extrusionOk="0">
                      <a:moveTo>
                        <a:pt x="732" y="0"/>
                      </a:moveTo>
                      <a:cubicBezTo>
                        <a:pt x="333" y="0"/>
                        <a:pt x="0" y="404"/>
                        <a:pt x="156" y="826"/>
                      </a:cubicBezTo>
                      <a:cubicBezTo>
                        <a:pt x="252" y="1096"/>
                        <a:pt x="492" y="1234"/>
                        <a:pt x="733" y="1234"/>
                      </a:cubicBezTo>
                      <a:cubicBezTo>
                        <a:pt x="955" y="1234"/>
                        <a:pt x="1177" y="1118"/>
                        <a:pt x="1289" y="880"/>
                      </a:cubicBezTo>
                      <a:cubicBezTo>
                        <a:pt x="1436" y="572"/>
                        <a:pt x="1301" y="203"/>
                        <a:pt x="993" y="59"/>
                      </a:cubicBezTo>
                      <a:cubicBezTo>
                        <a:pt x="906" y="19"/>
                        <a:pt x="818" y="0"/>
                        <a:pt x="732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4" name="Google Shape;1574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5" name="Google Shape;1575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26"/>
                <p:cNvSpPr/>
                <p:nvPr/>
              </p:nvSpPr>
              <p:spPr>
                <a:xfrm>
                  <a:off x="816127" y="2460272"/>
                  <a:ext cx="54676" cy="4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3" extrusionOk="0">
                      <a:moveTo>
                        <a:pt x="736" y="1"/>
                      </a:moveTo>
                      <a:cubicBezTo>
                        <a:pt x="334" y="1"/>
                        <a:pt x="0" y="408"/>
                        <a:pt x="159" y="836"/>
                      </a:cubicBezTo>
                      <a:cubicBezTo>
                        <a:pt x="257" y="1106"/>
                        <a:pt x="498" y="1243"/>
                        <a:pt x="740" y="1243"/>
                      </a:cubicBezTo>
                      <a:cubicBezTo>
                        <a:pt x="966" y="1243"/>
                        <a:pt x="1193" y="1123"/>
                        <a:pt x="1304" y="882"/>
                      </a:cubicBezTo>
                      <a:cubicBezTo>
                        <a:pt x="1447" y="570"/>
                        <a:pt x="1312" y="205"/>
                        <a:pt x="1000" y="61"/>
                      </a:cubicBezTo>
                      <a:cubicBezTo>
                        <a:pt x="912" y="20"/>
                        <a:pt x="822" y="1"/>
                        <a:pt x="73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26"/>
                <p:cNvSpPr/>
                <p:nvPr/>
              </p:nvSpPr>
              <p:spPr>
                <a:xfrm>
                  <a:off x="557918" y="2342647"/>
                  <a:ext cx="29944" cy="2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47" extrusionOk="0">
                      <a:moveTo>
                        <a:pt x="398" y="0"/>
                      </a:moveTo>
                      <a:cubicBezTo>
                        <a:pt x="361" y="0"/>
                        <a:pt x="323" y="7"/>
                        <a:pt x="284" y="21"/>
                      </a:cubicBezTo>
                      <a:cubicBezTo>
                        <a:pt x="13" y="123"/>
                        <a:pt x="1" y="501"/>
                        <a:pt x="263" y="620"/>
                      </a:cubicBezTo>
                      <a:cubicBezTo>
                        <a:pt x="305" y="638"/>
                        <a:pt x="349" y="647"/>
                        <a:pt x="393" y="647"/>
                      </a:cubicBezTo>
                      <a:cubicBezTo>
                        <a:pt x="515" y="647"/>
                        <a:pt x="633" y="578"/>
                        <a:pt x="690" y="460"/>
                      </a:cubicBezTo>
                      <a:cubicBezTo>
                        <a:pt x="792" y="234"/>
                        <a:pt x="620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8" name="Google Shape;1578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9" name="Google Shape;1579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2" name="Google Shape;1582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83" name="Google Shape;1583;p26"/>
              <p:cNvGrpSpPr/>
              <p:nvPr/>
            </p:nvGrpSpPr>
            <p:grpSpPr>
              <a:xfrm rot="-735074">
                <a:off x="2308587" y="4028270"/>
                <a:ext cx="273800" cy="137719"/>
                <a:chOff x="1884724" y="3241319"/>
                <a:chExt cx="447958" cy="225319"/>
              </a:xfrm>
            </p:grpSpPr>
            <p:sp>
              <p:nvSpPr>
                <p:cNvPr id="1584" name="Google Shape;1584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6" name="Google Shape;1586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7" name="Google Shape;1587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0" name="Google Shape;1590;p26"/>
              <p:cNvGrpSpPr/>
              <p:nvPr/>
            </p:nvGrpSpPr>
            <p:grpSpPr>
              <a:xfrm rot="-735074">
                <a:off x="2081941" y="3939272"/>
                <a:ext cx="219123" cy="192881"/>
                <a:chOff x="728144" y="2580881"/>
                <a:chExt cx="358501" cy="315568"/>
              </a:xfrm>
            </p:grpSpPr>
            <p:sp>
              <p:nvSpPr>
                <p:cNvPr id="1591" name="Google Shape;1591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5" name="Google Shape;1595;p26"/>
              <p:cNvGrpSpPr/>
              <p:nvPr/>
            </p:nvGrpSpPr>
            <p:grpSpPr>
              <a:xfrm rot="-735074">
                <a:off x="1907746" y="3900272"/>
                <a:ext cx="152006" cy="121979"/>
                <a:chOff x="1158959" y="2835314"/>
                <a:chExt cx="248693" cy="199566"/>
              </a:xfrm>
            </p:grpSpPr>
            <p:sp>
              <p:nvSpPr>
                <p:cNvPr id="1596" name="Google Shape;1596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9" name="Google Shape;1599;p26"/>
              <p:cNvGrpSpPr/>
              <p:nvPr/>
            </p:nvGrpSpPr>
            <p:grpSpPr>
              <a:xfrm rot="-735074">
                <a:off x="1648973" y="3874455"/>
                <a:ext cx="175409" cy="173609"/>
                <a:chOff x="152441" y="2432140"/>
                <a:chExt cx="286983" cy="284037"/>
              </a:xfrm>
            </p:grpSpPr>
            <p:sp>
              <p:nvSpPr>
                <p:cNvPr id="1600" name="Google Shape;1600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03" name="Google Shape;1603;p26"/>
              <p:cNvSpPr/>
              <p:nvPr/>
            </p:nvSpPr>
            <p:spPr>
              <a:xfrm rot="-735048">
                <a:off x="1452750" y="3978419"/>
                <a:ext cx="33167" cy="2848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4" extrusionOk="0">
                    <a:moveTo>
                      <a:pt x="732" y="0"/>
                    </a:moveTo>
                    <a:cubicBezTo>
                      <a:pt x="333" y="0"/>
                      <a:pt x="0" y="404"/>
                      <a:pt x="156" y="826"/>
                    </a:cubicBezTo>
                    <a:cubicBezTo>
                      <a:pt x="252" y="1096"/>
                      <a:pt x="492" y="1234"/>
                      <a:pt x="733" y="1234"/>
                    </a:cubicBezTo>
                    <a:cubicBezTo>
                      <a:pt x="955" y="1234"/>
                      <a:pt x="1177" y="1118"/>
                      <a:pt x="1289" y="880"/>
                    </a:cubicBezTo>
                    <a:cubicBezTo>
                      <a:pt x="1436" y="572"/>
                      <a:pt x="1301" y="203"/>
                      <a:pt x="993" y="59"/>
                    </a:cubicBezTo>
                    <a:cubicBezTo>
                      <a:pt x="906" y="19"/>
                      <a:pt x="818" y="0"/>
                      <a:pt x="732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4" name="Google Shape;1604;p26"/>
          <p:cNvGrpSpPr/>
          <p:nvPr/>
        </p:nvGrpSpPr>
        <p:grpSpPr>
          <a:xfrm>
            <a:off x="2943797" y="3462457"/>
            <a:ext cx="3173418" cy="269710"/>
            <a:chOff x="2797722" y="3520835"/>
            <a:chExt cx="3173418" cy="269710"/>
          </a:xfrm>
        </p:grpSpPr>
        <p:sp>
          <p:nvSpPr>
            <p:cNvPr id="1605" name="Google Shape;1605;p26"/>
            <p:cNvSpPr/>
            <p:nvPr/>
          </p:nvSpPr>
          <p:spPr>
            <a:xfrm rot="-1800051">
              <a:off x="4545440" y="3535261"/>
              <a:ext cx="23109" cy="20390"/>
            </a:xfrm>
            <a:custGeom>
              <a:avLst/>
              <a:gdLst/>
              <a:ahLst/>
              <a:cxnLst/>
              <a:rect l="l" t="t" r="r" b="b"/>
              <a:pathLst>
                <a:path w="612" h="540" extrusionOk="0">
                  <a:moveTo>
                    <a:pt x="306" y="1"/>
                  </a:moveTo>
                  <a:cubicBezTo>
                    <a:pt x="204" y="1"/>
                    <a:pt x="107" y="59"/>
                    <a:pt x="62" y="161"/>
                  </a:cubicBezTo>
                  <a:cubicBezTo>
                    <a:pt x="0" y="292"/>
                    <a:pt x="58" y="452"/>
                    <a:pt x="193" y="513"/>
                  </a:cubicBezTo>
                  <a:cubicBezTo>
                    <a:pt x="229" y="532"/>
                    <a:pt x="268" y="540"/>
                    <a:pt x="305" y="540"/>
                  </a:cubicBezTo>
                  <a:cubicBezTo>
                    <a:pt x="405" y="540"/>
                    <a:pt x="503" y="481"/>
                    <a:pt x="550" y="386"/>
                  </a:cubicBezTo>
                  <a:cubicBezTo>
                    <a:pt x="612" y="251"/>
                    <a:pt x="554" y="87"/>
                    <a:pt x="419" y="25"/>
                  </a:cubicBezTo>
                  <a:cubicBezTo>
                    <a:pt x="382" y="9"/>
                    <a:pt x="344" y="1"/>
                    <a:pt x="30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6"/>
            <p:cNvSpPr/>
            <p:nvPr/>
          </p:nvSpPr>
          <p:spPr>
            <a:xfrm rot="-1800051">
              <a:off x="4293203" y="3717448"/>
              <a:ext cx="24808" cy="20163"/>
            </a:xfrm>
            <a:custGeom>
              <a:avLst/>
              <a:gdLst/>
              <a:ahLst/>
              <a:cxnLst/>
              <a:rect l="l" t="t" r="r" b="b"/>
              <a:pathLst>
                <a:path w="657" h="534" extrusionOk="0">
                  <a:moveTo>
                    <a:pt x="329" y="1"/>
                  </a:moveTo>
                  <a:cubicBezTo>
                    <a:pt x="300" y="1"/>
                    <a:pt x="270" y="6"/>
                    <a:pt x="239" y="16"/>
                  </a:cubicBezTo>
                  <a:cubicBezTo>
                    <a:pt x="17" y="98"/>
                    <a:pt x="1" y="406"/>
                    <a:pt x="214" y="509"/>
                  </a:cubicBezTo>
                  <a:cubicBezTo>
                    <a:pt x="250" y="526"/>
                    <a:pt x="288" y="533"/>
                    <a:pt x="326" y="533"/>
                  </a:cubicBezTo>
                  <a:cubicBezTo>
                    <a:pt x="426" y="533"/>
                    <a:pt x="524" y="477"/>
                    <a:pt x="571" y="382"/>
                  </a:cubicBezTo>
                  <a:cubicBezTo>
                    <a:pt x="656" y="194"/>
                    <a:pt x="512" y="1"/>
                    <a:pt x="329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6"/>
            <p:cNvSpPr/>
            <p:nvPr/>
          </p:nvSpPr>
          <p:spPr>
            <a:xfrm rot="-1800051">
              <a:off x="2804469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6"/>
            <p:cNvSpPr/>
            <p:nvPr/>
          </p:nvSpPr>
          <p:spPr>
            <a:xfrm rot="-1800051">
              <a:off x="3521812" y="3746254"/>
              <a:ext cx="23486" cy="20201"/>
            </a:xfrm>
            <a:custGeom>
              <a:avLst/>
              <a:gdLst/>
              <a:ahLst/>
              <a:cxnLst/>
              <a:rect l="l" t="t" r="r" b="b"/>
              <a:pathLst>
                <a:path w="622" h="535" extrusionOk="0">
                  <a:moveTo>
                    <a:pt x="318" y="1"/>
                  </a:moveTo>
                  <a:cubicBezTo>
                    <a:pt x="143" y="1"/>
                    <a:pt x="0" y="178"/>
                    <a:pt x="68" y="362"/>
                  </a:cubicBezTo>
                  <a:cubicBezTo>
                    <a:pt x="113" y="476"/>
                    <a:pt x="216" y="535"/>
                    <a:pt x="319" y="535"/>
                  </a:cubicBezTo>
                  <a:cubicBezTo>
                    <a:pt x="416" y="535"/>
                    <a:pt x="513" y="483"/>
                    <a:pt x="560" y="378"/>
                  </a:cubicBezTo>
                  <a:cubicBezTo>
                    <a:pt x="622" y="243"/>
                    <a:pt x="565" y="87"/>
                    <a:pt x="429" y="25"/>
                  </a:cubicBezTo>
                  <a:cubicBezTo>
                    <a:pt x="392" y="8"/>
                    <a:pt x="354" y="1"/>
                    <a:pt x="31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6"/>
            <p:cNvSpPr/>
            <p:nvPr/>
          </p:nvSpPr>
          <p:spPr>
            <a:xfrm rot="-1800051">
              <a:off x="4652849" y="3702723"/>
              <a:ext cx="29943" cy="23675"/>
            </a:xfrm>
            <a:custGeom>
              <a:avLst/>
              <a:gdLst/>
              <a:ahLst/>
              <a:cxnLst/>
              <a:rect l="l" t="t" r="r" b="b"/>
              <a:pathLst>
                <a:path w="793" h="627" extrusionOk="0">
                  <a:moveTo>
                    <a:pt x="446" y="1"/>
                  </a:moveTo>
                  <a:cubicBezTo>
                    <a:pt x="152" y="1"/>
                    <a:pt x="0" y="425"/>
                    <a:pt x="296" y="597"/>
                  </a:cubicBezTo>
                  <a:cubicBezTo>
                    <a:pt x="339" y="617"/>
                    <a:pt x="385" y="626"/>
                    <a:pt x="430" y="626"/>
                  </a:cubicBezTo>
                  <a:cubicBezTo>
                    <a:pt x="550" y="626"/>
                    <a:pt x="664" y="558"/>
                    <a:pt x="718" y="445"/>
                  </a:cubicBezTo>
                  <a:cubicBezTo>
                    <a:pt x="792" y="285"/>
                    <a:pt x="722" y="96"/>
                    <a:pt x="562" y="22"/>
                  </a:cubicBezTo>
                  <a:cubicBezTo>
                    <a:pt x="522" y="8"/>
                    <a:pt x="483" y="1"/>
                    <a:pt x="44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6"/>
            <p:cNvSpPr/>
            <p:nvPr/>
          </p:nvSpPr>
          <p:spPr>
            <a:xfrm rot="-1800051">
              <a:off x="4485360" y="3732279"/>
              <a:ext cx="19975" cy="16576"/>
            </a:xfrm>
            <a:custGeom>
              <a:avLst/>
              <a:gdLst/>
              <a:ahLst/>
              <a:cxnLst/>
              <a:rect l="l" t="t" r="r" b="b"/>
              <a:pathLst>
                <a:path w="529" h="439" extrusionOk="0">
                  <a:moveTo>
                    <a:pt x="245" y="0"/>
                  </a:moveTo>
                  <a:cubicBezTo>
                    <a:pt x="174" y="0"/>
                    <a:pt x="102" y="34"/>
                    <a:pt x="54" y="112"/>
                  </a:cubicBezTo>
                  <a:cubicBezTo>
                    <a:pt x="1" y="227"/>
                    <a:pt x="50" y="362"/>
                    <a:pt x="165" y="419"/>
                  </a:cubicBezTo>
                  <a:cubicBezTo>
                    <a:pt x="195" y="432"/>
                    <a:pt x="227" y="439"/>
                    <a:pt x="258" y="439"/>
                  </a:cubicBezTo>
                  <a:cubicBezTo>
                    <a:pt x="345" y="439"/>
                    <a:pt x="429" y="390"/>
                    <a:pt x="468" y="309"/>
                  </a:cubicBezTo>
                  <a:cubicBezTo>
                    <a:pt x="529" y="13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6"/>
            <p:cNvSpPr/>
            <p:nvPr/>
          </p:nvSpPr>
          <p:spPr>
            <a:xfrm rot="-1800051">
              <a:off x="3958021" y="3768738"/>
              <a:ext cx="21560" cy="17596"/>
            </a:xfrm>
            <a:custGeom>
              <a:avLst/>
              <a:gdLst/>
              <a:ahLst/>
              <a:cxnLst/>
              <a:rect l="l" t="t" r="r" b="b"/>
              <a:pathLst>
                <a:path w="571" h="466" extrusionOk="0">
                  <a:moveTo>
                    <a:pt x="288" y="1"/>
                  </a:moveTo>
                  <a:cubicBezTo>
                    <a:pt x="262" y="1"/>
                    <a:pt x="236" y="5"/>
                    <a:pt x="210" y="15"/>
                  </a:cubicBezTo>
                  <a:cubicBezTo>
                    <a:pt x="13" y="85"/>
                    <a:pt x="0" y="360"/>
                    <a:pt x="189" y="442"/>
                  </a:cubicBezTo>
                  <a:cubicBezTo>
                    <a:pt x="222" y="458"/>
                    <a:pt x="256" y="466"/>
                    <a:pt x="290" y="466"/>
                  </a:cubicBezTo>
                  <a:cubicBezTo>
                    <a:pt x="375" y="466"/>
                    <a:pt x="455" y="417"/>
                    <a:pt x="493" y="335"/>
                  </a:cubicBezTo>
                  <a:cubicBezTo>
                    <a:pt x="571" y="176"/>
                    <a:pt x="447" y="1"/>
                    <a:pt x="28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6"/>
            <p:cNvSpPr/>
            <p:nvPr/>
          </p:nvSpPr>
          <p:spPr>
            <a:xfrm rot="-1800051">
              <a:off x="2990189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6"/>
            <p:cNvSpPr/>
            <p:nvPr/>
          </p:nvSpPr>
          <p:spPr>
            <a:xfrm rot="-1800051">
              <a:off x="4813379" y="3598553"/>
              <a:ext cx="54675" cy="46972"/>
            </a:xfrm>
            <a:custGeom>
              <a:avLst/>
              <a:gdLst/>
              <a:ahLst/>
              <a:cxnLst/>
              <a:rect l="l" t="t" r="r" b="b"/>
              <a:pathLst>
                <a:path w="1448" h="1244" extrusionOk="0">
                  <a:moveTo>
                    <a:pt x="740" y="1"/>
                  </a:moveTo>
                  <a:cubicBezTo>
                    <a:pt x="335" y="1"/>
                    <a:pt x="1" y="410"/>
                    <a:pt x="160" y="836"/>
                  </a:cubicBezTo>
                  <a:cubicBezTo>
                    <a:pt x="259" y="1106"/>
                    <a:pt x="501" y="1244"/>
                    <a:pt x="744" y="1244"/>
                  </a:cubicBezTo>
                  <a:cubicBezTo>
                    <a:pt x="970" y="1244"/>
                    <a:pt x="1196" y="1124"/>
                    <a:pt x="1308" y="881"/>
                  </a:cubicBezTo>
                  <a:cubicBezTo>
                    <a:pt x="1448" y="569"/>
                    <a:pt x="1313" y="204"/>
                    <a:pt x="1005" y="61"/>
                  </a:cubicBezTo>
                  <a:cubicBezTo>
                    <a:pt x="916" y="19"/>
                    <a:pt x="826" y="1"/>
                    <a:pt x="740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6"/>
            <p:cNvSpPr/>
            <p:nvPr/>
          </p:nvSpPr>
          <p:spPr>
            <a:xfrm rot="-1800051">
              <a:off x="3776614" y="3616997"/>
              <a:ext cx="57205" cy="46595"/>
            </a:xfrm>
            <a:custGeom>
              <a:avLst/>
              <a:gdLst/>
              <a:ahLst/>
              <a:cxnLst/>
              <a:rect l="l" t="t" r="r" b="b"/>
              <a:pathLst>
                <a:path w="1515" h="1234" extrusionOk="0">
                  <a:moveTo>
                    <a:pt x="762" y="1"/>
                  </a:moveTo>
                  <a:cubicBezTo>
                    <a:pt x="693" y="1"/>
                    <a:pt x="622" y="13"/>
                    <a:pt x="550" y="39"/>
                  </a:cubicBezTo>
                  <a:cubicBezTo>
                    <a:pt x="37" y="223"/>
                    <a:pt x="0" y="937"/>
                    <a:pt x="493" y="1175"/>
                  </a:cubicBezTo>
                  <a:cubicBezTo>
                    <a:pt x="577" y="1215"/>
                    <a:pt x="666" y="1233"/>
                    <a:pt x="754" y="1233"/>
                  </a:cubicBezTo>
                  <a:cubicBezTo>
                    <a:pt x="986" y="1233"/>
                    <a:pt x="1210" y="1102"/>
                    <a:pt x="1317" y="876"/>
                  </a:cubicBezTo>
                  <a:cubicBezTo>
                    <a:pt x="1515" y="449"/>
                    <a:pt x="1185" y="1"/>
                    <a:pt x="7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6"/>
            <p:cNvSpPr/>
            <p:nvPr/>
          </p:nvSpPr>
          <p:spPr>
            <a:xfrm rot="-1800051">
              <a:off x="4855681" y="3707595"/>
              <a:ext cx="29037" cy="24581"/>
            </a:xfrm>
            <a:custGeom>
              <a:avLst/>
              <a:gdLst/>
              <a:ahLst/>
              <a:cxnLst/>
              <a:rect l="l" t="t" r="r" b="b"/>
              <a:pathLst>
                <a:path w="769" h="651" extrusionOk="0">
                  <a:moveTo>
                    <a:pt x="362" y="1"/>
                  </a:moveTo>
                  <a:cubicBezTo>
                    <a:pt x="258" y="1"/>
                    <a:pt x="153" y="51"/>
                    <a:pt x="87" y="170"/>
                  </a:cubicBezTo>
                  <a:cubicBezTo>
                    <a:pt x="1" y="334"/>
                    <a:pt x="66" y="539"/>
                    <a:pt x="234" y="621"/>
                  </a:cubicBezTo>
                  <a:cubicBezTo>
                    <a:pt x="279" y="642"/>
                    <a:pt x="325" y="651"/>
                    <a:pt x="371" y="651"/>
                  </a:cubicBezTo>
                  <a:cubicBezTo>
                    <a:pt x="502" y="651"/>
                    <a:pt x="625" y="573"/>
                    <a:pt x="673" y="445"/>
                  </a:cubicBezTo>
                  <a:cubicBezTo>
                    <a:pt x="769" y="195"/>
                    <a:pt x="567" y="1"/>
                    <a:pt x="3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6"/>
            <p:cNvSpPr/>
            <p:nvPr/>
          </p:nvSpPr>
          <p:spPr>
            <a:xfrm rot="-1800051">
              <a:off x="4382775" y="3537946"/>
              <a:ext cx="52561" cy="45537"/>
            </a:xfrm>
            <a:custGeom>
              <a:avLst/>
              <a:gdLst/>
              <a:ahLst/>
              <a:cxnLst/>
              <a:rect l="l" t="t" r="r" b="b"/>
              <a:pathLst>
                <a:path w="1392" h="1206" extrusionOk="0">
                  <a:moveTo>
                    <a:pt x="693" y="0"/>
                  </a:moveTo>
                  <a:cubicBezTo>
                    <a:pt x="457" y="0"/>
                    <a:pt x="232" y="133"/>
                    <a:pt x="124" y="359"/>
                  </a:cubicBezTo>
                  <a:cubicBezTo>
                    <a:pt x="1" y="662"/>
                    <a:pt x="140" y="1011"/>
                    <a:pt x="436" y="1147"/>
                  </a:cubicBezTo>
                  <a:cubicBezTo>
                    <a:pt x="522" y="1187"/>
                    <a:pt x="612" y="1206"/>
                    <a:pt x="701" y="1206"/>
                  </a:cubicBezTo>
                  <a:cubicBezTo>
                    <a:pt x="922" y="1206"/>
                    <a:pt x="1133" y="1088"/>
                    <a:pt x="1244" y="880"/>
                  </a:cubicBezTo>
                  <a:cubicBezTo>
                    <a:pt x="1392" y="568"/>
                    <a:pt x="1257" y="199"/>
                    <a:pt x="949" y="55"/>
                  </a:cubicBezTo>
                  <a:cubicBezTo>
                    <a:pt x="866" y="18"/>
                    <a:pt x="778" y="0"/>
                    <a:pt x="693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6"/>
            <p:cNvSpPr/>
            <p:nvPr/>
          </p:nvSpPr>
          <p:spPr>
            <a:xfrm rot="-1800051">
              <a:off x="3699416" y="3723233"/>
              <a:ext cx="29905" cy="24468"/>
            </a:xfrm>
            <a:custGeom>
              <a:avLst/>
              <a:gdLst/>
              <a:ahLst/>
              <a:cxnLst/>
              <a:rect l="l" t="t" r="r" b="b"/>
              <a:pathLst>
                <a:path w="792" h="648" extrusionOk="0">
                  <a:moveTo>
                    <a:pt x="397" y="1"/>
                  </a:moveTo>
                  <a:cubicBezTo>
                    <a:pt x="360" y="1"/>
                    <a:pt x="322" y="7"/>
                    <a:pt x="283" y="21"/>
                  </a:cubicBezTo>
                  <a:cubicBezTo>
                    <a:pt x="12" y="120"/>
                    <a:pt x="0" y="497"/>
                    <a:pt x="259" y="616"/>
                  </a:cubicBezTo>
                  <a:cubicBezTo>
                    <a:pt x="303" y="638"/>
                    <a:pt x="350" y="648"/>
                    <a:pt x="396" y="648"/>
                  </a:cubicBezTo>
                  <a:cubicBezTo>
                    <a:pt x="519" y="648"/>
                    <a:pt x="636" y="577"/>
                    <a:pt x="689" y="460"/>
                  </a:cubicBezTo>
                  <a:cubicBezTo>
                    <a:pt x="791" y="235"/>
                    <a:pt x="619" y="1"/>
                    <a:pt x="397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6"/>
            <p:cNvSpPr/>
            <p:nvPr/>
          </p:nvSpPr>
          <p:spPr>
            <a:xfrm rot="-1800051">
              <a:off x="3260140" y="3671573"/>
              <a:ext cx="54260" cy="46595"/>
            </a:xfrm>
            <a:custGeom>
              <a:avLst/>
              <a:gdLst/>
              <a:ahLst/>
              <a:cxnLst/>
              <a:rect l="l" t="t" r="r" b="b"/>
              <a:pathLst>
                <a:path w="1437" h="1234" extrusionOk="0">
                  <a:moveTo>
                    <a:pt x="732" y="0"/>
                  </a:moveTo>
                  <a:cubicBezTo>
                    <a:pt x="333" y="0"/>
                    <a:pt x="0" y="404"/>
                    <a:pt x="156" y="826"/>
                  </a:cubicBezTo>
                  <a:cubicBezTo>
                    <a:pt x="252" y="1096"/>
                    <a:pt x="492" y="1234"/>
                    <a:pt x="733" y="1234"/>
                  </a:cubicBezTo>
                  <a:cubicBezTo>
                    <a:pt x="955" y="1234"/>
                    <a:pt x="1177" y="1118"/>
                    <a:pt x="1289" y="880"/>
                  </a:cubicBezTo>
                  <a:cubicBezTo>
                    <a:pt x="1436" y="572"/>
                    <a:pt x="1301" y="203"/>
                    <a:pt x="993" y="59"/>
                  </a:cubicBezTo>
                  <a:cubicBezTo>
                    <a:pt x="906" y="19"/>
                    <a:pt x="818" y="0"/>
                    <a:pt x="732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6"/>
            <p:cNvSpPr/>
            <p:nvPr/>
          </p:nvSpPr>
          <p:spPr>
            <a:xfrm rot="-1800051">
              <a:off x="4152133" y="3662926"/>
              <a:ext cx="29905" cy="24279"/>
            </a:xfrm>
            <a:custGeom>
              <a:avLst/>
              <a:gdLst/>
              <a:ahLst/>
              <a:cxnLst/>
              <a:rect l="l" t="t" r="r" b="b"/>
              <a:pathLst>
                <a:path w="792" h="643" extrusionOk="0">
                  <a:moveTo>
                    <a:pt x="397" y="0"/>
                  </a:moveTo>
                  <a:cubicBezTo>
                    <a:pt x="360" y="0"/>
                    <a:pt x="322" y="7"/>
                    <a:pt x="283" y="21"/>
                  </a:cubicBezTo>
                  <a:cubicBezTo>
                    <a:pt x="13" y="119"/>
                    <a:pt x="0" y="493"/>
                    <a:pt x="259" y="616"/>
                  </a:cubicBezTo>
                  <a:cubicBezTo>
                    <a:pt x="302" y="634"/>
                    <a:pt x="347" y="643"/>
                    <a:pt x="390" y="643"/>
                  </a:cubicBezTo>
                  <a:cubicBezTo>
                    <a:pt x="514" y="643"/>
                    <a:pt x="632" y="574"/>
                    <a:pt x="690" y="456"/>
                  </a:cubicBezTo>
                  <a:cubicBezTo>
                    <a:pt x="792" y="234"/>
                    <a:pt x="619" y="0"/>
                    <a:pt x="39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6"/>
            <p:cNvSpPr/>
            <p:nvPr/>
          </p:nvSpPr>
          <p:spPr>
            <a:xfrm rot="-1800051">
              <a:off x="4038869" y="3526330"/>
              <a:ext cx="28546" cy="24506"/>
            </a:xfrm>
            <a:custGeom>
              <a:avLst/>
              <a:gdLst/>
              <a:ahLst/>
              <a:cxnLst/>
              <a:rect l="l" t="t" r="r" b="b"/>
              <a:pathLst>
                <a:path w="756" h="649" extrusionOk="0">
                  <a:moveTo>
                    <a:pt x="385" y="0"/>
                  </a:moveTo>
                  <a:cubicBezTo>
                    <a:pt x="175" y="0"/>
                    <a:pt x="1" y="216"/>
                    <a:pt x="83" y="436"/>
                  </a:cubicBezTo>
                  <a:cubicBezTo>
                    <a:pt x="134" y="577"/>
                    <a:pt x="259" y="649"/>
                    <a:pt x="385" y="649"/>
                  </a:cubicBezTo>
                  <a:cubicBezTo>
                    <a:pt x="501" y="649"/>
                    <a:pt x="618" y="587"/>
                    <a:pt x="677" y="461"/>
                  </a:cubicBezTo>
                  <a:cubicBezTo>
                    <a:pt x="755" y="301"/>
                    <a:pt x="682" y="104"/>
                    <a:pt x="517" y="30"/>
                  </a:cubicBezTo>
                  <a:cubicBezTo>
                    <a:pt x="473" y="10"/>
                    <a:pt x="428" y="0"/>
                    <a:pt x="38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6"/>
            <p:cNvSpPr/>
            <p:nvPr/>
          </p:nvSpPr>
          <p:spPr>
            <a:xfrm rot="-1800051">
              <a:off x="3394612" y="3537266"/>
              <a:ext cx="54675" cy="46934"/>
            </a:xfrm>
            <a:custGeom>
              <a:avLst/>
              <a:gdLst/>
              <a:ahLst/>
              <a:cxnLst/>
              <a:rect l="l" t="t" r="r" b="b"/>
              <a:pathLst>
                <a:path w="1448" h="1243" extrusionOk="0">
                  <a:moveTo>
                    <a:pt x="736" y="1"/>
                  </a:moveTo>
                  <a:cubicBezTo>
                    <a:pt x="334" y="1"/>
                    <a:pt x="0" y="408"/>
                    <a:pt x="159" y="836"/>
                  </a:cubicBezTo>
                  <a:cubicBezTo>
                    <a:pt x="257" y="1106"/>
                    <a:pt x="498" y="1243"/>
                    <a:pt x="740" y="1243"/>
                  </a:cubicBezTo>
                  <a:cubicBezTo>
                    <a:pt x="966" y="1243"/>
                    <a:pt x="1193" y="1123"/>
                    <a:pt x="1304" y="882"/>
                  </a:cubicBezTo>
                  <a:cubicBezTo>
                    <a:pt x="1447" y="570"/>
                    <a:pt x="1312" y="205"/>
                    <a:pt x="1000" y="61"/>
                  </a:cubicBezTo>
                  <a:cubicBezTo>
                    <a:pt x="912" y="20"/>
                    <a:pt x="822" y="1"/>
                    <a:pt x="73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6"/>
            <p:cNvSpPr/>
            <p:nvPr/>
          </p:nvSpPr>
          <p:spPr>
            <a:xfrm rot="-1800051">
              <a:off x="3108221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6"/>
            <p:cNvSpPr/>
            <p:nvPr/>
          </p:nvSpPr>
          <p:spPr>
            <a:xfrm rot="-1800051">
              <a:off x="4735226" y="3546991"/>
              <a:ext cx="21183" cy="16425"/>
            </a:xfrm>
            <a:custGeom>
              <a:avLst/>
              <a:gdLst/>
              <a:ahLst/>
              <a:cxnLst/>
              <a:rect l="l" t="t" r="r" b="b"/>
              <a:pathLst>
                <a:path w="561" h="435" extrusionOk="0">
                  <a:moveTo>
                    <a:pt x="312" y="1"/>
                  </a:moveTo>
                  <a:cubicBezTo>
                    <a:pt x="109" y="1"/>
                    <a:pt x="0" y="308"/>
                    <a:pt x="228" y="414"/>
                  </a:cubicBezTo>
                  <a:cubicBezTo>
                    <a:pt x="257" y="428"/>
                    <a:pt x="288" y="434"/>
                    <a:pt x="318" y="434"/>
                  </a:cubicBezTo>
                  <a:cubicBezTo>
                    <a:pt x="399" y="434"/>
                    <a:pt x="476" y="389"/>
                    <a:pt x="515" y="312"/>
                  </a:cubicBezTo>
                  <a:cubicBezTo>
                    <a:pt x="560" y="205"/>
                    <a:pt x="515" y="78"/>
                    <a:pt x="413" y="25"/>
                  </a:cubicBezTo>
                  <a:cubicBezTo>
                    <a:pt x="378" y="8"/>
                    <a:pt x="344" y="1"/>
                    <a:pt x="31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6"/>
            <p:cNvSpPr/>
            <p:nvPr/>
          </p:nvSpPr>
          <p:spPr>
            <a:xfrm rot="-1800051">
              <a:off x="5003930" y="3547139"/>
              <a:ext cx="20314" cy="16123"/>
            </a:xfrm>
            <a:custGeom>
              <a:avLst/>
              <a:gdLst/>
              <a:ahLst/>
              <a:cxnLst/>
              <a:rect l="l" t="t" r="r" b="b"/>
              <a:pathLst>
                <a:path w="538" h="427" extrusionOk="0">
                  <a:moveTo>
                    <a:pt x="308" y="1"/>
                  </a:moveTo>
                  <a:cubicBezTo>
                    <a:pt x="105" y="1"/>
                    <a:pt x="1" y="287"/>
                    <a:pt x="205" y="404"/>
                  </a:cubicBezTo>
                  <a:cubicBezTo>
                    <a:pt x="236" y="419"/>
                    <a:pt x="268" y="427"/>
                    <a:pt x="299" y="427"/>
                  </a:cubicBezTo>
                  <a:cubicBezTo>
                    <a:pt x="378" y="427"/>
                    <a:pt x="454" y="381"/>
                    <a:pt x="493" y="302"/>
                  </a:cubicBezTo>
                  <a:cubicBezTo>
                    <a:pt x="538" y="195"/>
                    <a:pt x="493" y="68"/>
                    <a:pt x="386" y="15"/>
                  </a:cubicBezTo>
                  <a:cubicBezTo>
                    <a:pt x="359" y="5"/>
                    <a:pt x="332" y="1"/>
                    <a:pt x="30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6"/>
            <p:cNvSpPr/>
            <p:nvPr/>
          </p:nvSpPr>
          <p:spPr>
            <a:xfrm rot="-1800051">
              <a:off x="4918085" y="3590592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6"/>
            <p:cNvSpPr/>
            <p:nvPr/>
          </p:nvSpPr>
          <p:spPr>
            <a:xfrm rot="-1800051">
              <a:off x="3681018" y="3557785"/>
              <a:ext cx="13216" cy="11705"/>
            </a:xfrm>
            <a:custGeom>
              <a:avLst/>
              <a:gdLst/>
              <a:ahLst/>
              <a:cxnLst/>
              <a:rect l="l" t="t" r="r" b="b"/>
              <a:pathLst>
                <a:path w="350" h="310" extrusionOk="0">
                  <a:moveTo>
                    <a:pt x="174" y="1"/>
                  </a:moveTo>
                  <a:cubicBezTo>
                    <a:pt x="116" y="1"/>
                    <a:pt x="61" y="35"/>
                    <a:pt x="37" y="89"/>
                  </a:cubicBezTo>
                  <a:cubicBezTo>
                    <a:pt x="0" y="167"/>
                    <a:pt x="33" y="262"/>
                    <a:pt x="111" y="294"/>
                  </a:cubicBezTo>
                  <a:cubicBezTo>
                    <a:pt x="132" y="305"/>
                    <a:pt x="154" y="310"/>
                    <a:pt x="176" y="310"/>
                  </a:cubicBezTo>
                  <a:cubicBezTo>
                    <a:pt x="233" y="310"/>
                    <a:pt x="290" y="277"/>
                    <a:pt x="316" y="221"/>
                  </a:cubicBezTo>
                  <a:cubicBezTo>
                    <a:pt x="349" y="143"/>
                    <a:pt x="316" y="48"/>
                    <a:pt x="238" y="15"/>
                  </a:cubicBezTo>
                  <a:cubicBezTo>
                    <a:pt x="218" y="6"/>
                    <a:pt x="196" y="1"/>
                    <a:pt x="174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6"/>
            <p:cNvSpPr/>
            <p:nvPr/>
          </p:nvSpPr>
          <p:spPr>
            <a:xfrm rot="-1800051">
              <a:off x="3067887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6"/>
            <p:cNvSpPr/>
            <p:nvPr/>
          </p:nvSpPr>
          <p:spPr>
            <a:xfrm rot="-1800051">
              <a:off x="5155694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6"/>
            <p:cNvSpPr/>
            <p:nvPr/>
          </p:nvSpPr>
          <p:spPr>
            <a:xfrm rot="-1800051">
              <a:off x="5341414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6"/>
            <p:cNvSpPr/>
            <p:nvPr/>
          </p:nvSpPr>
          <p:spPr>
            <a:xfrm rot="-1800051">
              <a:off x="545944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6"/>
            <p:cNvSpPr/>
            <p:nvPr/>
          </p:nvSpPr>
          <p:spPr>
            <a:xfrm rot="-1800051">
              <a:off x="541911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6"/>
            <p:cNvSpPr/>
            <p:nvPr/>
          </p:nvSpPr>
          <p:spPr>
            <a:xfrm rot="-1800051">
              <a:off x="5111835" y="3703292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6"/>
            <p:cNvSpPr/>
            <p:nvPr/>
          </p:nvSpPr>
          <p:spPr>
            <a:xfrm rot="-1800051">
              <a:off x="5633344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6"/>
            <p:cNvSpPr/>
            <p:nvPr/>
          </p:nvSpPr>
          <p:spPr>
            <a:xfrm rot="-1800051">
              <a:off x="5819064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6"/>
            <p:cNvSpPr/>
            <p:nvPr/>
          </p:nvSpPr>
          <p:spPr>
            <a:xfrm rot="-1800051">
              <a:off x="593709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6"/>
            <p:cNvSpPr/>
            <p:nvPr/>
          </p:nvSpPr>
          <p:spPr>
            <a:xfrm rot="-1800051">
              <a:off x="589676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7" name="Google Shape;1637;p26"/>
          <p:cNvGrpSpPr/>
          <p:nvPr/>
        </p:nvGrpSpPr>
        <p:grpSpPr>
          <a:xfrm rot="10800000">
            <a:off x="2943797" y="3944932"/>
            <a:ext cx="3173418" cy="269710"/>
            <a:chOff x="2797722" y="3520835"/>
            <a:chExt cx="3173418" cy="269710"/>
          </a:xfrm>
        </p:grpSpPr>
        <p:sp>
          <p:nvSpPr>
            <p:cNvPr id="1638" name="Google Shape;1638;p26"/>
            <p:cNvSpPr/>
            <p:nvPr/>
          </p:nvSpPr>
          <p:spPr>
            <a:xfrm rot="-1800051">
              <a:off x="4545440" y="3535261"/>
              <a:ext cx="23109" cy="20390"/>
            </a:xfrm>
            <a:custGeom>
              <a:avLst/>
              <a:gdLst/>
              <a:ahLst/>
              <a:cxnLst/>
              <a:rect l="l" t="t" r="r" b="b"/>
              <a:pathLst>
                <a:path w="612" h="540" extrusionOk="0">
                  <a:moveTo>
                    <a:pt x="306" y="1"/>
                  </a:moveTo>
                  <a:cubicBezTo>
                    <a:pt x="204" y="1"/>
                    <a:pt x="107" y="59"/>
                    <a:pt x="62" y="161"/>
                  </a:cubicBezTo>
                  <a:cubicBezTo>
                    <a:pt x="0" y="292"/>
                    <a:pt x="58" y="452"/>
                    <a:pt x="193" y="513"/>
                  </a:cubicBezTo>
                  <a:cubicBezTo>
                    <a:pt x="229" y="532"/>
                    <a:pt x="268" y="540"/>
                    <a:pt x="305" y="540"/>
                  </a:cubicBezTo>
                  <a:cubicBezTo>
                    <a:pt x="405" y="540"/>
                    <a:pt x="503" y="481"/>
                    <a:pt x="550" y="386"/>
                  </a:cubicBezTo>
                  <a:cubicBezTo>
                    <a:pt x="612" y="251"/>
                    <a:pt x="554" y="87"/>
                    <a:pt x="419" y="25"/>
                  </a:cubicBezTo>
                  <a:cubicBezTo>
                    <a:pt x="382" y="9"/>
                    <a:pt x="344" y="1"/>
                    <a:pt x="30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6"/>
            <p:cNvSpPr/>
            <p:nvPr/>
          </p:nvSpPr>
          <p:spPr>
            <a:xfrm rot="-1800051">
              <a:off x="4293203" y="3717448"/>
              <a:ext cx="24808" cy="20163"/>
            </a:xfrm>
            <a:custGeom>
              <a:avLst/>
              <a:gdLst/>
              <a:ahLst/>
              <a:cxnLst/>
              <a:rect l="l" t="t" r="r" b="b"/>
              <a:pathLst>
                <a:path w="657" h="534" extrusionOk="0">
                  <a:moveTo>
                    <a:pt x="329" y="1"/>
                  </a:moveTo>
                  <a:cubicBezTo>
                    <a:pt x="300" y="1"/>
                    <a:pt x="270" y="6"/>
                    <a:pt x="239" y="16"/>
                  </a:cubicBezTo>
                  <a:cubicBezTo>
                    <a:pt x="17" y="98"/>
                    <a:pt x="1" y="406"/>
                    <a:pt x="214" y="509"/>
                  </a:cubicBezTo>
                  <a:cubicBezTo>
                    <a:pt x="250" y="526"/>
                    <a:pt x="288" y="533"/>
                    <a:pt x="326" y="533"/>
                  </a:cubicBezTo>
                  <a:cubicBezTo>
                    <a:pt x="426" y="533"/>
                    <a:pt x="524" y="477"/>
                    <a:pt x="571" y="382"/>
                  </a:cubicBezTo>
                  <a:cubicBezTo>
                    <a:pt x="656" y="194"/>
                    <a:pt x="512" y="1"/>
                    <a:pt x="329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6"/>
            <p:cNvSpPr/>
            <p:nvPr/>
          </p:nvSpPr>
          <p:spPr>
            <a:xfrm rot="-1800051">
              <a:off x="2804469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6"/>
            <p:cNvSpPr/>
            <p:nvPr/>
          </p:nvSpPr>
          <p:spPr>
            <a:xfrm rot="-1800051">
              <a:off x="3521812" y="3746254"/>
              <a:ext cx="23486" cy="20201"/>
            </a:xfrm>
            <a:custGeom>
              <a:avLst/>
              <a:gdLst/>
              <a:ahLst/>
              <a:cxnLst/>
              <a:rect l="l" t="t" r="r" b="b"/>
              <a:pathLst>
                <a:path w="622" h="535" extrusionOk="0">
                  <a:moveTo>
                    <a:pt x="318" y="1"/>
                  </a:moveTo>
                  <a:cubicBezTo>
                    <a:pt x="143" y="1"/>
                    <a:pt x="0" y="178"/>
                    <a:pt x="68" y="362"/>
                  </a:cubicBezTo>
                  <a:cubicBezTo>
                    <a:pt x="113" y="476"/>
                    <a:pt x="216" y="535"/>
                    <a:pt x="319" y="535"/>
                  </a:cubicBezTo>
                  <a:cubicBezTo>
                    <a:pt x="416" y="535"/>
                    <a:pt x="513" y="483"/>
                    <a:pt x="560" y="378"/>
                  </a:cubicBezTo>
                  <a:cubicBezTo>
                    <a:pt x="622" y="243"/>
                    <a:pt x="565" y="87"/>
                    <a:pt x="429" y="25"/>
                  </a:cubicBezTo>
                  <a:cubicBezTo>
                    <a:pt x="392" y="8"/>
                    <a:pt x="354" y="1"/>
                    <a:pt x="31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6"/>
            <p:cNvSpPr/>
            <p:nvPr/>
          </p:nvSpPr>
          <p:spPr>
            <a:xfrm rot="-1800051">
              <a:off x="4652849" y="3702723"/>
              <a:ext cx="29943" cy="23675"/>
            </a:xfrm>
            <a:custGeom>
              <a:avLst/>
              <a:gdLst/>
              <a:ahLst/>
              <a:cxnLst/>
              <a:rect l="l" t="t" r="r" b="b"/>
              <a:pathLst>
                <a:path w="793" h="627" extrusionOk="0">
                  <a:moveTo>
                    <a:pt x="446" y="1"/>
                  </a:moveTo>
                  <a:cubicBezTo>
                    <a:pt x="152" y="1"/>
                    <a:pt x="0" y="425"/>
                    <a:pt x="296" y="597"/>
                  </a:cubicBezTo>
                  <a:cubicBezTo>
                    <a:pt x="339" y="617"/>
                    <a:pt x="385" y="626"/>
                    <a:pt x="430" y="626"/>
                  </a:cubicBezTo>
                  <a:cubicBezTo>
                    <a:pt x="550" y="626"/>
                    <a:pt x="664" y="558"/>
                    <a:pt x="718" y="445"/>
                  </a:cubicBezTo>
                  <a:cubicBezTo>
                    <a:pt x="792" y="285"/>
                    <a:pt x="722" y="96"/>
                    <a:pt x="562" y="22"/>
                  </a:cubicBezTo>
                  <a:cubicBezTo>
                    <a:pt x="522" y="8"/>
                    <a:pt x="483" y="1"/>
                    <a:pt x="44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6"/>
            <p:cNvSpPr/>
            <p:nvPr/>
          </p:nvSpPr>
          <p:spPr>
            <a:xfrm rot="-1800051">
              <a:off x="4485360" y="3732279"/>
              <a:ext cx="19975" cy="16576"/>
            </a:xfrm>
            <a:custGeom>
              <a:avLst/>
              <a:gdLst/>
              <a:ahLst/>
              <a:cxnLst/>
              <a:rect l="l" t="t" r="r" b="b"/>
              <a:pathLst>
                <a:path w="529" h="439" extrusionOk="0">
                  <a:moveTo>
                    <a:pt x="245" y="0"/>
                  </a:moveTo>
                  <a:cubicBezTo>
                    <a:pt x="174" y="0"/>
                    <a:pt x="102" y="34"/>
                    <a:pt x="54" y="112"/>
                  </a:cubicBezTo>
                  <a:cubicBezTo>
                    <a:pt x="1" y="227"/>
                    <a:pt x="50" y="362"/>
                    <a:pt x="165" y="419"/>
                  </a:cubicBezTo>
                  <a:cubicBezTo>
                    <a:pt x="195" y="432"/>
                    <a:pt x="227" y="439"/>
                    <a:pt x="258" y="439"/>
                  </a:cubicBezTo>
                  <a:cubicBezTo>
                    <a:pt x="345" y="439"/>
                    <a:pt x="429" y="390"/>
                    <a:pt x="468" y="309"/>
                  </a:cubicBezTo>
                  <a:cubicBezTo>
                    <a:pt x="529" y="13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6"/>
            <p:cNvSpPr/>
            <p:nvPr/>
          </p:nvSpPr>
          <p:spPr>
            <a:xfrm rot="-1800051">
              <a:off x="3958021" y="3768738"/>
              <a:ext cx="21560" cy="17596"/>
            </a:xfrm>
            <a:custGeom>
              <a:avLst/>
              <a:gdLst/>
              <a:ahLst/>
              <a:cxnLst/>
              <a:rect l="l" t="t" r="r" b="b"/>
              <a:pathLst>
                <a:path w="571" h="466" extrusionOk="0">
                  <a:moveTo>
                    <a:pt x="288" y="1"/>
                  </a:moveTo>
                  <a:cubicBezTo>
                    <a:pt x="262" y="1"/>
                    <a:pt x="236" y="5"/>
                    <a:pt x="210" y="15"/>
                  </a:cubicBezTo>
                  <a:cubicBezTo>
                    <a:pt x="13" y="85"/>
                    <a:pt x="0" y="360"/>
                    <a:pt x="189" y="442"/>
                  </a:cubicBezTo>
                  <a:cubicBezTo>
                    <a:pt x="222" y="458"/>
                    <a:pt x="256" y="466"/>
                    <a:pt x="290" y="466"/>
                  </a:cubicBezTo>
                  <a:cubicBezTo>
                    <a:pt x="375" y="466"/>
                    <a:pt x="455" y="417"/>
                    <a:pt x="493" y="335"/>
                  </a:cubicBezTo>
                  <a:cubicBezTo>
                    <a:pt x="571" y="176"/>
                    <a:pt x="447" y="1"/>
                    <a:pt x="28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6"/>
            <p:cNvSpPr/>
            <p:nvPr/>
          </p:nvSpPr>
          <p:spPr>
            <a:xfrm rot="-1800051">
              <a:off x="2990189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6"/>
            <p:cNvSpPr/>
            <p:nvPr/>
          </p:nvSpPr>
          <p:spPr>
            <a:xfrm rot="-1800051">
              <a:off x="4813379" y="3598553"/>
              <a:ext cx="54675" cy="46972"/>
            </a:xfrm>
            <a:custGeom>
              <a:avLst/>
              <a:gdLst/>
              <a:ahLst/>
              <a:cxnLst/>
              <a:rect l="l" t="t" r="r" b="b"/>
              <a:pathLst>
                <a:path w="1448" h="1244" extrusionOk="0">
                  <a:moveTo>
                    <a:pt x="740" y="1"/>
                  </a:moveTo>
                  <a:cubicBezTo>
                    <a:pt x="335" y="1"/>
                    <a:pt x="1" y="410"/>
                    <a:pt x="160" y="836"/>
                  </a:cubicBezTo>
                  <a:cubicBezTo>
                    <a:pt x="259" y="1106"/>
                    <a:pt x="501" y="1244"/>
                    <a:pt x="744" y="1244"/>
                  </a:cubicBezTo>
                  <a:cubicBezTo>
                    <a:pt x="970" y="1244"/>
                    <a:pt x="1196" y="1124"/>
                    <a:pt x="1308" y="881"/>
                  </a:cubicBezTo>
                  <a:cubicBezTo>
                    <a:pt x="1448" y="569"/>
                    <a:pt x="1313" y="204"/>
                    <a:pt x="1005" y="61"/>
                  </a:cubicBezTo>
                  <a:cubicBezTo>
                    <a:pt x="916" y="19"/>
                    <a:pt x="826" y="1"/>
                    <a:pt x="740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6"/>
            <p:cNvSpPr/>
            <p:nvPr/>
          </p:nvSpPr>
          <p:spPr>
            <a:xfrm rot="-1800051">
              <a:off x="3776614" y="3616997"/>
              <a:ext cx="57205" cy="46595"/>
            </a:xfrm>
            <a:custGeom>
              <a:avLst/>
              <a:gdLst/>
              <a:ahLst/>
              <a:cxnLst/>
              <a:rect l="l" t="t" r="r" b="b"/>
              <a:pathLst>
                <a:path w="1515" h="1234" extrusionOk="0">
                  <a:moveTo>
                    <a:pt x="762" y="1"/>
                  </a:moveTo>
                  <a:cubicBezTo>
                    <a:pt x="693" y="1"/>
                    <a:pt x="622" y="13"/>
                    <a:pt x="550" y="39"/>
                  </a:cubicBezTo>
                  <a:cubicBezTo>
                    <a:pt x="37" y="223"/>
                    <a:pt x="0" y="937"/>
                    <a:pt x="493" y="1175"/>
                  </a:cubicBezTo>
                  <a:cubicBezTo>
                    <a:pt x="577" y="1215"/>
                    <a:pt x="666" y="1233"/>
                    <a:pt x="754" y="1233"/>
                  </a:cubicBezTo>
                  <a:cubicBezTo>
                    <a:pt x="986" y="1233"/>
                    <a:pt x="1210" y="1102"/>
                    <a:pt x="1317" y="876"/>
                  </a:cubicBezTo>
                  <a:cubicBezTo>
                    <a:pt x="1515" y="449"/>
                    <a:pt x="1185" y="1"/>
                    <a:pt x="7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6"/>
            <p:cNvSpPr/>
            <p:nvPr/>
          </p:nvSpPr>
          <p:spPr>
            <a:xfrm rot="-1800051">
              <a:off x="4855681" y="3707595"/>
              <a:ext cx="29037" cy="24581"/>
            </a:xfrm>
            <a:custGeom>
              <a:avLst/>
              <a:gdLst/>
              <a:ahLst/>
              <a:cxnLst/>
              <a:rect l="l" t="t" r="r" b="b"/>
              <a:pathLst>
                <a:path w="769" h="651" extrusionOk="0">
                  <a:moveTo>
                    <a:pt x="362" y="1"/>
                  </a:moveTo>
                  <a:cubicBezTo>
                    <a:pt x="258" y="1"/>
                    <a:pt x="153" y="51"/>
                    <a:pt x="87" y="170"/>
                  </a:cubicBezTo>
                  <a:cubicBezTo>
                    <a:pt x="1" y="334"/>
                    <a:pt x="66" y="539"/>
                    <a:pt x="234" y="621"/>
                  </a:cubicBezTo>
                  <a:cubicBezTo>
                    <a:pt x="279" y="642"/>
                    <a:pt x="325" y="651"/>
                    <a:pt x="371" y="651"/>
                  </a:cubicBezTo>
                  <a:cubicBezTo>
                    <a:pt x="502" y="651"/>
                    <a:pt x="625" y="573"/>
                    <a:pt x="673" y="445"/>
                  </a:cubicBezTo>
                  <a:cubicBezTo>
                    <a:pt x="769" y="195"/>
                    <a:pt x="567" y="1"/>
                    <a:pt x="3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6"/>
            <p:cNvSpPr/>
            <p:nvPr/>
          </p:nvSpPr>
          <p:spPr>
            <a:xfrm rot="-1800051">
              <a:off x="4382775" y="3537946"/>
              <a:ext cx="52561" cy="45537"/>
            </a:xfrm>
            <a:custGeom>
              <a:avLst/>
              <a:gdLst/>
              <a:ahLst/>
              <a:cxnLst/>
              <a:rect l="l" t="t" r="r" b="b"/>
              <a:pathLst>
                <a:path w="1392" h="1206" extrusionOk="0">
                  <a:moveTo>
                    <a:pt x="693" y="0"/>
                  </a:moveTo>
                  <a:cubicBezTo>
                    <a:pt x="457" y="0"/>
                    <a:pt x="232" y="133"/>
                    <a:pt x="124" y="359"/>
                  </a:cubicBezTo>
                  <a:cubicBezTo>
                    <a:pt x="1" y="662"/>
                    <a:pt x="140" y="1011"/>
                    <a:pt x="436" y="1147"/>
                  </a:cubicBezTo>
                  <a:cubicBezTo>
                    <a:pt x="522" y="1187"/>
                    <a:pt x="612" y="1206"/>
                    <a:pt x="701" y="1206"/>
                  </a:cubicBezTo>
                  <a:cubicBezTo>
                    <a:pt x="922" y="1206"/>
                    <a:pt x="1133" y="1088"/>
                    <a:pt x="1244" y="880"/>
                  </a:cubicBezTo>
                  <a:cubicBezTo>
                    <a:pt x="1392" y="568"/>
                    <a:pt x="1257" y="199"/>
                    <a:pt x="949" y="55"/>
                  </a:cubicBezTo>
                  <a:cubicBezTo>
                    <a:pt x="866" y="18"/>
                    <a:pt x="778" y="0"/>
                    <a:pt x="693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6"/>
            <p:cNvSpPr/>
            <p:nvPr/>
          </p:nvSpPr>
          <p:spPr>
            <a:xfrm rot="-1800051">
              <a:off x="3699416" y="3723233"/>
              <a:ext cx="29905" cy="24468"/>
            </a:xfrm>
            <a:custGeom>
              <a:avLst/>
              <a:gdLst/>
              <a:ahLst/>
              <a:cxnLst/>
              <a:rect l="l" t="t" r="r" b="b"/>
              <a:pathLst>
                <a:path w="792" h="648" extrusionOk="0">
                  <a:moveTo>
                    <a:pt x="397" y="1"/>
                  </a:moveTo>
                  <a:cubicBezTo>
                    <a:pt x="360" y="1"/>
                    <a:pt x="322" y="7"/>
                    <a:pt x="283" y="21"/>
                  </a:cubicBezTo>
                  <a:cubicBezTo>
                    <a:pt x="12" y="120"/>
                    <a:pt x="0" y="497"/>
                    <a:pt x="259" y="616"/>
                  </a:cubicBezTo>
                  <a:cubicBezTo>
                    <a:pt x="303" y="638"/>
                    <a:pt x="350" y="648"/>
                    <a:pt x="396" y="648"/>
                  </a:cubicBezTo>
                  <a:cubicBezTo>
                    <a:pt x="519" y="648"/>
                    <a:pt x="636" y="577"/>
                    <a:pt x="689" y="460"/>
                  </a:cubicBezTo>
                  <a:cubicBezTo>
                    <a:pt x="791" y="235"/>
                    <a:pt x="619" y="1"/>
                    <a:pt x="397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6"/>
            <p:cNvSpPr/>
            <p:nvPr/>
          </p:nvSpPr>
          <p:spPr>
            <a:xfrm rot="-1800051">
              <a:off x="3260140" y="3671573"/>
              <a:ext cx="54260" cy="46595"/>
            </a:xfrm>
            <a:custGeom>
              <a:avLst/>
              <a:gdLst/>
              <a:ahLst/>
              <a:cxnLst/>
              <a:rect l="l" t="t" r="r" b="b"/>
              <a:pathLst>
                <a:path w="1437" h="1234" extrusionOk="0">
                  <a:moveTo>
                    <a:pt x="732" y="0"/>
                  </a:moveTo>
                  <a:cubicBezTo>
                    <a:pt x="333" y="0"/>
                    <a:pt x="0" y="404"/>
                    <a:pt x="156" y="826"/>
                  </a:cubicBezTo>
                  <a:cubicBezTo>
                    <a:pt x="252" y="1096"/>
                    <a:pt x="492" y="1234"/>
                    <a:pt x="733" y="1234"/>
                  </a:cubicBezTo>
                  <a:cubicBezTo>
                    <a:pt x="955" y="1234"/>
                    <a:pt x="1177" y="1118"/>
                    <a:pt x="1289" y="880"/>
                  </a:cubicBezTo>
                  <a:cubicBezTo>
                    <a:pt x="1436" y="572"/>
                    <a:pt x="1301" y="203"/>
                    <a:pt x="993" y="59"/>
                  </a:cubicBezTo>
                  <a:cubicBezTo>
                    <a:pt x="906" y="19"/>
                    <a:pt x="818" y="0"/>
                    <a:pt x="732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6"/>
            <p:cNvSpPr/>
            <p:nvPr/>
          </p:nvSpPr>
          <p:spPr>
            <a:xfrm rot="-1800051">
              <a:off x="4152133" y="3662926"/>
              <a:ext cx="29905" cy="24279"/>
            </a:xfrm>
            <a:custGeom>
              <a:avLst/>
              <a:gdLst/>
              <a:ahLst/>
              <a:cxnLst/>
              <a:rect l="l" t="t" r="r" b="b"/>
              <a:pathLst>
                <a:path w="792" h="643" extrusionOk="0">
                  <a:moveTo>
                    <a:pt x="397" y="0"/>
                  </a:moveTo>
                  <a:cubicBezTo>
                    <a:pt x="360" y="0"/>
                    <a:pt x="322" y="7"/>
                    <a:pt x="283" y="21"/>
                  </a:cubicBezTo>
                  <a:cubicBezTo>
                    <a:pt x="13" y="119"/>
                    <a:pt x="0" y="493"/>
                    <a:pt x="259" y="616"/>
                  </a:cubicBezTo>
                  <a:cubicBezTo>
                    <a:pt x="302" y="634"/>
                    <a:pt x="347" y="643"/>
                    <a:pt x="390" y="643"/>
                  </a:cubicBezTo>
                  <a:cubicBezTo>
                    <a:pt x="514" y="643"/>
                    <a:pt x="632" y="574"/>
                    <a:pt x="690" y="456"/>
                  </a:cubicBezTo>
                  <a:cubicBezTo>
                    <a:pt x="792" y="234"/>
                    <a:pt x="619" y="0"/>
                    <a:pt x="39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6"/>
            <p:cNvSpPr/>
            <p:nvPr/>
          </p:nvSpPr>
          <p:spPr>
            <a:xfrm rot="-1800051">
              <a:off x="4038869" y="3526330"/>
              <a:ext cx="28546" cy="24506"/>
            </a:xfrm>
            <a:custGeom>
              <a:avLst/>
              <a:gdLst/>
              <a:ahLst/>
              <a:cxnLst/>
              <a:rect l="l" t="t" r="r" b="b"/>
              <a:pathLst>
                <a:path w="756" h="649" extrusionOk="0">
                  <a:moveTo>
                    <a:pt x="385" y="0"/>
                  </a:moveTo>
                  <a:cubicBezTo>
                    <a:pt x="175" y="0"/>
                    <a:pt x="1" y="216"/>
                    <a:pt x="83" y="436"/>
                  </a:cubicBezTo>
                  <a:cubicBezTo>
                    <a:pt x="134" y="577"/>
                    <a:pt x="259" y="649"/>
                    <a:pt x="385" y="649"/>
                  </a:cubicBezTo>
                  <a:cubicBezTo>
                    <a:pt x="501" y="649"/>
                    <a:pt x="618" y="587"/>
                    <a:pt x="677" y="461"/>
                  </a:cubicBezTo>
                  <a:cubicBezTo>
                    <a:pt x="755" y="301"/>
                    <a:pt x="682" y="104"/>
                    <a:pt x="517" y="30"/>
                  </a:cubicBezTo>
                  <a:cubicBezTo>
                    <a:pt x="473" y="10"/>
                    <a:pt x="428" y="0"/>
                    <a:pt x="38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6"/>
            <p:cNvSpPr/>
            <p:nvPr/>
          </p:nvSpPr>
          <p:spPr>
            <a:xfrm rot="-1800051">
              <a:off x="3394612" y="3537266"/>
              <a:ext cx="54675" cy="46934"/>
            </a:xfrm>
            <a:custGeom>
              <a:avLst/>
              <a:gdLst/>
              <a:ahLst/>
              <a:cxnLst/>
              <a:rect l="l" t="t" r="r" b="b"/>
              <a:pathLst>
                <a:path w="1448" h="1243" extrusionOk="0">
                  <a:moveTo>
                    <a:pt x="736" y="1"/>
                  </a:moveTo>
                  <a:cubicBezTo>
                    <a:pt x="334" y="1"/>
                    <a:pt x="0" y="408"/>
                    <a:pt x="159" y="836"/>
                  </a:cubicBezTo>
                  <a:cubicBezTo>
                    <a:pt x="257" y="1106"/>
                    <a:pt x="498" y="1243"/>
                    <a:pt x="740" y="1243"/>
                  </a:cubicBezTo>
                  <a:cubicBezTo>
                    <a:pt x="966" y="1243"/>
                    <a:pt x="1193" y="1123"/>
                    <a:pt x="1304" y="882"/>
                  </a:cubicBezTo>
                  <a:cubicBezTo>
                    <a:pt x="1447" y="570"/>
                    <a:pt x="1312" y="205"/>
                    <a:pt x="1000" y="61"/>
                  </a:cubicBezTo>
                  <a:cubicBezTo>
                    <a:pt x="912" y="20"/>
                    <a:pt x="822" y="1"/>
                    <a:pt x="73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6"/>
            <p:cNvSpPr/>
            <p:nvPr/>
          </p:nvSpPr>
          <p:spPr>
            <a:xfrm rot="-1800051">
              <a:off x="3108221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6"/>
            <p:cNvSpPr/>
            <p:nvPr/>
          </p:nvSpPr>
          <p:spPr>
            <a:xfrm rot="-1800051">
              <a:off x="4735226" y="3546991"/>
              <a:ext cx="21183" cy="16425"/>
            </a:xfrm>
            <a:custGeom>
              <a:avLst/>
              <a:gdLst/>
              <a:ahLst/>
              <a:cxnLst/>
              <a:rect l="l" t="t" r="r" b="b"/>
              <a:pathLst>
                <a:path w="561" h="435" extrusionOk="0">
                  <a:moveTo>
                    <a:pt x="312" y="1"/>
                  </a:moveTo>
                  <a:cubicBezTo>
                    <a:pt x="109" y="1"/>
                    <a:pt x="0" y="308"/>
                    <a:pt x="228" y="414"/>
                  </a:cubicBezTo>
                  <a:cubicBezTo>
                    <a:pt x="257" y="428"/>
                    <a:pt x="288" y="434"/>
                    <a:pt x="318" y="434"/>
                  </a:cubicBezTo>
                  <a:cubicBezTo>
                    <a:pt x="399" y="434"/>
                    <a:pt x="476" y="389"/>
                    <a:pt x="515" y="312"/>
                  </a:cubicBezTo>
                  <a:cubicBezTo>
                    <a:pt x="560" y="205"/>
                    <a:pt x="515" y="78"/>
                    <a:pt x="413" y="25"/>
                  </a:cubicBezTo>
                  <a:cubicBezTo>
                    <a:pt x="378" y="8"/>
                    <a:pt x="344" y="1"/>
                    <a:pt x="31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6"/>
            <p:cNvSpPr/>
            <p:nvPr/>
          </p:nvSpPr>
          <p:spPr>
            <a:xfrm rot="-1800051">
              <a:off x="5003930" y="3547139"/>
              <a:ext cx="20314" cy="16123"/>
            </a:xfrm>
            <a:custGeom>
              <a:avLst/>
              <a:gdLst/>
              <a:ahLst/>
              <a:cxnLst/>
              <a:rect l="l" t="t" r="r" b="b"/>
              <a:pathLst>
                <a:path w="538" h="427" extrusionOk="0">
                  <a:moveTo>
                    <a:pt x="308" y="1"/>
                  </a:moveTo>
                  <a:cubicBezTo>
                    <a:pt x="105" y="1"/>
                    <a:pt x="1" y="287"/>
                    <a:pt x="205" y="404"/>
                  </a:cubicBezTo>
                  <a:cubicBezTo>
                    <a:pt x="236" y="419"/>
                    <a:pt x="268" y="427"/>
                    <a:pt x="299" y="427"/>
                  </a:cubicBezTo>
                  <a:cubicBezTo>
                    <a:pt x="378" y="427"/>
                    <a:pt x="454" y="381"/>
                    <a:pt x="493" y="302"/>
                  </a:cubicBezTo>
                  <a:cubicBezTo>
                    <a:pt x="538" y="195"/>
                    <a:pt x="493" y="68"/>
                    <a:pt x="386" y="15"/>
                  </a:cubicBezTo>
                  <a:cubicBezTo>
                    <a:pt x="359" y="5"/>
                    <a:pt x="332" y="1"/>
                    <a:pt x="30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6"/>
            <p:cNvSpPr/>
            <p:nvPr/>
          </p:nvSpPr>
          <p:spPr>
            <a:xfrm rot="-1800051">
              <a:off x="4918085" y="3590592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6"/>
            <p:cNvSpPr/>
            <p:nvPr/>
          </p:nvSpPr>
          <p:spPr>
            <a:xfrm rot="-1800051">
              <a:off x="3681018" y="3557785"/>
              <a:ext cx="13216" cy="11705"/>
            </a:xfrm>
            <a:custGeom>
              <a:avLst/>
              <a:gdLst/>
              <a:ahLst/>
              <a:cxnLst/>
              <a:rect l="l" t="t" r="r" b="b"/>
              <a:pathLst>
                <a:path w="350" h="310" extrusionOk="0">
                  <a:moveTo>
                    <a:pt x="174" y="1"/>
                  </a:moveTo>
                  <a:cubicBezTo>
                    <a:pt x="116" y="1"/>
                    <a:pt x="61" y="35"/>
                    <a:pt x="37" y="89"/>
                  </a:cubicBezTo>
                  <a:cubicBezTo>
                    <a:pt x="0" y="167"/>
                    <a:pt x="33" y="262"/>
                    <a:pt x="111" y="294"/>
                  </a:cubicBezTo>
                  <a:cubicBezTo>
                    <a:pt x="132" y="305"/>
                    <a:pt x="154" y="310"/>
                    <a:pt x="176" y="310"/>
                  </a:cubicBezTo>
                  <a:cubicBezTo>
                    <a:pt x="233" y="310"/>
                    <a:pt x="290" y="277"/>
                    <a:pt x="316" y="221"/>
                  </a:cubicBezTo>
                  <a:cubicBezTo>
                    <a:pt x="349" y="143"/>
                    <a:pt x="316" y="48"/>
                    <a:pt x="238" y="15"/>
                  </a:cubicBezTo>
                  <a:cubicBezTo>
                    <a:pt x="218" y="6"/>
                    <a:pt x="196" y="1"/>
                    <a:pt x="174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6"/>
            <p:cNvSpPr/>
            <p:nvPr/>
          </p:nvSpPr>
          <p:spPr>
            <a:xfrm rot="-1800051">
              <a:off x="3067887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6"/>
            <p:cNvSpPr/>
            <p:nvPr/>
          </p:nvSpPr>
          <p:spPr>
            <a:xfrm rot="-1800051">
              <a:off x="5155694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6"/>
            <p:cNvSpPr/>
            <p:nvPr/>
          </p:nvSpPr>
          <p:spPr>
            <a:xfrm rot="-1800051">
              <a:off x="5341414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6"/>
            <p:cNvSpPr/>
            <p:nvPr/>
          </p:nvSpPr>
          <p:spPr>
            <a:xfrm rot="-1800051">
              <a:off x="545944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6"/>
            <p:cNvSpPr/>
            <p:nvPr/>
          </p:nvSpPr>
          <p:spPr>
            <a:xfrm rot="-1800051">
              <a:off x="541911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6"/>
            <p:cNvSpPr/>
            <p:nvPr/>
          </p:nvSpPr>
          <p:spPr>
            <a:xfrm rot="-1800051">
              <a:off x="5111835" y="3703292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6"/>
            <p:cNvSpPr/>
            <p:nvPr/>
          </p:nvSpPr>
          <p:spPr>
            <a:xfrm rot="-1800051">
              <a:off x="5633344" y="354115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6"/>
            <p:cNvSpPr/>
            <p:nvPr/>
          </p:nvSpPr>
          <p:spPr>
            <a:xfrm rot="-1800051">
              <a:off x="5819064" y="37477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6"/>
            <p:cNvSpPr/>
            <p:nvPr/>
          </p:nvSpPr>
          <p:spPr>
            <a:xfrm rot="-1800051">
              <a:off x="593709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6"/>
            <p:cNvSpPr/>
            <p:nvPr/>
          </p:nvSpPr>
          <p:spPr>
            <a:xfrm rot="-1800051">
              <a:off x="589676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0" name="Google Shape;1670;p26"/>
          <p:cNvGrpSpPr/>
          <p:nvPr/>
        </p:nvGrpSpPr>
        <p:grpSpPr>
          <a:xfrm rot="10800000">
            <a:off x="3082597" y="4404938"/>
            <a:ext cx="2921428" cy="182524"/>
            <a:chOff x="2945562" y="3555265"/>
            <a:chExt cx="2921428" cy="182524"/>
          </a:xfrm>
        </p:grpSpPr>
        <p:sp>
          <p:nvSpPr>
            <p:cNvPr id="1671" name="Google Shape;1671;p26"/>
            <p:cNvSpPr/>
            <p:nvPr/>
          </p:nvSpPr>
          <p:spPr>
            <a:xfrm rot="-1800051">
              <a:off x="4551103" y="3589323"/>
              <a:ext cx="23109" cy="20390"/>
            </a:xfrm>
            <a:custGeom>
              <a:avLst/>
              <a:gdLst/>
              <a:ahLst/>
              <a:cxnLst/>
              <a:rect l="l" t="t" r="r" b="b"/>
              <a:pathLst>
                <a:path w="612" h="540" extrusionOk="0">
                  <a:moveTo>
                    <a:pt x="306" y="1"/>
                  </a:moveTo>
                  <a:cubicBezTo>
                    <a:pt x="204" y="1"/>
                    <a:pt x="107" y="59"/>
                    <a:pt x="62" y="161"/>
                  </a:cubicBezTo>
                  <a:cubicBezTo>
                    <a:pt x="0" y="292"/>
                    <a:pt x="58" y="452"/>
                    <a:pt x="193" y="513"/>
                  </a:cubicBezTo>
                  <a:cubicBezTo>
                    <a:pt x="229" y="532"/>
                    <a:pt x="268" y="540"/>
                    <a:pt x="305" y="540"/>
                  </a:cubicBezTo>
                  <a:cubicBezTo>
                    <a:pt x="405" y="540"/>
                    <a:pt x="503" y="481"/>
                    <a:pt x="550" y="386"/>
                  </a:cubicBezTo>
                  <a:cubicBezTo>
                    <a:pt x="612" y="251"/>
                    <a:pt x="554" y="87"/>
                    <a:pt x="419" y="25"/>
                  </a:cubicBezTo>
                  <a:cubicBezTo>
                    <a:pt x="382" y="9"/>
                    <a:pt x="344" y="1"/>
                    <a:pt x="30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6"/>
            <p:cNvSpPr/>
            <p:nvPr/>
          </p:nvSpPr>
          <p:spPr>
            <a:xfrm rot="-1800051">
              <a:off x="4293203" y="3680048"/>
              <a:ext cx="24808" cy="20163"/>
            </a:xfrm>
            <a:custGeom>
              <a:avLst/>
              <a:gdLst/>
              <a:ahLst/>
              <a:cxnLst/>
              <a:rect l="l" t="t" r="r" b="b"/>
              <a:pathLst>
                <a:path w="657" h="534" extrusionOk="0">
                  <a:moveTo>
                    <a:pt x="329" y="1"/>
                  </a:moveTo>
                  <a:cubicBezTo>
                    <a:pt x="300" y="1"/>
                    <a:pt x="270" y="6"/>
                    <a:pt x="239" y="16"/>
                  </a:cubicBezTo>
                  <a:cubicBezTo>
                    <a:pt x="17" y="98"/>
                    <a:pt x="1" y="406"/>
                    <a:pt x="214" y="509"/>
                  </a:cubicBezTo>
                  <a:cubicBezTo>
                    <a:pt x="250" y="526"/>
                    <a:pt x="288" y="533"/>
                    <a:pt x="326" y="533"/>
                  </a:cubicBezTo>
                  <a:cubicBezTo>
                    <a:pt x="426" y="533"/>
                    <a:pt x="524" y="477"/>
                    <a:pt x="571" y="382"/>
                  </a:cubicBezTo>
                  <a:cubicBezTo>
                    <a:pt x="656" y="194"/>
                    <a:pt x="512" y="1"/>
                    <a:pt x="329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6"/>
            <p:cNvSpPr/>
            <p:nvPr/>
          </p:nvSpPr>
          <p:spPr>
            <a:xfrm rot="-1800051">
              <a:off x="3521812" y="3688204"/>
              <a:ext cx="23486" cy="20201"/>
            </a:xfrm>
            <a:custGeom>
              <a:avLst/>
              <a:gdLst/>
              <a:ahLst/>
              <a:cxnLst/>
              <a:rect l="l" t="t" r="r" b="b"/>
              <a:pathLst>
                <a:path w="622" h="535" extrusionOk="0">
                  <a:moveTo>
                    <a:pt x="318" y="1"/>
                  </a:moveTo>
                  <a:cubicBezTo>
                    <a:pt x="143" y="1"/>
                    <a:pt x="0" y="178"/>
                    <a:pt x="68" y="362"/>
                  </a:cubicBezTo>
                  <a:cubicBezTo>
                    <a:pt x="113" y="476"/>
                    <a:pt x="216" y="535"/>
                    <a:pt x="319" y="535"/>
                  </a:cubicBezTo>
                  <a:cubicBezTo>
                    <a:pt x="416" y="535"/>
                    <a:pt x="513" y="483"/>
                    <a:pt x="560" y="378"/>
                  </a:cubicBezTo>
                  <a:cubicBezTo>
                    <a:pt x="622" y="243"/>
                    <a:pt x="565" y="87"/>
                    <a:pt x="429" y="25"/>
                  </a:cubicBezTo>
                  <a:cubicBezTo>
                    <a:pt x="392" y="8"/>
                    <a:pt x="354" y="1"/>
                    <a:pt x="31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6"/>
            <p:cNvSpPr/>
            <p:nvPr/>
          </p:nvSpPr>
          <p:spPr>
            <a:xfrm rot="-1800051">
              <a:off x="4652849" y="3665323"/>
              <a:ext cx="29943" cy="23675"/>
            </a:xfrm>
            <a:custGeom>
              <a:avLst/>
              <a:gdLst/>
              <a:ahLst/>
              <a:cxnLst/>
              <a:rect l="l" t="t" r="r" b="b"/>
              <a:pathLst>
                <a:path w="793" h="627" extrusionOk="0">
                  <a:moveTo>
                    <a:pt x="446" y="1"/>
                  </a:moveTo>
                  <a:cubicBezTo>
                    <a:pt x="152" y="1"/>
                    <a:pt x="0" y="425"/>
                    <a:pt x="296" y="597"/>
                  </a:cubicBezTo>
                  <a:cubicBezTo>
                    <a:pt x="339" y="617"/>
                    <a:pt x="385" y="626"/>
                    <a:pt x="430" y="626"/>
                  </a:cubicBezTo>
                  <a:cubicBezTo>
                    <a:pt x="550" y="626"/>
                    <a:pt x="664" y="558"/>
                    <a:pt x="718" y="445"/>
                  </a:cubicBezTo>
                  <a:cubicBezTo>
                    <a:pt x="792" y="285"/>
                    <a:pt x="722" y="96"/>
                    <a:pt x="562" y="22"/>
                  </a:cubicBezTo>
                  <a:cubicBezTo>
                    <a:pt x="522" y="8"/>
                    <a:pt x="483" y="1"/>
                    <a:pt x="44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6"/>
            <p:cNvSpPr/>
            <p:nvPr/>
          </p:nvSpPr>
          <p:spPr>
            <a:xfrm rot="-1800051">
              <a:off x="4485360" y="3694879"/>
              <a:ext cx="19975" cy="16576"/>
            </a:xfrm>
            <a:custGeom>
              <a:avLst/>
              <a:gdLst/>
              <a:ahLst/>
              <a:cxnLst/>
              <a:rect l="l" t="t" r="r" b="b"/>
              <a:pathLst>
                <a:path w="529" h="439" extrusionOk="0">
                  <a:moveTo>
                    <a:pt x="245" y="0"/>
                  </a:moveTo>
                  <a:cubicBezTo>
                    <a:pt x="174" y="0"/>
                    <a:pt x="102" y="34"/>
                    <a:pt x="54" y="112"/>
                  </a:cubicBezTo>
                  <a:cubicBezTo>
                    <a:pt x="1" y="227"/>
                    <a:pt x="50" y="362"/>
                    <a:pt x="165" y="419"/>
                  </a:cubicBezTo>
                  <a:cubicBezTo>
                    <a:pt x="195" y="432"/>
                    <a:pt x="227" y="439"/>
                    <a:pt x="258" y="439"/>
                  </a:cubicBezTo>
                  <a:cubicBezTo>
                    <a:pt x="345" y="439"/>
                    <a:pt x="429" y="390"/>
                    <a:pt x="468" y="309"/>
                  </a:cubicBezTo>
                  <a:cubicBezTo>
                    <a:pt x="529" y="13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 rot="-1800870">
              <a:off x="2948908" y="3646450"/>
              <a:ext cx="19559" cy="18636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6"/>
            <p:cNvSpPr/>
            <p:nvPr/>
          </p:nvSpPr>
          <p:spPr>
            <a:xfrm rot="-1800051">
              <a:off x="4813379" y="3598553"/>
              <a:ext cx="54675" cy="46972"/>
            </a:xfrm>
            <a:custGeom>
              <a:avLst/>
              <a:gdLst/>
              <a:ahLst/>
              <a:cxnLst/>
              <a:rect l="l" t="t" r="r" b="b"/>
              <a:pathLst>
                <a:path w="1448" h="1244" extrusionOk="0">
                  <a:moveTo>
                    <a:pt x="740" y="1"/>
                  </a:moveTo>
                  <a:cubicBezTo>
                    <a:pt x="335" y="1"/>
                    <a:pt x="1" y="410"/>
                    <a:pt x="160" y="836"/>
                  </a:cubicBezTo>
                  <a:cubicBezTo>
                    <a:pt x="259" y="1106"/>
                    <a:pt x="501" y="1244"/>
                    <a:pt x="744" y="1244"/>
                  </a:cubicBezTo>
                  <a:cubicBezTo>
                    <a:pt x="970" y="1244"/>
                    <a:pt x="1196" y="1124"/>
                    <a:pt x="1308" y="881"/>
                  </a:cubicBezTo>
                  <a:cubicBezTo>
                    <a:pt x="1448" y="569"/>
                    <a:pt x="1313" y="204"/>
                    <a:pt x="1005" y="61"/>
                  </a:cubicBezTo>
                  <a:cubicBezTo>
                    <a:pt x="916" y="19"/>
                    <a:pt x="826" y="1"/>
                    <a:pt x="740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6"/>
            <p:cNvSpPr/>
            <p:nvPr/>
          </p:nvSpPr>
          <p:spPr>
            <a:xfrm rot="-1800051">
              <a:off x="3776614" y="3616997"/>
              <a:ext cx="57205" cy="46595"/>
            </a:xfrm>
            <a:custGeom>
              <a:avLst/>
              <a:gdLst/>
              <a:ahLst/>
              <a:cxnLst/>
              <a:rect l="l" t="t" r="r" b="b"/>
              <a:pathLst>
                <a:path w="1515" h="1234" extrusionOk="0">
                  <a:moveTo>
                    <a:pt x="762" y="1"/>
                  </a:moveTo>
                  <a:cubicBezTo>
                    <a:pt x="693" y="1"/>
                    <a:pt x="622" y="13"/>
                    <a:pt x="550" y="39"/>
                  </a:cubicBezTo>
                  <a:cubicBezTo>
                    <a:pt x="37" y="223"/>
                    <a:pt x="0" y="937"/>
                    <a:pt x="493" y="1175"/>
                  </a:cubicBezTo>
                  <a:cubicBezTo>
                    <a:pt x="577" y="1215"/>
                    <a:pt x="666" y="1233"/>
                    <a:pt x="754" y="1233"/>
                  </a:cubicBezTo>
                  <a:cubicBezTo>
                    <a:pt x="986" y="1233"/>
                    <a:pt x="1210" y="1102"/>
                    <a:pt x="1317" y="876"/>
                  </a:cubicBezTo>
                  <a:cubicBezTo>
                    <a:pt x="1515" y="449"/>
                    <a:pt x="1185" y="1"/>
                    <a:pt x="7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6"/>
            <p:cNvSpPr/>
            <p:nvPr/>
          </p:nvSpPr>
          <p:spPr>
            <a:xfrm rot="-1800051">
              <a:off x="4855681" y="3707595"/>
              <a:ext cx="29037" cy="24581"/>
            </a:xfrm>
            <a:custGeom>
              <a:avLst/>
              <a:gdLst/>
              <a:ahLst/>
              <a:cxnLst/>
              <a:rect l="l" t="t" r="r" b="b"/>
              <a:pathLst>
                <a:path w="769" h="651" extrusionOk="0">
                  <a:moveTo>
                    <a:pt x="362" y="1"/>
                  </a:moveTo>
                  <a:cubicBezTo>
                    <a:pt x="258" y="1"/>
                    <a:pt x="153" y="51"/>
                    <a:pt x="87" y="170"/>
                  </a:cubicBezTo>
                  <a:cubicBezTo>
                    <a:pt x="1" y="334"/>
                    <a:pt x="66" y="539"/>
                    <a:pt x="234" y="621"/>
                  </a:cubicBezTo>
                  <a:cubicBezTo>
                    <a:pt x="279" y="642"/>
                    <a:pt x="325" y="651"/>
                    <a:pt x="371" y="651"/>
                  </a:cubicBezTo>
                  <a:cubicBezTo>
                    <a:pt x="502" y="651"/>
                    <a:pt x="625" y="573"/>
                    <a:pt x="673" y="445"/>
                  </a:cubicBezTo>
                  <a:cubicBezTo>
                    <a:pt x="769" y="195"/>
                    <a:pt x="567" y="1"/>
                    <a:pt x="36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6"/>
            <p:cNvSpPr/>
            <p:nvPr/>
          </p:nvSpPr>
          <p:spPr>
            <a:xfrm rot="-1800051">
              <a:off x="4388438" y="3592009"/>
              <a:ext cx="52561" cy="45537"/>
            </a:xfrm>
            <a:custGeom>
              <a:avLst/>
              <a:gdLst/>
              <a:ahLst/>
              <a:cxnLst/>
              <a:rect l="l" t="t" r="r" b="b"/>
              <a:pathLst>
                <a:path w="1392" h="1206" extrusionOk="0">
                  <a:moveTo>
                    <a:pt x="693" y="0"/>
                  </a:moveTo>
                  <a:cubicBezTo>
                    <a:pt x="457" y="0"/>
                    <a:pt x="232" y="133"/>
                    <a:pt x="124" y="359"/>
                  </a:cubicBezTo>
                  <a:cubicBezTo>
                    <a:pt x="1" y="662"/>
                    <a:pt x="140" y="1011"/>
                    <a:pt x="436" y="1147"/>
                  </a:cubicBezTo>
                  <a:cubicBezTo>
                    <a:pt x="522" y="1187"/>
                    <a:pt x="612" y="1206"/>
                    <a:pt x="701" y="1206"/>
                  </a:cubicBezTo>
                  <a:cubicBezTo>
                    <a:pt x="922" y="1206"/>
                    <a:pt x="1133" y="1088"/>
                    <a:pt x="1244" y="880"/>
                  </a:cubicBezTo>
                  <a:cubicBezTo>
                    <a:pt x="1392" y="568"/>
                    <a:pt x="1257" y="199"/>
                    <a:pt x="949" y="55"/>
                  </a:cubicBezTo>
                  <a:cubicBezTo>
                    <a:pt x="866" y="18"/>
                    <a:pt x="778" y="0"/>
                    <a:pt x="693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6"/>
            <p:cNvSpPr/>
            <p:nvPr/>
          </p:nvSpPr>
          <p:spPr>
            <a:xfrm rot="-1800051">
              <a:off x="3699416" y="3665183"/>
              <a:ext cx="29905" cy="24468"/>
            </a:xfrm>
            <a:custGeom>
              <a:avLst/>
              <a:gdLst/>
              <a:ahLst/>
              <a:cxnLst/>
              <a:rect l="l" t="t" r="r" b="b"/>
              <a:pathLst>
                <a:path w="792" h="648" extrusionOk="0">
                  <a:moveTo>
                    <a:pt x="397" y="1"/>
                  </a:moveTo>
                  <a:cubicBezTo>
                    <a:pt x="360" y="1"/>
                    <a:pt x="322" y="7"/>
                    <a:pt x="283" y="21"/>
                  </a:cubicBezTo>
                  <a:cubicBezTo>
                    <a:pt x="12" y="120"/>
                    <a:pt x="0" y="497"/>
                    <a:pt x="259" y="616"/>
                  </a:cubicBezTo>
                  <a:cubicBezTo>
                    <a:pt x="303" y="638"/>
                    <a:pt x="350" y="648"/>
                    <a:pt x="396" y="648"/>
                  </a:cubicBezTo>
                  <a:cubicBezTo>
                    <a:pt x="519" y="648"/>
                    <a:pt x="636" y="577"/>
                    <a:pt x="689" y="460"/>
                  </a:cubicBezTo>
                  <a:cubicBezTo>
                    <a:pt x="791" y="235"/>
                    <a:pt x="619" y="1"/>
                    <a:pt x="397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6"/>
            <p:cNvSpPr/>
            <p:nvPr/>
          </p:nvSpPr>
          <p:spPr>
            <a:xfrm rot="-1800051">
              <a:off x="3260140" y="3671573"/>
              <a:ext cx="54260" cy="46595"/>
            </a:xfrm>
            <a:custGeom>
              <a:avLst/>
              <a:gdLst/>
              <a:ahLst/>
              <a:cxnLst/>
              <a:rect l="l" t="t" r="r" b="b"/>
              <a:pathLst>
                <a:path w="1437" h="1234" extrusionOk="0">
                  <a:moveTo>
                    <a:pt x="732" y="0"/>
                  </a:moveTo>
                  <a:cubicBezTo>
                    <a:pt x="333" y="0"/>
                    <a:pt x="0" y="404"/>
                    <a:pt x="156" y="826"/>
                  </a:cubicBezTo>
                  <a:cubicBezTo>
                    <a:pt x="252" y="1096"/>
                    <a:pt x="492" y="1234"/>
                    <a:pt x="733" y="1234"/>
                  </a:cubicBezTo>
                  <a:cubicBezTo>
                    <a:pt x="955" y="1234"/>
                    <a:pt x="1177" y="1118"/>
                    <a:pt x="1289" y="880"/>
                  </a:cubicBezTo>
                  <a:cubicBezTo>
                    <a:pt x="1436" y="572"/>
                    <a:pt x="1301" y="203"/>
                    <a:pt x="993" y="59"/>
                  </a:cubicBezTo>
                  <a:cubicBezTo>
                    <a:pt x="906" y="19"/>
                    <a:pt x="818" y="0"/>
                    <a:pt x="732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6"/>
            <p:cNvSpPr/>
            <p:nvPr/>
          </p:nvSpPr>
          <p:spPr>
            <a:xfrm rot="-1800051">
              <a:off x="4152133" y="3662926"/>
              <a:ext cx="29905" cy="24279"/>
            </a:xfrm>
            <a:custGeom>
              <a:avLst/>
              <a:gdLst/>
              <a:ahLst/>
              <a:cxnLst/>
              <a:rect l="l" t="t" r="r" b="b"/>
              <a:pathLst>
                <a:path w="792" h="643" extrusionOk="0">
                  <a:moveTo>
                    <a:pt x="397" y="0"/>
                  </a:moveTo>
                  <a:cubicBezTo>
                    <a:pt x="360" y="0"/>
                    <a:pt x="322" y="7"/>
                    <a:pt x="283" y="21"/>
                  </a:cubicBezTo>
                  <a:cubicBezTo>
                    <a:pt x="13" y="119"/>
                    <a:pt x="0" y="493"/>
                    <a:pt x="259" y="616"/>
                  </a:cubicBezTo>
                  <a:cubicBezTo>
                    <a:pt x="302" y="634"/>
                    <a:pt x="347" y="643"/>
                    <a:pt x="390" y="643"/>
                  </a:cubicBezTo>
                  <a:cubicBezTo>
                    <a:pt x="514" y="643"/>
                    <a:pt x="632" y="574"/>
                    <a:pt x="690" y="456"/>
                  </a:cubicBezTo>
                  <a:cubicBezTo>
                    <a:pt x="792" y="234"/>
                    <a:pt x="619" y="0"/>
                    <a:pt x="39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 rot="-1800051">
              <a:off x="4038869" y="3602530"/>
              <a:ext cx="28546" cy="24506"/>
            </a:xfrm>
            <a:custGeom>
              <a:avLst/>
              <a:gdLst/>
              <a:ahLst/>
              <a:cxnLst/>
              <a:rect l="l" t="t" r="r" b="b"/>
              <a:pathLst>
                <a:path w="756" h="649" extrusionOk="0">
                  <a:moveTo>
                    <a:pt x="385" y="0"/>
                  </a:moveTo>
                  <a:cubicBezTo>
                    <a:pt x="175" y="0"/>
                    <a:pt x="1" y="216"/>
                    <a:pt x="83" y="436"/>
                  </a:cubicBezTo>
                  <a:cubicBezTo>
                    <a:pt x="134" y="577"/>
                    <a:pt x="259" y="649"/>
                    <a:pt x="385" y="649"/>
                  </a:cubicBezTo>
                  <a:cubicBezTo>
                    <a:pt x="501" y="649"/>
                    <a:pt x="618" y="587"/>
                    <a:pt x="677" y="461"/>
                  </a:cubicBezTo>
                  <a:cubicBezTo>
                    <a:pt x="755" y="301"/>
                    <a:pt x="682" y="104"/>
                    <a:pt x="517" y="30"/>
                  </a:cubicBezTo>
                  <a:cubicBezTo>
                    <a:pt x="473" y="10"/>
                    <a:pt x="428" y="0"/>
                    <a:pt x="38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6"/>
            <p:cNvSpPr/>
            <p:nvPr/>
          </p:nvSpPr>
          <p:spPr>
            <a:xfrm rot="-1800051">
              <a:off x="3394612" y="3576053"/>
              <a:ext cx="54675" cy="46934"/>
            </a:xfrm>
            <a:custGeom>
              <a:avLst/>
              <a:gdLst/>
              <a:ahLst/>
              <a:cxnLst/>
              <a:rect l="l" t="t" r="r" b="b"/>
              <a:pathLst>
                <a:path w="1448" h="1243" extrusionOk="0">
                  <a:moveTo>
                    <a:pt x="736" y="1"/>
                  </a:moveTo>
                  <a:cubicBezTo>
                    <a:pt x="334" y="1"/>
                    <a:pt x="0" y="408"/>
                    <a:pt x="159" y="836"/>
                  </a:cubicBezTo>
                  <a:cubicBezTo>
                    <a:pt x="257" y="1106"/>
                    <a:pt x="498" y="1243"/>
                    <a:pt x="740" y="1243"/>
                  </a:cubicBezTo>
                  <a:cubicBezTo>
                    <a:pt x="966" y="1243"/>
                    <a:pt x="1193" y="1123"/>
                    <a:pt x="1304" y="882"/>
                  </a:cubicBezTo>
                  <a:cubicBezTo>
                    <a:pt x="1447" y="570"/>
                    <a:pt x="1312" y="205"/>
                    <a:pt x="1000" y="61"/>
                  </a:cubicBezTo>
                  <a:cubicBezTo>
                    <a:pt x="912" y="20"/>
                    <a:pt x="822" y="1"/>
                    <a:pt x="736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 rot="-1800051">
              <a:off x="3108221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6"/>
            <p:cNvSpPr/>
            <p:nvPr/>
          </p:nvSpPr>
          <p:spPr>
            <a:xfrm rot="-1800051">
              <a:off x="4718626" y="3571916"/>
              <a:ext cx="21183" cy="16425"/>
            </a:xfrm>
            <a:custGeom>
              <a:avLst/>
              <a:gdLst/>
              <a:ahLst/>
              <a:cxnLst/>
              <a:rect l="l" t="t" r="r" b="b"/>
              <a:pathLst>
                <a:path w="561" h="435" extrusionOk="0">
                  <a:moveTo>
                    <a:pt x="312" y="1"/>
                  </a:moveTo>
                  <a:cubicBezTo>
                    <a:pt x="109" y="1"/>
                    <a:pt x="0" y="308"/>
                    <a:pt x="228" y="414"/>
                  </a:cubicBezTo>
                  <a:cubicBezTo>
                    <a:pt x="257" y="428"/>
                    <a:pt x="288" y="434"/>
                    <a:pt x="318" y="434"/>
                  </a:cubicBezTo>
                  <a:cubicBezTo>
                    <a:pt x="399" y="434"/>
                    <a:pt x="476" y="389"/>
                    <a:pt x="515" y="312"/>
                  </a:cubicBezTo>
                  <a:cubicBezTo>
                    <a:pt x="560" y="205"/>
                    <a:pt x="515" y="78"/>
                    <a:pt x="413" y="25"/>
                  </a:cubicBezTo>
                  <a:cubicBezTo>
                    <a:pt x="378" y="8"/>
                    <a:pt x="344" y="1"/>
                    <a:pt x="312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 rot="-1800051">
              <a:off x="5030893" y="3581264"/>
              <a:ext cx="20314" cy="16123"/>
            </a:xfrm>
            <a:custGeom>
              <a:avLst/>
              <a:gdLst/>
              <a:ahLst/>
              <a:cxnLst/>
              <a:rect l="l" t="t" r="r" b="b"/>
              <a:pathLst>
                <a:path w="538" h="427" extrusionOk="0">
                  <a:moveTo>
                    <a:pt x="308" y="1"/>
                  </a:moveTo>
                  <a:cubicBezTo>
                    <a:pt x="105" y="1"/>
                    <a:pt x="1" y="287"/>
                    <a:pt x="205" y="404"/>
                  </a:cubicBezTo>
                  <a:cubicBezTo>
                    <a:pt x="236" y="419"/>
                    <a:pt x="268" y="427"/>
                    <a:pt x="299" y="427"/>
                  </a:cubicBezTo>
                  <a:cubicBezTo>
                    <a:pt x="378" y="427"/>
                    <a:pt x="454" y="381"/>
                    <a:pt x="493" y="302"/>
                  </a:cubicBezTo>
                  <a:cubicBezTo>
                    <a:pt x="538" y="195"/>
                    <a:pt x="493" y="68"/>
                    <a:pt x="386" y="15"/>
                  </a:cubicBezTo>
                  <a:cubicBezTo>
                    <a:pt x="359" y="5"/>
                    <a:pt x="332" y="1"/>
                    <a:pt x="30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 rot="-1800051">
              <a:off x="4945047" y="3624717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 rot="-1800051">
              <a:off x="3681018" y="3557785"/>
              <a:ext cx="13216" cy="11705"/>
            </a:xfrm>
            <a:custGeom>
              <a:avLst/>
              <a:gdLst/>
              <a:ahLst/>
              <a:cxnLst/>
              <a:rect l="l" t="t" r="r" b="b"/>
              <a:pathLst>
                <a:path w="350" h="310" extrusionOk="0">
                  <a:moveTo>
                    <a:pt x="174" y="1"/>
                  </a:moveTo>
                  <a:cubicBezTo>
                    <a:pt x="116" y="1"/>
                    <a:pt x="61" y="35"/>
                    <a:pt x="37" y="89"/>
                  </a:cubicBezTo>
                  <a:cubicBezTo>
                    <a:pt x="0" y="167"/>
                    <a:pt x="33" y="262"/>
                    <a:pt x="111" y="294"/>
                  </a:cubicBezTo>
                  <a:cubicBezTo>
                    <a:pt x="132" y="305"/>
                    <a:pt x="154" y="310"/>
                    <a:pt x="176" y="310"/>
                  </a:cubicBezTo>
                  <a:cubicBezTo>
                    <a:pt x="233" y="310"/>
                    <a:pt x="290" y="277"/>
                    <a:pt x="316" y="221"/>
                  </a:cubicBezTo>
                  <a:cubicBezTo>
                    <a:pt x="349" y="143"/>
                    <a:pt x="316" y="48"/>
                    <a:pt x="238" y="15"/>
                  </a:cubicBezTo>
                  <a:cubicBezTo>
                    <a:pt x="218" y="6"/>
                    <a:pt x="196" y="1"/>
                    <a:pt x="174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 rot="-1800051">
              <a:off x="3067887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 rot="-1800051">
              <a:off x="5214344" y="3595193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 rot="-1800051">
              <a:off x="5328764" y="37059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 rot="-1800051">
              <a:off x="545944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 rot="-1800051">
              <a:off x="541911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6"/>
            <p:cNvSpPr/>
            <p:nvPr/>
          </p:nvSpPr>
          <p:spPr>
            <a:xfrm rot="-1800051">
              <a:off x="5111835" y="3703292"/>
              <a:ext cx="26243" cy="22542"/>
            </a:xfrm>
            <a:custGeom>
              <a:avLst/>
              <a:gdLst/>
              <a:ahLst/>
              <a:cxnLst/>
              <a:rect l="l" t="t" r="r" b="b"/>
              <a:pathLst>
                <a:path w="695" h="597" extrusionOk="0">
                  <a:moveTo>
                    <a:pt x="358" y="1"/>
                  </a:moveTo>
                  <a:cubicBezTo>
                    <a:pt x="162" y="1"/>
                    <a:pt x="1" y="197"/>
                    <a:pt x="79" y="405"/>
                  </a:cubicBezTo>
                  <a:cubicBezTo>
                    <a:pt x="128" y="532"/>
                    <a:pt x="242" y="596"/>
                    <a:pt x="358" y="596"/>
                  </a:cubicBezTo>
                  <a:cubicBezTo>
                    <a:pt x="466" y="596"/>
                    <a:pt x="575" y="539"/>
                    <a:pt x="629" y="421"/>
                  </a:cubicBezTo>
                  <a:cubicBezTo>
                    <a:pt x="694" y="274"/>
                    <a:pt x="629" y="97"/>
                    <a:pt x="481" y="27"/>
                  </a:cubicBezTo>
                  <a:cubicBezTo>
                    <a:pt x="440" y="9"/>
                    <a:pt x="398" y="1"/>
                    <a:pt x="358" y="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6"/>
            <p:cNvSpPr/>
            <p:nvPr/>
          </p:nvSpPr>
          <p:spPr>
            <a:xfrm rot="-1800051">
              <a:off x="5648094" y="3620705"/>
              <a:ext cx="45424" cy="39156"/>
            </a:xfrm>
            <a:custGeom>
              <a:avLst/>
              <a:gdLst/>
              <a:ahLst/>
              <a:cxnLst/>
              <a:rect l="l" t="t" r="r" b="b"/>
              <a:pathLst>
                <a:path w="1203" h="1037" extrusionOk="0">
                  <a:moveTo>
                    <a:pt x="615" y="0"/>
                  </a:moveTo>
                  <a:cubicBezTo>
                    <a:pt x="277" y="0"/>
                    <a:pt x="0" y="341"/>
                    <a:pt x="132" y="699"/>
                  </a:cubicBezTo>
                  <a:cubicBezTo>
                    <a:pt x="213" y="922"/>
                    <a:pt x="414" y="1037"/>
                    <a:pt x="616" y="1037"/>
                  </a:cubicBezTo>
                  <a:cubicBezTo>
                    <a:pt x="804" y="1037"/>
                    <a:pt x="993" y="938"/>
                    <a:pt x="1088" y="736"/>
                  </a:cubicBezTo>
                  <a:cubicBezTo>
                    <a:pt x="1203" y="478"/>
                    <a:pt x="1092" y="174"/>
                    <a:pt x="838" y="51"/>
                  </a:cubicBezTo>
                  <a:cubicBezTo>
                    <a:pt x="763" y="16"/>
                    <a:pt x="687" y="0"/>
                    <a:pt x="615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6"/>
            <p:cNvSpPr/>
            <p:nvPr/>
          </p:nvSpPr>
          <p:spPr>
            <a:xfrm rot="-1800051">
              <a:off x="5739064" y="3694306"/>
              <a:ext cx="19559" cy="17294"/>
            </a:xfrm>
            <a:custGeom>
              <a:avLst/>
              <a:gdLst/>
              <a:ahLst/>
              <a:cxnLst/>
              <a:rect l="l" t="t" r="r" b="b"/>
              <a:pathLst>
                <a:path w="518" h="458" extrusionOk="0">
                  <a:moveTo>
                    <a:pt x="257" y="0"/>
                  </a:moveTo>
                  <a:cubicBezTo>
                    <a:pt x="171" y="0"/>
                    <a:pt x="89" y="50"/>
                    <a:pt x="54" y="135"/>
                  </a:cubicBezTo>
                  <a:cubicBezTo>
                    <a:pt x="1" y="250"/>
                    <a:pt x="46" y="385"/>
                    <a:pt x="161" y="438"/>
                  </a:cubicBezTo>
                  <a:cubicBezTo>
                    <a:pt x="191" y="451"/>
                    <a:pt x="222" y="457"/>
                    <a:pt x="253" y="457"/>
                  </a:cubicBezTo>
                  <a:cubicBezTo>
                    <a:pt x="341" y="457"/>
                    <a:pt x="425" y="408"/>
                    <a:pt x="464" y="324"/>
                  </a:cubicBezTo>
                  <a:cubicBezTo>
                    <a:pt x="518" y="213"/>
                    <a:pt x="473" y="77"/>
                    <a:pt x="358" y="24"/>
                  </a:cubicBezTo>
                  <a:cubicBezTo>
                    <a:pt x="325" y="8"/>
                    <a:pt x="291" y="0"/>
                    <a:pt x="25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6"/>
            <p:cNvSpPr/>
            <p:nvPr/>
          </p:nvSpPr>
          <p:spPr>
            <a:xfrm rot="-1800051">
              <a:off x="5832946" y="3682647"/>
              <a:ext cx="29943" cy="24430"/>
            </a:xfrm>
            <a:custGeom>
              <a:avLst/>
              <a:gdLst/>
              <a:ahLst/>
              <a:cxnLst/>
              <a:rect l="l" t="t" r="r" b="b"/>
              <a:pathLst>
                <a:path w="793" h="647" extrusionOk="0">
                  <a:moveTo>
                    <a:pt x="398" y="0"/>
                  </a:moveTo>
                  <a:cubicBezTo>
                    <a:pt x="361" y="0"/>
                    <a:pt x="323" y="7"/>
                    <a:pt x="284" y="21"/>
                  </a:cubicBezTo>
                  <a:cubicBezTo>
                    <a:pt x="13" y="123"/>
                    <a:pt x="1" y="501"/>
                    <a:pt x="263" y="620"/>
                  </a:cubicBezTo>
                  <a:cubicBezTo>
                    <a:pt x="305" y="638"/>
                    <a:pt x="349" y="647"/>
                    <a:pt x="393" y="647"/>
                  </a:cubicBezTo>
                  <a:cubicBezTo>
                    <a:pt x="515" y="647"/>
                    <a:pt x="633" y="578"/>
                    <a:pt x="690" y="460"/>
                  </a:cubicBezTo>
                  <a:cubicBezTo>
                    <a:pt x="792" y="234"/>
                    <a:pt x="620" y="0"/>
                    <a:pt x="398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6"/>
            <p:cNvSpPr/>
            <p:nvPr/>
          </p:nvSpPr>
          <p:spPr>
            <a:xfrm rot="-1800051">
              <a:off x="5792612" y="3591863"/>
              <a:ext cx="14235" cy="11139"/>
            </a:xfrm>
            <a:custGeom>
              <a:avLst/>
              <a:gdLst/>
              <a:ahLst/>
              <a:cxnLst/>
              <a:rect l="l" t="t" r="r" b="b"/>
              <a:pathLst>
                <a:path w="377" h="295" extrusionOk="0">
                  <a:moveTo>
                    <a:pt x="207" y="0"/>
                  </a:moveTo>
                  <a:cubicBezTo>
                    <a:pt x="148" y="0"/>
                    <a:pt x="92" y="36"/>
                    <a:pt x="65" y="93"/>
                  </a:cubicBezTo>
                  <a:cubicBezTo>
                    <a:pt x="0" y="194"/>
                    <a:pt x="130" y="295"/>
                    <a:pt x="235" y="295"/>
                  </a:cubicBezTo>
                  <a:cubicBezTo>
                    <a:pt x="284" y="295"/>
                    <a:pt x="327" y="273"/>
                    <a:pt x="344" y="220"/>
                  </a:cubicBezTo>
                  <a:cubicBezTo>
                    <a:pt x="377" y="142"/>
                    <a:pt x="348" y="52"/>
                    <a:pt x="270" y="15"/>
                  </a:cubicBezTo>
                  <a:cubicBezTo>
                    <a:pt x="249" y="5"/>
                    <a:pt x="228" y="0"/>
                    <a:pt x="207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1" name="Google Shape;1701;p26"/>
          <p:cNvGrpSpPr/>
          <p:nvPr/>
        </p:nvGrpSpPr>
        <p:grpSpPr>
          <a:xfrm>
            <a:off x="20705" y="2284269"/>
            <a:ext cx="2573177" cy="2896598"/>
            <a:chOff x="20705" y="2342647"/>
            <a:chExt cx="2573177" cy="2896598"/>
          </a:xfrm>
        </p:grpSpPr>
        <p:grpSp>
          <p:nvGrpSpPr>
            <p:cNvPr id="1702" name="Google Shape;1702;p26"/>
            <p:cNvGrpSpPr/>
            <p:nvPr/>
          </p:nvGrpSpPr>
          <p:grpSpPr>
            <a:xfrm>
              <a:off x="152441" y="2342647"/>
              <a:ext cx="2180241" cy="1123991"/>
              <a:chOff x="152441" y="2342647"/>
              <a:chExt cx="2180241" cy="1123991"/>
            </a:xfrm>
          </p:grpSpPr>
          <p:sp>
            <p:nvSpPr>
              <p:cNvPr id="1703" name="Google Shape;1703;p26"/>
              <p:cNvSpPr/>
              <p:nvPr/>
            </p:nvSpPr>
            <p:spPr>
              <a:xfrm>
                <a:off x="1817321" y="3150655"/>
                <a:ext cx="23109" cy="2039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0" extrusionOk="0">
                    <a:moveTo>
                      <a:pt x="306" y="1"/>
                    </a:moveTo>
                    <a:cubicBezTo>
                      <a:pt x="204" y="1"/>
                      <a:pt x="107" y="59"/>
                      <a:pt x="62" y="161"/>
                    </a:cubicBezTo>
                    <a:cubicBezTo>
                      <a:pt x="0" y="292"/>
                      <a:pt x="58" y="452"/>
                      <a:pt x="193" y="513"/>
                    </a:cubicBezTo>
                    <a:cubicBezTo>
                      <a:pt x="229" y="532"/>
                      <a:pt x="268" y="540"/>
                      <a:pt x="305" y="540"/>
                    </a:cubicBezTo>
                    <a:cubicBezTo>
                      <a:pt x="405" y="540"/>
                      <a:pt x="503" y="481"/>
                      <a:pt x="550" y="386"/>
                    </a:cubicBezTo>
                    <a:cubicBezTo>
                      <a:pt x="612" y="251"/>
                      <a:pt x="554" y="87"/>
                      <a:pt x="419" y="25"/>
                    </a:cubicBezTo>
                    <a:cubicBezTo>
                      <a:pt x="382" y="9"/>
                      <a:pt x="344" y="1"/>
                      <a:pt x="30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6"/>
              <p:cNvSpPr/>
              <p:nvPr/>
            </p:nvSpPr>
            <p:spPr>
              <a:xfrm>
                <a:off x="1507719" y="3182752"/>
                <a:ext cx="24808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34" extrusionOk="0">
                    <a:moveTo>
                      <a:pt x="329" y="1"/>
                    </a:moveTo>
                    <a:cubicBezTo>
                      <a:pt x="300" y="1"/>
                      <a:pt x="270" y="6"/>
                      <a:pt x="239" y="16"/>
                    </a:cubicBezTo>
                    <a:cubicBezTo>
                      <a:pt x="17" y="98"/>
                      <a:pt x="1" y="406"/>
                      <a:pt x="214" y="509"/>
                    </a:cubicBezTo>
                    <a:cubicBezTo>
                      <a:pt x="250" y="526"/>
                      <a:pt x="288" y="533"/>
                      <a:pt x="326" y="533"/>
                    </a:cubicBezTo>
                    <a:cubicBezTo>
                      <a:pt x="426" y="533"/>
                      <a:pt x="524" y="477"/>
                      <a:pt x="571" y="382"/>
                    </a:cubicBezTo>
                    <a:cubicBezTo>
                      <a:pt x="656" y="194"/>
                      <a:pt x="512" y="1"/>
                      <a:pt x="329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6"/>
              <p:cNvSpPr/>
              <p:nvPr/>
            </p:nvSpPr>
            <p:spPr>
              <a:xfrm>
                <a:off x="152441" y="2432140"/>
                <a:ext cx="45425" cy="39157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037" extrusionOk="0">
                    <a:moveTo>
                      <a:pt x="615" y="0"/>
                    </a:moveTo>
                    <a:cubicBezTo>
                      <a:pt x="277" y="0"/>
                      <a:pt x="0" y="341"/>
                      <a:pt x="132" y="699"/>
                    </a:cubicBezTo>
                    <a:cubicBezTo>
                      <a:pt x="213" y="922"/>
                      <a:pt x="414" y="1037"/>
                      <a:pt x="616" y="1037"/>
                    </a:cubicBezTo>
                    <a:cubicBezTo>
                      <a:pt x="804" y="1037"/>
                      <a:pt x="993" y="938"/>
                      <a:pt x="1088" y="736"/>
                    </a:cubicBezTo>
                    <a:cubicBezTo>
                      <a:pt x="1203" y="478"/>
                      <a:pt x="1092" y="174"/>
                      <a:pt x="838" y="51"/>
                    </a:cubicBezTo>
                    <a:cubicBezTo>
                      <a:pt x="763" y="16"/>
                      <a:pt x="687" y="0"/>
                      <a:pt x="61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6"/>
              <p:cNvSpPr/>
              <p:nvPr/>
            </p:nvSpPr>
            <p:spPr>
              <a:xfrm>
                <a:off x="728144" y="2876247"/>
                <a:ext cx="23487" cy="20202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35" extrusionOk="0">
                    <a:moveTo>
                      <a:pt x="318" y="1"/>
                    </a:moveTo>
                    <a:cubicBezTo>
                      <a:pt x="143" y="1"/>
                      <a:pt x="0" y="178"/>
                      <a:pt x="68" y="362"/>
                    </a:cubicBezTo>
                    <a:cubicBezTo>
                      <a:pt x="113" y="476"/>
                      <a:pt x="216" y="535"/>
                      <a:pt x="319" y="535"/>
                    </a:cubicBezTo>
                    <a:cubicBezTo>
                      <a:pt x="416" y="535"/>
                      <a:pt x="513" y="483"/>
                      <a:pt x="560" y="378"/>
                    </a:cubicBezTo>
                    <a:cubicBezTo>
                      <a:pt x="622" y="243"/>
                      <a:pt x="565" y="87"/>
                      <a:pt x="429" y="25"/>
                    </a:cubicBezTo>
                    <a:cubicBezTo>
                      <a:pt x="392" y="8"/>
                      <a:pt x="354" y="1"/>
                      <a:pt x="31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6"/>
              <p:cNvSpPr/>
              <p:nvPr/>
            </p:nvSpPr>
            <p:spPr>
              <a:xfrm>
                <a:off x="1884724" y="3336704"/>
                <a:ext cx="29944" cy="23676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27" extrusionOk="0">
                    <a:moveTo>
                      <a:pt x="446" y="1"/>
                    </a:moveTo>
                    <a:cubicBezTo>
                      <a:pt x="152" y="1"/>
                      <a:pt x="0" y="425"/>
                      <a:pt x="296" y="597"/>
                    </a:cubicBezTo>
                    <a:cubicBezTo>
                      <a:pt x="339" y="617"/>
                      <a:pt x="385" y="626"/>
                      <a:pt x="430" y="626"/>
                    </a:cubicBezTo>
                    <a:cubicBezTo>
                      <a:pt x="550" y="626"/>
                      <a:pt x="664" y="558"/>
                      <a:pt x="718" y="445"/>
                    </a:cubicBezTo>
                    <a:cubicBezTo>
                      <a:pt x="792" y="285"/>
                      <a:pt x="722" y="96"/>
                      <a:pt x="562" y="22"/>
                    </a:cubicBezTo>
                    <a:cubicBezTo>
                      <a:pt x="522" y="8"/>
                      <a:pt x="483" y="1"/>
                      <a:pt x="44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6"/>
              <p:cNvSpPr/>
              <p:nvPr/>
            </p:nvSpPr>
            <p:spPr>
              <a:xfrm>
                <a:off x="1667938" y="3290711"/>
                <a:ext cx="19975" cy="16577"/>
              </a:xfrm>
              <a:custGeom>
                <a:avLst/>
                <a:gdLst/>
                <a:ahLst/>
                <a:cxnLst/>
                <a:rect l="l" t="t" r="r" b="b"/>
                <a:pathLst>
                  <a:path w="529" h="439" extrusionOk="0">
                    <a:moveTo>
                      <a:pt x="245" y="0"/>
                    </a:moveTo>
                    <a:cubicBezTo>
                      <a:pt x="174" y="0"/>
                      <a:pt x="102" y="34"/>
                      <a:pt x="54" y="112"/>
                    </a:cubicBezTo>
                    <a:cubicBezTo>
                      <a:pt x="1" y="227"/>
                      <a:pt x="50" y="362"/>
                      <a:pt x="165" y="419"/>
                    </a:cubicBezTo>
                    <a:cubicBezTo>
                      <a:pt x="195" y="432"/>
                      <a:pt x="227" y="439"/>
                      <a:pt x="258" y="439"/>
                    </a:cubicBezTo>
                    <a:cubicBezTo>
                      <a:pt x="345" y="439"/>
                      <a:pt x="429" y="390"/>
                      <a:pt x="468" y="309"/>
                    </a:cubicBezTo>
                    <a:cubicBezTo>
                      <a:pt x="529" y="134"/>
                      <a:pt x="388" y="0"/>
                      <a:pt x="24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6"/>
              <p:cNvSpPr/>
              <p:nvPr/>
            </p:nvSpPr>
            <p:spPr>
              <a:xfrm>
                <a:off x="1158959" y="3003539"/>
                <a:ext cx="21561" cy="17596"/>
              </a:xfrm>
              <a:custGeom>
                <a:avLst/>
                <a:gdLst/>
                <a:ahLst/>
                <a:cxnLst/>
                <a:rect l="l" t="t" r="r" b="b"/>
                <a:pathLst>
                  <a:path w="571" h="466" extrusionOk="0">
                    <a:moveTo>
                      <a:pt x="288" y="1"/>
                    </a:moveTo>
                    <a:cubicBezTo>
                      <a:pt x="262" y="1"/>
                      <a:pt x="236" y="5"/>
                      <a:pt x="210" y="15"/>
                    </a:cubicBezTo>
                    <a:cubicBezTo>
                      <a:pt x="13" y="85"/>
                      <a:pt x="0" y="360"/>
                      <a:pt x="189" y="442"/>
                    </a:cubicBezTo>
                    <a:cubicBezTo>
                      <a:pt x="222" y="458"/>
                      <a:pt x="256" y="466"/>
                      <a:pt x="290" y="466"/>
                    </a:cubicBezTo>
                    <a:cubicBezTo>
                      <a:pt x="375" y="466"/>
                      <a:pt x="455" y="417"/>
                      <a:pt x="493" y="335"/>
                    </a:cubicBezTo>
                    <a:cubicBezTo>
                      <a:pt x="571" y="176"/>
                      <a:pt x="447" y="1"/>
                      <a:pt x="28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6"/>
              <p:cNvSpPr/>
              <p:nvPr/>
            </p:nvSpPr>
            <p:spPr>
              <a:xfrm>
                <a:off x="217201" y="2698884"/>
                <a:ext cx="19560" cy="1729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58" extrusionOk="0">
                    <a:moveTo>
                      <a:pt x="257" y="0"/>
                    </a:moveTo>
                    <a:cubicBezTo>
                      <a:pt x="171" y="0"/>
                      <a:pt x="89" y="50"/>
                      <a:pt x="54" y="135"/>
                    </a:cubicBezTo>
                    <a:cubicBezTo>
                      <a:pt x="1" y="250"/>
                      <a:pt x="46" y="385"/>
                      <a:pt x="161" y="438"/>
                    </a:cubicBezTo>
                    <a:cubicBezTo>
                      <a:pt x="191" y="451"/>
                      <a:pt x="222" y="457"/>
                      <a:pt x="253" y="457"/>
                    </a:cubicBezTo>
                    <a:cubicBezTo>
                      <a:pt x="341" y="457"/>
                      <a:pt x="425" y="408"/>
                      <a:pt x="464" y="324"/>
                    </a:cubicBezTo>
                    <a:cubicBezTo>
                      <a:pt x="518" y="213"/>
                      <a:pt x="473" y="77"/>
                      <a:pt x="358" y="24"/>
                    </a:cubicBezTo>
                    <a:cubicBezTo>
                      <a:pt x="325" y="8"/>
                      <a:pt x="291" y="0"/>
                      <a:pt x="25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6"/>
              <p:cNvSpPr/>
              <p:nvPr/>
            </p:nvSpPr>
            <p:spPr>
              <a:xfrm>
                <a:off x="2068355" y="3331379"/>
                <a:ext cx="54676" cy="46973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1244" extrusionOk="0">
                    <a:moveTo>
                      <a:pt x="740" y="1"/>
                    </a:moveTo>
                    <a:cubicBezTo>
                      <a:pt x="335" y="1"/>
                      <a:pt x="1" y="410"/>
                      <a:pt x="160" y="836"/>
                    </a:cubicBezTo>
                    <a:cubicBezTo>
                      <a:pt x="259" y="1106"/>
                      <a:pt x="501" y="1244"/>
                      <a:pt x="744" y="1244"/>
                    </a:cubicBezTo>
                    <a:cubicBezTo>
                      <a:pt x="970" y="1244"/>
                      <a:pt x="1196" y="1124"/>
                      <a:pt x="1308" y="881"/>
                    </a:cubicBezTo>
                    <a:cubicBezTo>
                      <a:pt x="1448" y="569"/>
                      <a:pt x="1313" y="204"/>
                      <a:pt x="1005" y="61"/>
                    </a:cubicBezTo>
                    <a:cubicBezTo>
                      <a:pt x="916" y="19"/>
                      <a:pt x="826" y="1"/>
                      <a:pt x="740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6"/>
              <p:cNvSpPr/>
              <p:nvPr/>
            </p:nvSpPr>
            <p:spPr>
              <a:xfrm>
                <a:off x="1029439" y="2580881"/>
                <a:ext cx="57206" cy="46596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1234" extrusionOk="0">
                    <a:moveTo>
                      <a:pt x="762" y="1"/>
                    </a:moveTo>
                    <a:cubicBezTo>
                      <a:pt x="693" y="1"/>
                      <a:pt x="622" y="13"/>
                      <a:pt x="550" y="39"/>
                    </a:cubicBezTo>
                    <a:cubicBezTo>
                      <a:pt x="37" y="223"/>
                      <a:pt x="0" y="937"/>
                      <a:pt x="493" y="1175"/>
                    </a:cubicBezTo>
                    <a:cubicBezTo>
                      <a:pt x="577" y="1215"/>
                      <a:pt x="666" y="1233"/>
                      <a:pt x="754" y="1233"/>
                    </a:cubicBezTo>
                    <a:cubicBezTo>
                      <a:pt x="986" y="1233"/>
                      <a:pt x="1210" y="1102"/>
                      <a:pt x="1317" y="876"/>
                    </a:cubicBezTo>
                    <a:cubicBezTo>
                      <a:pt x="1515" y="449"/>
                      <a:pt x="1185" y="1"/>
                      <a:pt x="7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6"/>
              <p:cNvSpPr/>
              <p:nvPr/>
            </p:nvSpPr>
            <p:spPr>
              <a:xfrm>
                <a:off x="2057782" y="3442057"/>
                <a:ext cx="29037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51" extrusionOk="0">
                    <a:moveTo>
                      <a:pt x="362" y="1"/>
                    </a:moveTo>
                    <a:cubicBezTo>
                      <a:pt x="258" y="1"/>
                      <a:pt x="153" y="51"/>
                      <a:pt x="87" y="170"/>
                    </a:cubicBezTo>
                    <a:cubicBezTo>
                      <a:pt x="1" y="334"/>
                      <a:pt x="66" y="539"/>
                      <a:pt x="234" y="621"/>
                    </a:cubicBezTo>
                    <a:cubicBezTo>
                      <a:pt x="279" y="642"/>
                      <a:pt x="325" y="651"/>
                      <a:pt x="371" y="651"/>
                    </a:cubicBezTo>
                    <a:cubicBezTo>
                      <a:pt x="502" y="651"/>
                      <a:pt x="625" y="573"/>
                      <a:pt x="673" y="445"/>
                    </a:cubicBezTo>
                    <a:cubicBezTo>
                      <a:pt x="769" y="195"/>
                      <a:pt x="567" y="1"/>
                      <a:pt x="3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6"/>
              <p:cNvSpPr/>
              <p:nvPr/>
            </p:nvSpPr>
            <p:spPr>
              <a:xfrm>
                <a:off x="1666843" y="3077324"/>
                <a:ext cx="52562" cy="45539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6" extrusionOk="0">
                    <a:moveTo>
                      <a:pt x="693" y="0"/>
                    </a:moveTo>
                    <a:cubicBezTo>
                      <a:pt x="457" y="0"/>
                      <a:pt x="232" y="133"/>
                      <a:pt x="124" y="359"/>
                    </a:cubicBezTo>
                    <a:cubicBezTo>
                      <a:pt x="1" y="662"/>
                      <a:pt x="140" y="1011"/>
                      <a:pt x="436" y="1147"/>
                    </a:cubicBezTo>
                    <a:cubicBezTo>
                      <a:pt x="522" y="1187"/>
                      <a:pt x="612" y="1206"/>
                      <a:pt x="701" y="1206"/>
                    </a:cubicBezTo>
                    <a:cubicBezTo>
                      <a:pt x="922" y="1206"/>
                      <a:pt x="1133" y="1088"/>
                      <a:pt x="1244" y="880"/>
                    </a:cubicBezTo>
                    <a:cubicBezTo>
                      <a:pt x="1392" y="568"/>
                      <a:pt x="1257" y="199"/>
                      <a:pt x="949" y="55"/>
                    </a:cubicBezTo>
                    <a:cubicBezTo>
                      <a:pt x="866" y="18"/>
                      <a:pt x="778" y="0"/>
                      <a:pt x="693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6"/>
              <p:cNvSpPr/>
              <p:nvPr/>
            </p:nvSpPr>
            <p:spPr>
              <a:xfrm>
                <a:off x="915250" y="2848039"/>
                <a:ext cx="29906" cy="24468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8" extrusionOk="0">
                    <a:moveTo>
                      <a:pt x="397" y="1"/>
                    </a:moveTo>
                    <a:cubicBezTo>
                      <a:pt x="360" y="1"/>
                      <a:pt x="322" y="7"/>
                      <a:pt x="283" y="21"/>
                    </a:cubicBezTo>
                    <a:cubicBezTo>
                      <a:pt x="12" y="120"/>
                      <a:pt x="0" y="497"/>
                      <a:pt x="259" y="616"/>
                    </a:cubicBezTo>
                    <a:cubicBezTo>
                      <a:pt x="303" y="638"/>
                      <a:pt x="350" y="648"/>
                      <a:pt x="396" y="648"/>
                    </a:cubicBezTo>
                    <a:cubicBezTo>
                      <a:pt x="519" y="648"/>
                      <a:pt x="636" y="577"/>
                      <a:pt x="689" y="460"/>
                    </a:cubicBezTo>
                    <a:cubicBezTo>
                      <a:pt x="791" y="235"/>
                      <a:pt x="619" y="1"/>
                      <a:pt x="397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6"/>
              <p:cNvSpPr/>
              <p:nvPr/>
            </p:nvSpPr>
            <p:spPr>
              <a:xfrm>
                <a:off x="540284" y="2669204"/>
                <a:ext cx="54261" cy="46596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4" extrusionOk="0">
                    <a:moveTo>
                      <a:pt x="732" y="0"/>
                    </a:moveTo>
                    <a:cubicBezTo>
                      <a:pt x="333" y="0"/>
                      <a:pt x="0" y="404"/>
                      <a:pt x="156" y="826"/>
                    </a:cubicBezTo>
                    <a:cubicBezTo>
                      <a:pt x="252" y="1096"/>
                      <a:pt x="492" y="1234"/>
                      <a:pt x="733" y="1234"/>
                    </a:cubicBezTo>
                    <a:cubicBezTo>
                      <a:pt x="955" y="1234"/>
                      <a:pt x="1177" y="1118"/>
                      <a:pt x="1289" y="880"/>
                    </a:cubicBezTo>
                    <a:cubicBezTo>
                      <a:pt x="1436" y="572"/>
                      <a:pt x="1301" y="203"/>
                      <a:pt x="993" y="59"/>
                    </a:cubicBezTo>
                    <a:cubicBezTo>
                      <a:pt x="906" y="19"/>
                      <a:pt x="818" y="0"/>
                      <a:pt x="732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6"/>
              <p:cNvSpPr/>
              <p:nvPr/>
            </p:nvSpPr>
            <p:spPr>
              <a:xfrm>
                <a:off x="1377746" y="3010600"/>
                <a:ext cx="29906" cy="2428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3" extrusionOk="0">
                    <a:moveTo>
                      <a:pt x="397" y="0"/>
                    </a:moveTo>
                    <a:cubicBezTo>
                      <a:pt x="360" y="0"/>
                      <a:pt x="322" y="7"/>
                      <a:pt x="283" y="21"/>
                    </a:cubicBezTo>
                    <a:cubicBezTo>
                      <a:pt x="13" y="119"/>
                      <a:pt x="0" y="493"/>
                      <a:pt x="259" y="616"/>
                    </a:cubicBezTo>
                    <a:cubicBezTo>
                      <a:pt x="302" y="634"/>
                      <a:pt x="347" y="643"/>
                      <a:pt x="390" y="643"/>
                    </a:cubicBezTo>
                    <a:cubicBezTo>
                      <a:pt x="514" y="643"/>
                      <a:pt x="632" y="574"/>
                      <a:pt x="690" y="456"/>
                    </a:cubicBezTo>
                    <a:cubicBezTo>
                      <a:pt x="792" y="234"/>
                      <a:pt x="619" y="0"/>
                      <a:pt x="39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6"/>
              <p:cNvSpPr/>
              <p:nvPr/>
            </p:nvSpPr>
            <p:spPr>
              <a:xfrm>
                <a:off x="1347990" y="2835314"/>
                <a:ext cx="28547" cy="2450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649" extrusionOk="0">
                    <a:moveTo>
                      <a:pt x="385" y="0"/>
                    </a:moveTo>
                    <a:cubicBezTo>
                      <a:pt x="175" y="0"/>
                      <a:pt x="1" y="216"/>
                      <a:pt x="83" y="436"/>
                    </a:cubicBezTo>
                    <a:cubicBezTo>
                      <a:pt x="134" y="577"/>
                      <a:pt x="259" y="649"/>
                      <a:pt x="385" y="649"/>
                    </a:cubicBezTo>
                    <a:cubicBezTo>
                      <a:pt x="501" y="649"/>
                      <a:pt x="618" y="587"/>
                      <a:pt x="677" y="461"/>
                    </a:cubicBezTo>
                    <a:cubicBezTo>
                      <a:pt x="755" y="301"/>
                      <a:pt x="682" y="104"/>
                      <a:pt x="517" y="30"/>
                    </a:cubicBezTo>
                    <a:cubicBezTo>
                      <a:pt x="473" y="10"/>
                      <a:pt x="428" y="0"/>
                      <a:pt x="385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6"/>
              <p:cNvSpPr/>
              <p:nvPr/>
            </p:nvSpPr>
            <p:spPr>
              <a:xfrm>
                <a:off x="816127" y="2460272"/>
                <a:ext cx="54676" cy="46936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1243" extrusionOk="0">
                    <a:moveTo>
                      <a:pt x="736" y="1"/>
                    </a:moveTo>
                    <a:cubicBezTo>
                      <a:pt x="334" y="1"/>
                      <a:pt x="0" y="408"/>
                      <a:pt x="159" y="836"/>
                    </a:cubicBezTo>
                    <a:cubicBezTo>
                      <a:pt x="257" y="1106"/>
                      <a:pt x="498" y="1243"/>
                      <a:pt x="740" y="1243"/>
                    </a:cubicBezTo>
                    <a:cubicBezTo>
                      <a:pt x="966" y="1243"/>
                      <a:pt x="1193" y="1123"/>
                      <a:pt x="1304" y="882"/>
                    </a:cubicBezTo>
                    <a:cubicBezTo>
                      <a:pt x="1447" y="570"/>
                      <a:pt x="1312" y="205"/>
                      <a:pt x="1000" y="61"/>
                    </a:cubicBezTo>
                    <a:cubicBezTo>
                      <a:pt x="912" y="20"/>
                      <a:pt x="822" y="1"/>
                      <a:pt x="736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6"/>
              <p:cNvSpPr/>
              <p:nvPr/>
            </p:nvSpPr>
            <p:spPr>
              <a:xfrm>
                <a:off x="557918" y="2342647"/>
                <a:ext cx="29944" cy="24431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47" extrusionOk="0">
                    <a:moveTo>
                      <a:pt x="398" y="0"/>
                    </a:moveTo>
                    <a:cubicBezTo>
                      <a:pt x="361" y="0"/>
                      <a:pt x="323" y="7"/>
                      <a:pt x="284" y="21"/>
                    </a:cubicBezTo>
                    <a:cubicBezTo>
                      <a:pt x="13" y="123"/>
                      <a:pt x="1" y="501"/>
                      <a:pt x="263" y="620"/>
                    </a:cubicBezTo>
                    <a:cubicBezTo>
                      <a:pt x="305" y="638"/>
                      <a:pt x="349" y="647"/>
                      <a:pt x="393" y="647"/>
                    </a:cubicBezTo>
                    <a:cubicBezTo>
                      <a:pt x="515" y="647"/>
                      <a:pt x="633" y="578"/>
                      <a:pt x="690" y="460"/>
                    </a:cubicBezTo>
                    <a:cubicBezTo>
                      <a:pt x="792" y="234"/>
                      <a:pt x="620" y="0"/>
                      <a:pt x="398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6"/>
              <p:cNvSpPr/>
              <p:nvPr/>
            </p:nvSpPr>
            <p:spPr>
              <a:xfrm>
                <a:off x="2036334" y="3241319"/>
                <a:ext cx="21183" cy="16426"/>
              </a:xfrm>
              <a:custGeom>
                <a:avLst/>
                <a:gdLst/>
                <a:ahLst/>
                <a:cxnLst/>
                <a:rect l="l" t="t" r="r" b="b"/>
                <a:pathLst>
                  <a:path w="561" h="435" extrusionOk="0">
                    <a:moveTo>
                      <a:pt x="312" y="1"/>
                    </a:moveTo>
                    <a:cubicBezTo>
                      <a:pt x="109" y="1"/>
                      <a:pt x="0" y="308"/>
                      <a:pt x="228" y="414"/>
                    </a:cubicBezTo>
                    <a:cubicBezTo>
                      <a:pt x="257" y="428"/>
                      <a:pt x="288" y="434"/>
                      <a:pt x="318" y="434"/>
                    </a:cubicBezTo>
                    <a:cubicBezTo>
                      <a:pt x="399" y="434"/>
                      <a:pt x="476" y="389"/>
                      <a:pt x="515" y="312"/>
                    </a:cubicBezTo>
                    <a:cubicBezTo>
                      <a:pt x="560" y="205"/>
                      <a:pt x="515" y="78"/>
                      <a:pt x="413" y="25"/>
                    </a:cubicBezTo>
                    <a:cubicBezTo>
                      <a:pt x="378" y="8"/>
                      <a:pt x="344" y="1"/>
                      <a:pt x="31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6"/>
              <p:cNvSpPr/>
              <p:nvPr/>
            </p:nvSpPr>
            <p:spPr>
              <a:xfrm>
                <a:off x="2312367" y="3327075"/>
                <a:ext cx="20315" cy="16124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27" extrusionOk="0">
                    <a:moveTo>
                      <a:pt x="308" y="1"/>
                    </a:moveTo>
                    <a:cubicBezTo>
                      <a:pt x="105" y="1"/>
                      <a:pt x="1" y="287"/>
                      <a:pt x="205" y="404"/>
                    </a:cubicBezTo>
                    <a:cubicBezTo>
                      <a:pt x="236" y="419"/>
                      <a:pt x="268" y="427"/>
                      <a:pt x="299" y="427"/>
                    </a:cubicBezTo>
                    <a:cubicBezTo>
                      <a:pt x="378" y="427"/>
                      <a:pt x="454" y="381"/>
                      <a:pt x="493" y="302"/>
                    </a:cubicBezTo>
                    <a:cubicBezTo>
                      <a:pt x="538" y="195"/>
                      <a:pt x="493" y="68"/>
                      <a:pt x="386" y="15"/>
                    </a:cubicBezTo>
                    <a:cubicBezTo>
                      <a:pt x="359" y="5"/>
                      <a:pt x="332" y="1"/>
                      <a:pt x="30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6"/>
              <p:cNvSpPr/>
              <p:nvPr/>
            </p:nvSpPr>
            <p:spPr>
              <a:xfrm>
                <a:off x="2171027" y="3371368"/>
                <a:ext cx="26243" cy="22543"/>
              </a:xfrm>
              <a:custGeom>
                <a:avLst/>
                <a:gdLst/>
                <a:ahLst/>
                <a:cxnLst/>
                <a:rect l="l" t="t" r="r" b="b"/>
                <a:pathLst>
                  <a:path w="695" h="597" extrusionOk="0">
                    <a:moveTo>
                      <a:pt x="358" y="1"/>
                    </a:moveTo>
                    <a:cubicBezTo>
                      <a:pt x="162" y="1"/>
                      <a:pt x="1" y="197"/>
                      <a:pt x="79" y="405"/>
                    </a:cubicBezTo>
                    <a:cubicBezTo>
                      <a:pt x="128" y="532"/>
                      <a:pt x="242" y="596"/>
                      <a:pt x="358" y="596"/>
                    </a:cubicBezTo>
                    <a:cubicBezTo>
                      <a:pt x="466" y="596"/>
                      <a:pt x="575" y="539"/>
                      <a:pt x="629" y="421"/>
                    </a:cubicBezTo>
                    <a:cubicBezTo>
                      <a:pt x="694" y="274"/>
                      <a:pt x="629" y="97"/>
                      <a:pt x="481" y="27"/>
                    </a:cubicBezTo>
                    <a:cubicBezTo>
                      <a:pt x="440" y="9"/>
                      <a:pt x="398" y="1"/>
                      <a:pt x="35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6"/>
              <p:cNvSpPr/>
              <p:nvPr/>
            </p:nvSpPr>
            <p:spPr>
              <a:xfrm>
                <a:off x="986353" y="2692238"/>
                <a:ext cx="13216" cy="11706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10" extrusionOk="0">
                    <a:moveTo>
                      <a:pt x="174" y="1"/>
                    </a:moveTo>
                    <a:cubicBezTo>
                      <a:pt x="116" y="1"/>
                      <a:pt x="61" y="35"/>
                      <a:pt x="37" y="89"/>
                    </a:cubicBezTo>
                    <a:cubicBezTo>
                      <a:pt x="0" y="167"/>
                      <a:pt x="33" y="262"/>
                      <a:pt x="111" y="294"/>
                    </a:cubicBezTo>
                    <a:cubicBezTo>
                      <a:pt x="132" y="305"/>
                      <a:pt x="154" y="310"/>
                      <a:pt x="176" y="310"/>
                    </a:cubicBezTo>
                    <a:cubicBezTo>
                      <a:pt x="233" y="310"/>
                      <a:pt x="290" y="277"/>
                      <a:pt x="316" y="221"/>
                    </a:cubicBezTo>
                    <a:cubicBezTo>
                      <a:pt x="349" y="143"/>
                      <a:pt x="316" y="48"/>
                      <a:pt x="238" y="15"/>
                    </a:cubicBezTo>
                    <a:cubicBezTo>
                      <a:pt x="218" y="6"/>
                      <a:pt x="196" y="1"/>
                      <a:pt x="174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6"/>
              <p:cNvSpPr/>
              <p:nvPr/>
            </p:nvSpPr>
            <p:spPr>
              <a:xfrm>
                <a:off x="425188" y="2496409"/>
                <a:ext cx="14236" cy="11139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95" extrusionOk="0">
                    <a:moveTo>
                      <a:pt x="207" y="0"/>
                    </a:moveTo>
                    <a:cubicBezTo>
                      <a:pt x="148" y="0"/>
                      <a:pt x="92" y="36"/>
                      <a:pt x="65" y="93"/>
                    </a:cubicBezTo>
                    <a:cubicBezTo>
                      <a:pt x="0" y="194"/>
                      <a:pt x="130" y="295"/>
                      <a:pt x="235" y="295"/>
                    </a:cubicBezTo>
                    <a:cubicBezTo>
                      <a:pt x="284" y="295"/>
                      <a:pt x="327" y="273"/>
                      <a:pt x="344" y="220"/>
                    </a:cubicBezTo>
                    <a:cubicBezTo>
                      <a:pt x="377" y="142"/>
                      <a:pt x="348" y="52"/>
                      <a:pt x="270" y="15"/>
                    </a:cubicBezTo>
                    <a:cubicBezTo>
                      <a:pt x="249" y="5"/>
                      <a:pt x="228" y="0"/>
                      <a:pt x="20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6" name="Google Shape;1726;p26"/>
            <p:cNvGrpSpPr/>
            <p:nvPr/>
          </p:nvGrpSpPr>
          <p:grpSpPr>
            <a:xfrm>
              <a:off x="20705" y="3758301"/>
              <a:ext cx="2340266" cy="1480943"/>
              <a:chOff x="20705" y="3758301"/>
              <a:chExt cx="2340266" cy="1480943"/>
            </a:xfrm>
          </p:grpSpPr>
          <p:grpSp>
            <p:nvGrpSpPr>
              <p:cNvPr id="1727" name="Google Shape;1727;p26"/>
              <p:cNvGrpSpPr/>
              <p:nvPr/>
            </p:nvGrpSpPr>
            <p:grpSpPr>
              <a:xfrm rot="-1434146">
                <a:off x="124719" y="4063247"/>
                <a:ext cx="1689607" cy="871052"/>
                <a:chOff x="152441" y="2342647"/>
                <a:chExt cx="2180241" cy="1123991"/>
              </a:xfrm>
            </p:grpSpPr>
            <p:sp>
              <p:nvSpPr>
                <p:cNvPr id="1728" name="Google Shape;1728;p26"/>
                <p:cNvSpPr/>
                <p:nvPr/>
              </p:nvSpPr>
              <p:spPr>
                <a:xfrm>
                  <a:off x="1817321" y="3150655"/>
                  <a:ext cx="23109" cy="2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40" extrusionOk="0">
                      <a:moveTo>
                        <a:pt x="306" y="1"/>
                      </a:moveTo>
                      <a:cubicBezTo>
                        <a:pt x="204" y="1"/>
                        <a:pt x="107" y="59"/>
                        <a:pt x="62" y="161"/>
                      </a:cubicBezTo>
                      <a:cubicBezTo>
                        <a:pt x="0" y="292"/>
                        <a:pt x="58" y="452"/>
                        <a:pt x="193" y="513"/>
                      </a:cubicBezTo>
                      <a:cubicBezTo>
                        <a:pt x="229" y="532"/>
                        <a:pt x="268" y="540"/>
                        <a:pt x="305" y="540"/>
                      </a:cubicBezTo>
                      <a:cubicBezTo>
                        <a:pt x="405" y="540"/>
                        <a:pt x="503" y="481"/>
                        <a:pt x="550" y="386"/>
                      </a:cubicBezTo>
                      <a:cubicBezTo>
                        <a:pt x="612" y="251"/>
                        <a:pt x="554" y="87"/>
                        <a:pt x="419" y="25"/>
                      </a:cubicBezTo>
                      <a:cubicBezTo>
                        <a:pt x="382" y="9"/>
                        <a:pt x="344" y="1"/>
                        <a:pt x="30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1729;p26"/>
                <p:cNvSpPr/>
                <p:nvPr/>
              </p:nvSpPr>
              <p:spPr>
                <a:xfrm>
                  <a:off x="1507719" y="3182752"/>
                  <a:ext cx="24808" cy="20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34" extrusionOk="0">
                      <a:moveTo>
                        <a:pt x="329" y="1"/>
                      </a:moveTo>
                      <a:cubicBezTo>
                        <a:pt x="300" y="1"/>
                        <a:pt x="270" y="6"/>
                        <a:pt x="239" y="16"/>
                      </a:cubicBezTo>
                      <a:cubicBezTo>
                        <a:pt x="17" y="98"/>
                        <a:pt x="1" y="406"/>
                        <a:pt x="214" y="509"/>
                      </a:cubicBezTo>
                      <a:cubicBezTo>
                        <a:pt x="250" y="526"/>
                        <a:pt x="288" y="533"/>
                        <a:pt x="326" y="533"/>
                      </a:cubicBezTo>
                      <a:cubicBezTo>
                        <a:pt x="426" y="533"/>
                        <a:pt x="524" y="477"/>
                        <a:pt x="571" y="382"/>
                      </a:cubicBezTo>
                      <a:cubicBezTo>
                        <a:pt x="656" y="194"/>
                        <a:pt x="512" y="1"/>
                        <a:pt x="329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1730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1731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733;p26"/>
                <p:cNvSpPr/>
                <p:nvPr/>
              </p:nvSpPr>
              <p:spPr>
                <a:xfrm>
                  <a:off x="1667938" y="3290711"/>
                  <a:ext cx="19975" cy="16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439" extrusionOk="0">
                      <a:moveTo>
                        <a:pt x="245" y="0"/>
                      </a:moveTo>
                      <a:cubicBezTo>
                        <a:pt x="174" y="0"/>
                        <a:pt x="102" y="34"/>
                        <a:pt x="54" y="112"/>
                      </a:cubicBezTo>
                      <a:cubicBezTo>
                        <a:pt x="1" y="227"/>
                        <a:pt x="50" y="362"/>
                        <a:pt x="165" y="419"/>
                      </a:cubicBezTo>
                      <a:cubicBezTo>
                        <a:pt x="195" y="432"/>
                        <a:pt x="227" y="439"/>
                        <a:pt x="258" y="439"/>
                      </a:cubicBezTo>
                      <a:cubicBezTo>
                        <a:pt x="345" y="439"/>
                        <a:pt x="429" y="390"/>
                        <a:pt x="468" y="309"/>
                      </a:cubicBezTo>
                      <a:cubicBezTo>
                        <a:pt x="529" y="134"/>
                        <a:pt x="388" y="0"/>
                        <a:pt x="24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734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735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736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737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738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26"/>
                <p:cNvSpPr/>
                <p:nvPr/>
              </p:nvSpPr>
              <p:spPr>
                <a:xfrm>
                  <a:off x="1666843" y="3077324"/>
                  <a:ext cx="52562" cy="45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6" extrusionOk="0">
                      <a:moveTo>
                        <a:pt x="693" y="0"/>
                      </a:moveTo>
                      <a:cubicBezTo>
                        <a:pt x="457" y="0"/>
                        <a:pt x="232" y="133"/>
                        <a:pt x="124" y="359"/>
                      </a:cubicBezTo>
                      <a:cubicBezTo>
                        <a:pt x="1" y="662"/>
                        <a:pt x="140" y="1011"/>
                        <a:pt x="436" y="1147"/>
                      </a:cubicBezTo>
                      <a:cubicBezTo>
                        <a:pt x="522" y="1187"/>
                        <a:pt x="612" y="1206"/>
                        <a:pt x="701" y="1206"/>
                      </a:cubicBezTo>
                      <a:cubicBezTo>
                        <a:pt x="922" y="1206"/>
                        <a:pt x="1133" y="1088"/>
                        <a:pt x="1244" y="880"/>
                      </a:cubicBezTo>
                      <a:cubicBezTo>
                        <a:pt x="1392" y="568"/>
                        <a:pt x="1257" y="199"/>
                        <a:pt x="949" y="55"/>
                      </a:cubicBezTo>
                      <a:cubicBezTo>
                        <a:pt x="866" y="18"/>
                        <a:pt x="778" y="0"/>
                        <a:pt x="693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26"/>
                <p:cNvSpPr/>
                <p:nvPr/>
              </p:nvSpPr>
              <p:spPr>
                <a:xfrm>
                  <a:off x="540284" y="2669204"/>
                  <a:ext cx="54261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234" extrusionOk="0">
                      <a:moveTo>
                        <a:pt x="732" y="0"/>
                      </a:moveTo>
                      <a:cubicBezTo>
                        <a:pt x="333" y="0"/>
                        <a:pt x="0" y="404"/>
                        <a:pt x="156" y="826"/>
                      </a:cubicBezTo>
                      <a:cubicBezTo>
                        <a:pt x="252" y="1096"/>
                        <a:pt x="492" y="1234"/>
                        <a:pt x="733" y="1234"/>
                      </a:cubicBezTo>
                      <a:cubicBezTo>
                        <a:pt x="955" y="1234"/>
                        <a:pt x="1177" y="1118"/>
                        <a:pt x="1289" y="880"/>
                      </a:cubicBezTo>
                      <a:cubicBezTo>
                        <a:pt x="1436" y="572"/>
                        <a:pt x="1301" y="203"/>
                        <a:pt x="993" y="59"/>
                      </a:cubicBezTo>
                      <a:cubicBezTo>
                        <a:pt x="906" y="19"/>
                        <a:pt x="818" y="0"/>
                        <a:pt x="732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743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744;p26"/>
                <p:cNvSpPr/>
                <p:nvPr/>
              </p:nvSpPr>
              <p:spPr>
                <a:xfrm>
                  <a:off x="816127" y="2460272"/>
                  <a:ext cx="54676" cy="4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3" extrusionOk="0">
                      <a:moveTo>
                        <a:pt x="736" y="1"/>
                      </a:moveTo>
                      <a:cubicBezTo>
                        <a:pt x="334" y="1"/>
                        <a:pt x="0" y="408"/>
                        <a:pt x="159" y="836"/>
                      </a:cubicBezTo>
                      <a:cubicBezTo>
                        <a:pt x="257" y="1106"/>
                        <a:pt x="498" y="1243"/>
                        <a:pt x="740" y="1243"/>
                      </a:cubicBezTo>
                      <a:cubicBezTo>
                        <a:pt x="966" y="1243"/>
                        <a:pt x="1193" y="1123"/>
                        <a:pt x="1304" y="882"/>
                      </a:cubicBezTo>
                      <a:cubicBezTo>
                        <a:pt x="1447" y="570"/>
                        <a:pt x="1312" y="205"/>
                        <a:pt x="1000" y="61"/>
                      </a:cubicBezTo>
                      <a:cubicBezTo>
                        <a:pt x="912" y="20"/>
                        <a:pt x="822" y="1"/>
                        <a:pt x="73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745;p26"/>
                <p:cNvSpPr/>
                <p:nvPr/>
              </p:nvSpPr>
              <p:spPr>
                <a:xfrm>
                  <a:off x="557918" y="2342647"/>
                  <a:ext cx="29944" cy="2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47" extrusionOk="0">
                      <a:moveTo>
                        <a:pt x="398" y="0"/>
                      </a:moveTo>
                      <a:cubicBezTo>
                        <a:pt x="361" y="0"/>
                        <a:pt x="323" y="7"/>
                        <a:pt x="284" y="21"/>
                      </a:cubicBezTo>
                      <a:cubicBezTo>
                        <a:pt x="13" y="123"/>
                        <a:pt x="1" y="501"/>
                        <a:pt x="263" y="620"/>
                      </a:cubicBezTo>
                      <a:cubicBezTo>
                        <a:pt x="305" y="638"/>
                        <a:pt x="349" y="647"/>
                        <a:pt x="393" y="647"/>
                      </a:cubicBezTo>
                      <a:cubicBezTo>
                        <a:pt x="515" y="647"/>
                        <a:pt x="633" y="578"/>
                        <a:pt x="690" y="460"/>
                      </a:cubicBezTo>
                      <a:cubicBezTo>
                        <a:pt x="792" y="234"/>
                        <a:pt x="620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51" name="Google Shape;1751;p26"/>
              <p:cNvSpPr/>
              <p:nvPr/>
            </p:nvSpPr>
            <p:spPr>
              <a:xfrm rot="-1434260">
                <a:off x="2118364" y="4525893"/>
                <a:ext cx="23176" cy="18816"/>
              </a:xfrm>
              <a:custGeom>
                <a:avLst/>
                <a:gdLst/>
                <a:ahLst/>
                <a:cxnLst/>
                <a:rect l="l" t="t" r="r" b="b"/>
                <a:pathLst>
                  <a:path w="792" h="643" extrusionOk="0">
                    <a:moveTo>
                      <a:pt x="397" y="0"/>
                    </a:moveTo>
                    <a:cubicBezTo>
                      <a:pt x="360" y="0"/>
                      <a:pt x="322" y="7"/>
                      <a:pt x="283" y="21"/>
                    </a:cubicBezTo>
                    <a:cubicBezTo>
                      <a:pt x="13" y="119"/>
                      <a:pt x="0" y="493"/>
                      <a:pt x="259" y="616"/>
                    </a:cubicBezTo>
                    <a:cubicBezTo>
                      <a:pt x="302" y="634"/>
                      <a:pt x="347" y="643"/>
                      <a:pt x="390" y="643"/>
                    </a:cubicBezTo>
                    <a:cubicBezTo>
                      <a:pt x="514" y="643"/>
                      <a:pt x="632" y="574"/>
                      <a:pt x="690" y="456"/>
                    </a:cubicBezTo>
                    <a:cubicBezTo>
                      <a:pt x="792" y="234"/>
                      <a:pt x="619" y="0"/>
                      <a:pt x="39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6"/>
              <p:cNvSpPr/>
              <p:nvPr/>
            </p:nvSpPr>
            <p:spPr>
              <a:xfrm rot="-1434260">
                <a:off x="2327802" y="4484192"/>
                <a:ext cx="16416" cy="12729"/>
              </a:xfrm>
              <a:custGeom>
                <a:avLst/>
                <a:gdLst/>
                <a:ahLst/>
                <a:cxnLst/>
                <a:rect l="l" t="t" r="r" b="b"/>
                <a:pathLst>
                  <a:path w="561" h="435" extrusionOk="0">
                    <a:moveTo>
                      <a:pt x="312" y="1"/>
                    </a:moveTo>
                    <a:cubicBezTo>
                      <a:pt x="109" y="1"/>
                      <a:pt x="0" y="308"/>
                      <a:pt x="228" y="414"/>
                    </a:cubicBezTo>
                    <a:cubicBezTo>
                      <a:pt x="257" y="428"/>
                      <a:pt x="288" y="434"/>
                      <a:pt x="318" y="434"/>
                    </a:cubicBezTo>
                    <a:cubicBezTo>
                      <a:pt x="399" y="434"/>
                      <a:pt x="476" y="389"/>
                      <a:pt x="515" y="312"/>
                    </a:cubicBezTo>
                    <a:cubicBezTo>
                      <a:pt x="560" y="205"/>
                      <a:pt x="515" y="78"/>
                      <a:pt x="413" y="25"/>
                    </a:cubicBezTo>
                    <a:cubicBezTo>
                      <a:pt x="378" y="8"/>
                      <a:pt x="344" y="1"/>
                      <a:pt x="31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6"/>
              <p:cNvSpPr/>
              <p:nvPr/>
            </p:nvSpPr>
            <p:spPr>
              <a:xfrm rot="-1434260">
                <a:off x="2299429" y="4607989"/>
                <a:ext cx="19225" cy="15626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34" extrusionOk="0">
                    <a:moveTo>
                      <a:pt x="329" y="1"/>
                    </a:moveTo>
                    <a:cubicBezTo>
                      <a:pt x="300" y="1"/>
                      <a:pt x="270" y="6"/>
                      <a:pt x="239" y="16"/>
                    </a:cubicBezTo>
                    <a:cubicBezTo>
                      <a:pt x="17" y="98"/>
                      <a:pt x="1" y="406"/>
                      <a:pt x="214" y="509"/>
                    </a:cubicBezTo>
                    <a:cubicBezTo>
                      <a:pt x="250" y="526"/>
                      <a:pt x="288" y="533"/>
                      <a:pt x="326" y="533"/>
                    </a:cubicBezTo>
                    <a:cubicBezTo>
                      <a:pt x="426" y="533"/>
                      <a:pt x="524" y="477"/>
                      <a:pt x="571" y="382"/>
                    </a:cubicBezTo>
                    <a:cubicBezTo>
                      <a:pt x="656" y="194"/>
                      <a:pt x="512" y="1"/>
                      <a:pt x="329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6"/>
              <p:cNvSpPr/>
              <p:nvPr/>
            </p:nvSpPr>
            <p:spPr>
              <a:xfrm rot="-1434260">
                <a:off x="1960551" y="4623677"/>
                <a:ext cx="40733" cy="35291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206" extrusionOk="0">
                    <a:moveTo>
                      <a:pt x="693" y="0"/>
                    </a:moveTo>
                    <a:cubicBezTo>
                      <a:pt x="457" y="0"/>
                      <a:pt x="232" y="133"/>
                      <a:pt x="124" y="359"/>
                    </a:cubicBezTo>
                    <a:cubicBezTo>
                      <a:pt x="1" y="662"/>
                      <a:pt x="140" y="1011"/>
                      <a:pt x="436" y="1147"/>
                    </a:cubicBezTo>
                    <a:cubicBezTo>
                      <a:pt x="522" y="1187"/>
                      <a:pt x="612" y="1206"/>
                      <a:pt x="701" y="1206"/>
                    </a:cubicBezTo>
                    <a:cubicBezTo>
                      <a:pt x="922" y="1206"/>
                      <a:pt x="1133" y="1088"/>
                      <a:pt x="1244" y="880"/>
                    </a:cubicBezTo>
                    <a:cubicBezTo>
                      <a:pt x="1392" y="568"/>
                      <a:pt x="1257" y="199"/>
                      <a:pt x="949" y="55"/>
                    </a:cubicBezTo>
                    <a:cubicBezTo>
                      <a:pt x="866" y="18"/>
                      <a:pt x="778" y="0"/>
                      <a:pt x="693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6"/>
              <p:cNvSpPr/>
              <p:nvPr/>
            </p:nvSpPr>
            <p:spPr>
              <a:xfrm rot="-1434260">
                <a:off x="2335574" y="4636550"/>
                <a:ext cx="22503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51" extrusionOk="0">
                    <a:moveTo>
                      <a:pt x="362" y="1"/>
                    </a:moveTo>
                    <a:cubicBezTo>
                      <a:pt x="258" y="1"/>
                      <a:pt x="153" y="51"/>
                      <a:pt x="87" y="170"/>
                    </a:cubicBezTo>
                    <a:cubicBezTo>
                      <a:pt x="1" y="334"/>
                      <a:pt x="66" y="539"/>
                      <a:pt x="234" y="621"/>
                    </a:cubicBezTo>
                    <a:cubicBezTo>
                      <a:pt x="279" y="642"/>
                      <a:pt x="325" y="651"/>
                      <a:pt x="371" y="651"/>
                    </a:cubicBezTo>
                    <a:cubicBezTo>
                      <a:pt x="502" y="651"/>
                      <a:pt x="625" y="573"/>
                      <a:pt x="673" y="445"/>
                    </a:cubicBezTo>
                    <a:cubicBezTo>
                      <a:pt x="769" y="195"/>
                      <a:pt x="567" y="1"/>
                      <a:pt x="362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6" name="Google Shape;1756;p26"/>
            <p:cNvGrpSpPr/>
            <p:nvPr/>
          </p:nvGrpSpPr>
          <p:grpSpPr>
            <a:xfrm>
              <a:off x="49568" y="3227186"/>
              <a:ext cx="2544314" cy="966285"/>
              <a:chOff x="49568" y="3227186"/>
              <a:chExt cx="2544314" cy="966285"/>
            </a:xfrm>
          </p:grpSpPr>
          <p:grpSp>
            <p:nvGrpSpPr>
              <p:cNvPr id="1757" name="Google Shape;1757;p26"/>
              <p:cNvGrpSpPr/>
              <p:nvPr/>
            </p:nvGrpSpPr>
            <p:grpSpPr>
              <a:xfrm rot="-735074">
                <a:off x="107285" y="3360752"/>
                <a:ext cx="1332606" cy="687006"/>
                <a:chOff x="152441" y="2342647"/>
                <a:chExt cx="2180241" cy="1123991"/>
              </a:xfrm>
            </p:grpSpPr>
            <p:sp>
              <p:nvSpPr>
                <p:cNvPr id="1758" name="Google Shape;1758;p26"/>
                <p:cNvSpPr/>
                <p:nvPr/>
              </p:nvSpPr>
              <p:spPr>
                <a:xfrm>
                  <a:off x="1817321" y="3150655"/>
                  <a:ext cx="23109" cy="2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40" extrusionOk="0">
                      <a:moveTo>
                        <a:pt x="306" y="1"/>
                      </a:moveTo>
                      <a:cubicBezTo>
                        <a:pt x="204" y="1"/>
                        <a:pt x="107" y="59"/>
                        <a:pt x="62" y="161"/>
                      </a:cubicBezTo>
                      <a:cubicBezTo>
                        <a:pt x="0" y="292"/>
                        <a:pt x="58" y="452"/>
                        <a:pt x="193" y="513"/>
                      </a:cubicBezTo>
                      <a:cubicBezTo>
                        <a:pt x="229" y="532"/>
                        <a:pt x="268" y="540"/>
                        <a:pt x="305" y="540"/>
                      </a:cubicBezTo>
                      <a:cubicBezTo>
                        <a:pt x="405" y="540"/>
                        <a:pt x="503" y="481"/>
                        <a:pt x="550" y="386"/>
                      </a:cubicBezTo>
                      <a:cubicBezTo>
                        <a:pt x="612" y="251"/>
                        <a:pt x="554" y="87"/>
                        <a:pt x="419" y="25"/>
                      </a:cubicBezTo>
                      <a:cubicBezTo>
                        <a:pt x="382" y="9"/>
                        <a:pt x="344" y="1"/>
                        <a:pt x="30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26"/>
                <p:cNvSpPr/>
                <p:nvPr/>
              </p:nvSpPr>
              <p:spPr>
                <a:xfrm>
                  <a:off x="1507719" y="3182752"/>
                  <a:ext cx="24808" cy="20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34" extrusionOk="0">
                      <a:moveTo>
                        <a:pt x="329" y="1"/>
                      </a:moveTo>
                      <a:cubicBezTo>
                        <a:pt x="300" y="1"/>
                        <a:pt x="270" y="6"/>
                        <a:pt x="239" y="16"/>
                      </a:cubicBezTo>
                      <a:cubicBezTo>
                        <a:pt x="17" y="98"/>
                        <a:pt x="1" y="406"/>
                        <a:pt x="214" y="509"/>
                      </a:cubicBezTo>
                      <a:cubicBezTo>
                        <a:pt x="250" y="526"/>
                        <a:pt x="288" y="533"/>
                        <a:pt x="326" y="533"/>
                      </a:cubicBezTo>
                      <a:cubicBezTo>
                        <a:pt x="426" y="533"/>
                        <a:pt x="524" y="477"/>
                        <a:pt x="571" y="382"/>
                      </a:cubicBezTo>
                      <a:cubicBezTo>
                        <a:pt x="656" y="194"/>
                        <a:pt x="512" y="1"/>
                        <a:pt x="329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26"/>
                <p:cNvSpPr/>
                <p:nvPr/>
              </p:nvSpPr>
              <p:spPr>
                <a:xfrm>
                  <a:off x="1667938" y="3290711"/>
                  <a:ext cx="19975" cy="16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439" extrusionOk="0">
                      <a:moveTo>
                        <a:pt x="245" y="0"/>
                      </a:moveTo>
                      <a:cubicBezTo>
                        <a:pt x="174" y="0"/>
                        <a:pt x="102" y="34"/>
                        <a:pt x="54" y="112"/>
                      </a:cubicBezTo>
                      <a:cubicBezTo>
                        <a:pt x="1" y="227"/>
                        <a:pt x="50" y="362"/>
                        <a:pt x="165" y="419"/>
                      </a:cubicBezTo>
                      <a:cubicBezTo>
                        <a:pt x="195" y="432"/>
                        <a:pt x="227" y="439"/>
                        <a:pt x="258" y="439"/>
                      </a:cubicBezTo>
                      <a:cubicBezTo>
                        <a:pt x="345" y="439"/>
                        <a:pt x="429" y="390"/>
                        <a:pt x="468" y="309"/>
                      </a:cubicBezTo>
                      <a:cubicBezTo>
                        <a:pt x="529" y="134"/>
                        <a:pt x="388" y="0"/>
                        <a:pt x="24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26"/>
                <p:cNvSpPr/>
                <p:nvPr/>
              </p:nvSpPr>
              <p:spPr>
                <a:xfrm>
                  <a:off x="1666843" y="3077324"/>
                  <a:ext cx="52562" cy="45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206" extrusionOk="0">
                      <a:moveTo>
                        <a:pt x="693" y="0"/>
                      </a:moveTo>
                      <a:cubicBezTo>
                        <a:pt x="457" y="0"/>
                        <a:pt x="232" y="133"/>
                        <a:pt x="124" y="359"/>
                      </a:cubicBezTo>
                      <a:cubicBezTo>
                        <a:pt x="1" y="662"/>
                        <a:pt x="140" y="1011"/>
                        <a:pt x="436" y="1147"/>
                      </a:cubicBezTo>
                      <a:cubicBezTo>
                        <a:pt x="522" y="1187"/>
                        <a:pt x="612" y="1206"/>
                        <a:pt x="701" y="1206"/>
                      </a:cubicBezTo>
                      <a:cubicBezTo>
                        <a:pt x="922" y="1206"/>
                        <a:pt x="1133" y="1088"/>
                        <a:pt x="1244" y="880"/>
                      </a:cubicBezTo>
                      <a:cubicBezTo>
                        <a:pt x="1392" y="568"/>
                        <a:pt x="1257" y="199"/>
                        <a:pt x="949" y="55"/>
                      </a:cubicBezTo>
                      <a:cubicBezTo>
                        <a:pt x="866" y="18"/>
                        <a:pt x="778" y="0"/>
                        <a:pt x="693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26"/>
                <p:cNvSpPr/>
                <p:nvPr/>
              </p:nvSpPr>
              <p:spPr>
                <a:xfrm>
                  <a:off x="540284" y="2669204"/>
                  <a:ext cx="54261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" h="1234" extrusionOk="0">
                      <a:moveTo>
                        <a:pt x="732" y="0"/>
                      </a:moveTo>
                      <a:cubicBezTo>
                        <a:pt x="333" y="0"/>
                        <a:pt x="0" y="404"/>
                        <a:pt x="156" y="826"/>
                      </a:cubicBezTo>
                      <a:cubicBezTo>
                        <a:pt x="252" y="1096"/>
                        <a:pt x="492" y="1234"/>
                        <a:pt x="733" y="1234"/>
                      </a:cubicBezTo>
                      <a:cubicBezTo>
                        <a:pt x="955" y="1234"/>
                        <a:pt x="1177" y="1118"/>
                        <a:pt x="1289" y="880"/>
                      </a:cubicBezTo>
                      <a:cubicBezTo>
                        <a:pt x="1436" y="572"/>
                        <a:pt x="1301" y="203"/>
                        <a:pt x="993" y="59"/>
                      </a:cubicBezTo>
                      <a:cubicBezTo>
                        <a:pt x="906" y="19"/>
                        <a:pt x="818" y="0"/>
                        <a:pt x="732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26"/>
                <p:cNvSpPr/>
                <p:nvPr/>
              </p:nvSpPr>
              <p:spPr>
                <a:xfrm>
                  <a:off x="816127" y="2460272"/>
                  <a:ext cx="54676" cy="4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3" extrusionOk="0">
                      <a:moveTo>
                        <a:pt x="736" y="1"/>
                      </a:moveTo>
                      <a:cubicBezTo>
                        <a:pt x="334" y="1"/>
                        <a:pt x="0" y="408"/>
                        <a:pt x="159" y="836"/>
                      </a:cubicBezTo>
                      <a:cubicBezTo>
                        <a:pt x="257" y="1106"/>
                        <a:pt x="498" y="1243"/>
                        <a:pt x="740" y="1243"/>
                      </a:cubicBezTo>
                      <a:cubicBezTo>
                        <a:pt x="966" y="1243"/>
                        <a:pt x="1193" y="1123"/>
                        <a:pt x="1304" y="882"/>
                      </a:cubicBezTo>
                      <a:cubicBezTo>
                        <a:pt x="1447" y="570"/>
                        <a:pt x="1312" y="205"/>
                        <a:pt x="1000" y="61"/>
                      </a:cubicBezTo>
                      <a:cubicBezTo>
                        <a:pt x="912" y="20"/>
                        <a:pt x="822" y="1"/>
                        <a:pt x="73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26"/>
                <p:cNvSpPr/>
                <p:nvPr/>
              </p:nvSpPr>
              <p:spPr>
                <a:xfrm>
                  <a:off x="557918" y="2342647"/>
                  <a:ext cx="29944" cy="24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47" extrusionOk="0">
                      <a:moveTo>
                        <a:pt x="398" y="0"/>
                      </a:moveTo>
                      <a:cubicBezTo>
                        <a:pt x="361" y="0"/>
                        <a:pt x="323" y="7"/>
                        <a:pt x="284" y="21"/>
                      </a:cubicBezTo>
                      <a:cubicBezTo>
                        <a:pt x="13" y="123"/>
                        <a:pt x="1" y="501"/>
                        <a:pt x="263" y="620"/>
                      </a:cubicBezTo>
                      <a:cubicBezTo>
                        <a:pt x="305" y="638"/>
                        <a:pt x="349" y="647"/>
                        <a:pt x="393" y="647"/>
                      </a:cubicBezTo>
                      <a:cubicBezTo>
                        <a:pt x="515" y="647"/>
                        <a:pt x="633" y="578"/>
                        <a:pt x="690" y="460"/>
                      </a:cubicBezTo>
                      <a:cubicBezTo>
                        <a:pt x="792" y="234"/>
                        <a:pt x="620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1" name="Google Shape;1781;p26"/>
              <p:cNvGrpSpPr/>
              <p:nvPr/>
            </p:nvGrpSpPr>
            <p:grpSpPr>
              <a:xfrm rot="-735074">
                <a:off x="2308587" y="4028270"/>
                <a:ext cx="273800" cy="137719"/>
                <a:chOff x="1884724" y="3241319"/>
                <a:chExt cx="447958" cy="225319"/>
              </a:xfrm>
            </p:grpSpPr>
            <p:sp>
              <p:nvSpPr>
                <p:cNvPr id="1782" name="Google Shape;1782;p26"/>
                <p:cNvSpPr/>
                <p:nvPr/>
              </p:nvSpPr>
              <p:spPr>
                <a:xfrm>
                  <a:off x="1884724" y="3336704"/>
                  <a:ext cx="29944" cy="2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627" extrusionOk="0">
                      <a:moveTo>
                        <a:pt x="446" y="1"/>
                      </a:moveTo>
                      <a:cubicBezTo>
                        <a:pt x="152" y="1"/>
                        <a:pt x="0" y="425"/>
                        <a:pt x="296" y="597"/>
                      </a:cubicBezTo>
                      <a:cubicBezTo>
                        <a:pt x="339" y="617"/>
                        <a:pt x="385" y="626"/>
                        <a:pt x="430" y="626"/>
                      </a:cubicBezTo>
                      <a:cubicBezTo>
                        <a:pt x="550" y="626"/>
                        <a:pt x="664" y="558"/>
                        <a:pt x="718" y="445"/>
                      </a:cubicBezTo>
                      <a:cubicBezTo>
                        <a:pt x="792" y="285"/>
                        <a:pt x="722" y="96"/>
                        <a:pt x="562" y="22"/>
                      </a:cubicBezTo>
                      <a:cubicBezTo>
                        <a:pt x="522" y="8"/>
                        <a:pt x="483" y="1"/>
                        <a:pt x="446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26"/>
                <p:cNvSpPr/>
                <p:nvPr/>
              </p:nvSpPr>
              <p:spPr>
                <a:xfrm>
                  <a:off x="2068355" y="3331379"/>
                  <a:ext cx="54676" cy="46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" h="1244" extrusionOk="0">
                      <a:moveTo>
                        <a:pt x="740" y="1"/>
                      </a:moveTo>
                      <a:cubicBezTo>
                        <a:pt x="335" y="1"/>
                        <a:pt x="1" y="410"/>
                        <a:pt x="160" y="836"/>
                      </a:cubicBezTo>
                      <a:cubicBezTo>
                        <a:pt x="259" y="1106"/>
                        <a:pt x="501" y="1244"/>
                        <a:pt x="744" y="1244"/>
                      </a:cubicBezTo>
                      <a:cubicBezTo>
                        <a:pt x="970" y="1244"/>
                        <a:pt x="1196" y="1124"/>
                        <a:pt x="1308" y="881"/>
                      </a:cubicBezTo>
                      <a:cubicBezTo>
                        <a:pt x="1448" y="569"/>
                        <a:pt x="1313" y="204"/>
                        <a:pt x="1005" y="61"/>
                      </a:cubicBezTo>
                      <a:cubicBezTo>
                        <a:pt x="916" y="19"/>
                        <a:pt x="826" y="1"/>
                        <a:pt x="740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26"/>
                <p:cNvSpPr/>
                <p:nvPr/>
              </p:nvSpPr>
              <p:spPr>
                <a:xfrm>
                  <a:off x="2057782" y="3442057"/>
                  <a:ext cx="29037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651" extrusionOk="0">
                      <a:moveTo>
                        <a:pt x="362" y="1"/>
                      </a:moveTo>
                      <a:cubicBezTo>
                        <a:pt x="258" y="1"/>
                        <a:pt x="153" y="51"/>
                        <a:pt x="87" y="170"/>
                      </a:cubicBezTo>
                      <a:cubicBezTo>
                        <a:pt x="1" y="334"/>
                        <a:pt x="66" y="539"/>
                        <a:pt x="234" y="621"/>
                      </a:cubicBezTo>
                      <a:cubicBezTo>
                        <a:pt x="279" y="642"/>
                        <a:pt x="325" y="651"/>
                        <a:pt x="371" y="651"/>
                      </a:cubicBezTo>
                      <a:cubicBezTo>
                        <a:pt x="502" y="651"/>
                        <a:pt x="625" y="573"/>
                        <a:pt x="673" y="445"/>
                      </a:cubicBezTo>
                      <a:cubicBezTo>
                        <a:pt x="769" y="195"/>
                        <a:pt x="567" y="1"/>
                        <a:pt x="3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26"/>
                <p:cNvSpPr/>
                <p:nvPr/>
              </p:nvSpPr>
              <p:spPr>
                <a:xfrm>
                  <a:off x="2036334" y="3241319"/>
                  <a:ext cx="21183" cy="16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435" extrusionOk="0">
                      <a:moveTo>
                        <a:pt x="312" y="1"/>
                      </a:moveTo>
                      <a:cubicBezTo>
                        <a:pt x="109" y="1"/>
                        <a:pt x="0" y="308"/>
                        <a:pt x="228" y="414"/>
                      </a:cubicBezTo>
                      <a:cubicBezTo>
                        <a:pt x="257" y="428"/>
                        <a:pt x="288" y="434"/>
                        <a:pt x="318" y="434"/>
                      </a:cubicBezTo>
                      <a:cubicBezTo>
                        <a:pt x="399" y="434"/>
                        <a:pt x="476" y="389"/>
                        <a:pt x="515" y="312"/>
                      </a:cubicBezTo>
                      <a:cubicBezTo>
                        <a:pt x="560" y="205"/>
                        <a:pt x="515" y="78"/>
                        <a:pt x="413" y="25"/>
                      </a:cubicBezTo>
                      <a:cubicBezTo>
                        <a:pt x="378" y="8"/>
                        <a:pt x="344" y="1"/>
                        <a:pt x="31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26"/>
                <p:cNvSpPr/>
                <p:nvPr/>
              </p:nvSpPr>
              <p:spPr>
                <a:xfrm>
                  <a:off x="2312367" y="3327075"/>
                  <a:ext cx="20315" cy="1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" h="427" extrusionOk="0">
                      <a:moveTo>
                        <a:pt x="308" y="1"/>
                      </a:moveTo>
                      <a:cubicBezTo>
                        <a:pt x="105" y="1"/>
                        <a:pt x="1" y="287"/>
                        <a:pt x="205" y="404"/>
                      </a:cubicBezTo>
                      <a:cubicBezTo>
                        <a:pt x="236" y="419"/>
                        <a:pt x="268" y="427"/>
                        <a:pt x="299" y="427"/>
                      </a:cubicBezTo>
                      <a:cubicBezTo>
                        <a:pt x="378" y="427"/>
                        <a:pt x="454" y="381"/>
                        <a:pt x="493" y="302"/>
                      </a:cubicBezTo>
                      <a:cubicBezTo>
                        <a:pt x="538" y="195"/>
                        <a:pt x="493" y="68"/>
                        <a:pt x="386" y="15"/>
                      </a:cubicBezTo>
                      <a:cubicBezTo>
                        <a:pt x="359" y="5"/>
                        <a:pt x="332" y="1"/>
                        <a:pt x="30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26"/>
                <p:cNvSpPr/>
                <p:nvPr/>
              </p:nvSpPr>
              <p:spPr>
                <a:xfrm>
                  <a:off x="2171027" y="3371368"/>
                  <a:ext cx="26243" cy="22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597" extrusionOk="0">
                      <a:moveTo>
                        <a:pt x="358" y="1"/>
                      </a:moveTo>
                      <a:cubicBezTo>
                        <a:pt x="162" y="1"/>
                        <a:pt x="1" y="197"/>
                        <a:pt x="79" y="405"/>
                      </a:cubicBezTo>
                      <a:cubicBezTo>
                        <a:pt x="128" y="532"/>
                        <a:pt x="242" y="596"/>
                        <a:pt x="358" y="596"/>
                      </a:cubicBezTo>
                      <a:cubicBezTo>
                        <a:pt x="466" y="596"/>
                        <a:pt x="575" y="539"/>
                        <a:pt x="629" y="421"/>
                      </a:cubicBezTo>
                      <a:cubicBezTo>
                        <a:pt x="694" y="274"/>
                        <a:pt x="629" y="97"/>
                        <a:pt x="481" y="27"/>
                      </a:cubicBezTo>
                      <a:cubicBezTo>
                        <a:pt x="440" y="9"/>
                        <a:pt x="398" y="1"/>
                        <a:pt x="35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8" name="Google Shape;1788;p26"/>
              <p:cNvGrpSpPr/>
              <p:nvPr/>
            </p:nvGrpSpPr>
            <p:grpSpPr>
              <a:xfrm rot="-735074">
                <a:off x="2081941" y="3939272"/>
                <a:ext cx="219123" cy="192881"/>
                <a:chOff x="728144" y="2580881"/>
                <a:chExt cx="358501" cy="315568"/>
              </a:xfrm>
            </p:grpSpPr>
            <p:sp>
              <p:nvSpPr>
                <p:cNvPr id="1789" name="Google Shape;1789;p26"/>
                <p:cNvSpPr/>
                <p:nvPr/>
              </p:nvSpPr>
              <p:spPr>
                <a:xfrm>
                  <a:off x="728144" y="2876247"/>
                  <a:ext cx="23487" cy="20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35" extrusionOk="0">
                      <a:moveTo>
                        <a:pt x="318" y="1"/>
                      </a:moveTo>
                      <a:cubicBezTo>
                        <a:pt x="143" y="1"/>
                        <a:pt x="0" y="178"/>
                        <a:pt x="68" y="362"/>
                      </a:cubicBezTo>
                      <a:cubicBezTo>
                        <a:pt x="113" y="476"/>
                        <a:pt x="216" y="535"/>
                        <a:pt x="319" y="535"/>
                      </a:cubicBezTo>
                      <a:cubicBezTo>
                        <a:pt x="416" y="535"/>
                        <a:pt x="513" y="483"/>
                        <a:pt x="560" y="378"/>
                      </a:cubicBezTo>
                      <a:cubicBezTo>
                        <a:pt x="622" y="243"/>
                        <a:pt x="565" y="87"/>
                        <a:pt x="429" y="25"/>
                      </a:cubicBezTo>
                      <a:cubicBezTo>
                        <a:pt x="392" y="8"/>
                        <a:pt x="354" y="1"/>
                        <a:pt x="31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26"/>
                <p:cNvSpPr/>
                <p:nvPr/>
              </p:nvSpPr>
              <p:spPr>
                <a:xfrm>
                  <a:off x="1029439" y="2580881"/>
                  <a:ext cx="57206" cy="46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" h="1234" extrusionOk="0">
                      <a:moveTo>
                        <a:pt x="762" y="1"/>
                      </a:moveTo>
                      <a:cubicBezTo>
                        <a:pt x="693" y="1"/>
                        <a:pt x="622" y="13"/>
                        <a:pt x="550" y="39"/>
                      </a:cubicBezTo>
                      <a:cubicBezTo>
                        <a:pt x="37" y="223"/>
                        <a:pt x="0" y="937"/>
                        <a:pt x="493" y="1175"/>
                      </a:cubicBezTo>
                      <a:cubicBezTo>
                        <a:pt x="577" y="1215"/>
                        <a:pt x="666" y="1233"/>
                        <a:pt x="754" y="1233"/>
                      </a:cubicBezTo>
                      <a:cubicBezTo>
                        <a:pt x="986" y="1233"/>
                        <a:pt x="1210" y="1102"/>
                        <a:pt x="1317" y="876"/>
                      </a:cubicBezTo>
                      <a:cubicBezTo>
                        <a:pt x="1515" y="449"/>
                        <a:pt x="1185" y="1"/>
                        <a:pt x="762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26"/>
                <p:cNvSpPr/>
                <p:nvPr/>
              </p:nvSpPr>
              <p:spPr>
                <a:xfrm>
                  <a:off x="915250" y="2848039"/>
                  <a:ext cx="29906" cy="24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8" extrusionOk="0">
                      <a:moveTo>
                        <a:pt x="397" y="1"/>
                      </a:moveTo>
                      <a:cubicBezTo>
                        <a:pt x="360" y="1"/>
                        <a:pt x="322" y="7"/>
                        <a:pt x="283" y="21"/>
                      </a:cubicBezTo>
                      <a:cubicBezTo>
                        <a:pt x="12" y="120"/>
                        <a:pt x="0" y="497"/>
                        <a:pt x="259" y="616"/>
                      </a:cubicBezTo>
                      <a:cubicBezTo>
                        <a:pt x="303" y="638"/>
                        <a:pt x="350" y="648"/>
                        <a:pt x="396" y="648"/>
                      </a:cubicBezTo>
                      <a:cubicBezTo>
                        <a:pt x="519" y="648"/>
                        <a:pt x="636" y="577"/>
                        <a:pt x="689" y="460"/>
                      </a:cubicBezTo>
                      <a:cubicBezTo>
                        <a:pt x="791" y="235"/>
                        <a:pt x="619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26"/>
                <p:cNvSpPr/>
                <p:nvPr/>
              </p:nvSpPr>
              <p:spPr>
                <a:xfrm>
                  <a:off x="986353" y="2692238"/>
                  <a:ext cx="13216" cy="1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310" extrusionOk="0">
                      <a:moveTo>
                        <a:pt x="174" y="1"/>
                      </a:moveTo>
                      <a:cubicBezTo>
                        <a:pt x="116" y="1"/>
                        <a:pt x="61" y="35"/>
                        <a:pt x="37" y="89"/>
                      </a:cubicBezTo>
                      <a:cubicBezTo>
                        <a:pt x="0" y="167"/>
                        <a:pt x="33" y="262"/>
                        <a:pt x="111" y="294"/>
                      </a:cubicBezTo>
                      <a:cubicBezTo>
                        <a:pt x="132" y="305"/>
                        <a:pt x="154" y="310"/>
                        <a:pt x="176" y="310"/>
                      </a:cubicBezTo>
                      <a:cubicBezTo>
                        <a:pt x="233" y="310"/>
                        <a:pt x="290" y="277"/>
                        <a:pt x="316" y="221"/>
                      </a:cubicBezTo>
                      <a:cubicBezTo>
                        <a:pt x="349" y="143"/>
                        <a:pt x="316" y="48"/>
                        <a:pt x="238" y="15"/>
                      </a:cubicBezTo>
                      <a:cubicBezTo>
                        <a:pt x="218" y="6"/>
                        <a:pt x="196" y="1"/>
                        <a:pt x="174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93" name="Google Shape;1793;p26"/>
              <p:cNvGrpSpPr/>
              <p:nvPr/>
            </p:nvGrpSpPr>
            <p:grpSpPr>
              <a:xfrm rot="-735074">
                <a:off x="1907746" y="3900272"/>
                <a:ext cx="152006" cy="121979"/>
                <a:chOff x="1158959" y="2835314"/>
                <a:chExt cx="248693" cy="199566"/>
              </a:xfrm>
            </p:grpSpPr>
            <p:sp>
              <p:nvSpPr>
                <p:cNvPr id="1794" name="Google Shape;1794;p26"/>
                <p:cNvSpPr/>
                <p:nvPr/>
              </p:nvSpPr>
              <p:spPr>
                <a:xfrm>
                  <a:off x="1158959" y="3003539"/>
                  <a:ext cx="21561" cy="17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" h="466" extrusionOk="0">
                      <a:moveTo>
                        <a:pt x="288" y="1"/>
                      </a:moveTo>
                      <a:cubicBezTo>
                        <a:pt x="262" y="1"/>
                        <a:pt x="236" y="5"/>
                        <a:pt x="210" y="15"/>
                      </a:cubicBezTo>
                      <a:cubicBezTo>
                        <a:pt x="13" y="85"/>
                        <a:pt x="0" y="360"/>
                        <a:pt x="189" y="442"/>
                      </a:cubicBezTo>
                      <a:cubicBezTo>
                        <a:pt x="222" y="458"/>
                        <a:pt x="256" y="466"/>
                        <a:pt x="290" y="466"/>
                      </a:cubicBezTo>
                      <a:cubicBezTo>
                        <a:pt x="375" y="466"/>
                        <a:pt x="455" y="417"/>
                        <a:pt x="493" y="335"/>
                      </a:cubicBezTo>
                      <a:cubicBezTo>
                        <a:pt x="571" y="176"/>
                        <a:pt x="447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26"/>
                <p:cNvSpPr/>
                <p:nvPr/>
              </p:nvSpPr>
              <p:spPr>
                <a:xfrm>
                  <a:off x="1377746" y="3010600"/>
                  <a:ext cx="29906" cy="24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43" extrusionOk="0">
                      <a:moveTo>
                        <a:pt x="397" y="0"/>
                      </a:moveTo>
                      <a:cubicBezTo>
                        <a:pt x="360" y="0"/>
                        <a:pt x="322" y="7"/>
                        <a:pt x="283" y="21"/>
                      </a:cubicBezTo>
                      <a:cubicBezTo>
                        <a:pt x="13" y="119"/>
                        <a:pt x="0" y="493"/>
                        <a:pt x="259" y="616"/>
                      </a:cubicBezTo>
                      <a:cubicBezTo>
                        <a:pt x="302" y="634"/>
                        <a:pt x="347" y="643"/>
                        <a:pt x="390" y="643"/>
                      </a:cubicBezTo>
                      <a:cubicBezTo>
                        <a:pt x="514" y="643"/>
                        <a:pt x="632" y="574"/>
                        <a:pt x="690" y="456"/>
                      </a:cubicBezTo>
                      <a:cubicBezTo>
                        <a:pt x="792" y="234"/>
                        <a:pt x="619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26"/>
                <p:cNvSpPr/>
                <p:nvPr/>
              </p:nvSpPr>
              <p:spPr>
                <a:xfrm>
                  <a:off x="1347990" y="2835314"/>
                  <a:ext cx="28547" cy="2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9" extrusionOk="0">
                      <a:moveTo>
                        <a:pt x="385" y="0"/>
                      </a:moveTo>
                      <a:cubicBezTo>
                        <a:pt x="175" y="0"/>
                        <a:pt x="1" y="216"/>
                        <a:pt x="83" y="436"/>
                      </a:cubicBezTo>
                      <a:cubicBezTo>
                        <a:pt x="134" y="577"/>
                        <a:pt x="259" y="649"/>
                        <a:pt x="385" y="649"/>
                      </a:cubicBezTo>
                      <a:cubicBezTo>
                        <a:pt x="501" y="649"/>
                        <a:pt x="618" y="587"/>
                        <a:pt x="677" y="461"/>
                      </a:cubicBezTo>
                      <a:cubicBezTo>
                        <a:pt x="755" y="301"/>
                        <a:pt x="682" y="104"/>
                        <a:pt x="517" y="30"/>
                      </a:cubicBezTo>
                      <a:cubicBezTo>
                        <a:pt x="473" y="10"/>
                        <a:pt x="428" y="0"/>
                        <a:pt x="38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97" name="Google Shape;1797;p26"/>
              <p:cNvGrpSpPr/>
              <p:nvPr/>
            </p:nvGrpSpPr>
            <p:grpSpPr>
              <a:xfrm rot="-735074">
                <a:off x="1648973" y="3874455"/>
                <a:ext cx="175409" cy="173609"/>
                <a:chOff x="152441" y="2432140"/>
                <a:chExt cx="286983" cy="284037"/>
              </a:xfrm>
            </p:grpSpPr>
            <p:sp>
              <p:nvSpPr>
                <p:cNvPr id="1798" name="Google Shape;1798;p26"/>
                <p:cNvSpPr/>
                <p:nvPr/>
              </p:nvSpPr>
              <p:spPr>
                <a:xfrm>
                  <a:off x="152441" y="2432140"/>
                  <a:ext cx="45425" cy="39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37" extrusionOk="0">
                      <a:moveTo>
                        <a:pt x="615" y="0"/>
                      </a:moveTo>
                      <a:cubicBezTo>
                        <a:pt x="277" y="0"/>
                        <a:pt x="0" y="341"/>
                        <a:pt x="132" y="699"/>
                      </a:cubicBezTo>
                      <a:cubicBezTo>
                        <a:pt x="213" y="922"/>
                        <a:pt x="414" y="1037"/>
                        <a:pt x="616" y="1037"/>
                      </a:cubicBezTo>
                      <a:cubicBezTo>
                        <a:pt x="804" y="1037"/>
                        <a:pt x="993" y="938"/>
                        <a:pt x="1088" y="736"/>
                      </a:cubicBezTo>
                      <a:cubicBezTo>
                        <a:pt x="1203" y="478"/>
                        <a:pt x="1092" y="174"/>
                        <a:pt x="838" y="51"/>
                      </a:cubicBezTo>
                      <a:cubicBezTo>
                        <a:pt x="763" y="16"/>
                        <a:pt x="687" y="0"/>
                        <a:pt x="615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26"/>
                <p:cNvSpPr/>
                <p:nvPr/>
              </p:nvSpPr>
              <p:spPr>
                <a:xfrm>
                  <a:off x="217201" y="2698884"/>
                  <a:ext cx="19560" cy="17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458" extrusionOk="0">
                      <a:moveTo>
                        <a:pt x="257" y="0"/>
                      </a:moveTo>
                      <a:cubicBezTo>
                        <a:pt x="171" y="0"/>
                        <a:pt x="89" y="50"/>
                        <a:pt x="54" y="135"/>
                      </a:cubicBezTo>
                      <a:cubicBezTo>
                        <a:pt x="1" y="250"/>
                        <a:pt x="46" y="385"/>
                        <a:pt x="161" y="438"/>
                      </a:cubicBezTo>
                      <a:cubicBezTo>
                        <a:pt x="191" y="451"/>
                        <a:pt x="222" y="457"/>
                        <a:pt x="253" y="457"/>
                      </a:cubicBezTo>
                      <a:cubicBezTo>
                        <a:pt x="341" y="457"/>
                        <a:pt x="425" y="408"/>
                        <a:pt x="464" y="324"/>
                      </a:cubicBezTo>
                      <a:cubicBezTo>
                        <a:pt x="518" y="213"/>
                        <a:pt x="473" y="77"/>
                        <a:pt x="358" y="24"/>
                      </a:cubicBezTo>
                      <a:cubicBezTo>
                        <a:pt x="325" y="8"/>
                        <a:pt x="291" y="0"/>
                        <a:pt x="25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26"/>
                <p:cNvSpPr/>
                <p:nvPr/>
              </p:nvSpPr>
              <p:spPr>
                <a:xfrm>
                  <a:off x="425188" y="2496409"/>
                  <a:ext cx="14236" cy="1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295" extrusionOk="0">
                      <a:moveTo>
                        <a:pt x="207" y="0"/>
                      </a:moveTo>
                      <a:cubicBezTo>
                        <a:pt x="148" y="0"/>
                        <a:pt x="92" y="36"/>
                        <a:pt x="65" y="93"/>
                      </a:cubicBezTo>
                      <a:cubicBezTo>
                        <a:pt x="0" y="194"/>
                        <a:pt x="130" y="295"/>
                        <a:pt x="235" y="295"/>
                      </a:cubicBezTo>
                      <a:cubicBezTo>
                        <a:pt x="284" y="295"/>
                        <a:pt x="327" y="273"/>
                        <a:pt x="344" y="220"/>
                      </a:cubicBezTo>
                      <a:cubicBezTo>
                        <a:pt x="377" y="142"/>
                        <a:pt x="348" y="52"/>
                        <a:pt x="270" y="15"/>
                      </a:cubicBezTo>
                      <a:cubicBezTo>
                        <a:pt x="249" y="5"/>
                        <a:pt x="228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01" name="Google Shape;1801;p26"/>
              <p:cNvSpPr/>
              <p:nvPr/>
            </p:nvSpPr>
            <p:spPr>
              <a:xfrm rot="-735048">
                <a:off x="1452750" y="3978419"/>
                <a:ext cx="33167" cy="2848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4" extrusionOk="0">
                    <a:moveTo>
                      <a:pt x="732" y="0"/>
                    </a:moveTo>
                    <a:cubicBezTo>
                      <a:pt x="333" y="0"/>
                      <a:pt x="0" y="404"/>
                      <a:pt x="156" y="826"/>
                    </a:cubicBezTo>
                    <a:cubicBezTo>
                      <a:pt x="252" y="1096"/>
                      <a:pt x="492" y="1234"/>
                      <a:pt x="733" y="1234"/>
                    </a:cubicBezTo>
                    <a:cubicBezTo>
                      <a:pt x="955" y="1234"/>
                      <a:pt x="1177" y="1118"/>
                      <a:pt x="1289" y="880"/>
                    </a:cubicBezTo>
                    <a:cubicBezTo>
                      <a:pt x="1436" y="572"/>
                      <a:pt x="1301" y="203"/>
                      <a:pt x="993" y="59"/>
                    </a:cubicBezTo>
                    <a:cubicBezTo>
                      <a:pt x="906" y="19"/>
                      <a:pt x="818" y="0"/>
                      <a:pt x="732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2" name="Google Shape;1802;p26"/>
          <p:cNvGrpSpPr/>
          <p:nvPr/>
        </p:nvGrpSpPr>
        <p:grpSpPr>
          <a:xfrm>
            <a:off x="-201" y="4418858"/>
            <a:ext cx="9144401" cy="2282414"/>
            <a:chOff x="-66925" y="2844990"/>
            <a:chExt cx="9208863" cy="2298504"/>
          </a:xfrm>
        </p:grpSpPr>
        <p:sp>
          <p:nvSpPr>
            <p:cNvPr id="1803" name="Google Shape;1803;p26"/>
            <p:cNvSpPr/>
            <p:nvPr/>
          </p:nvSpPr>
          <p:spPr>
            <a:xfrm>
              <a:off x="4127853" y="2844990"/>
              <a:ext cx="819334" cy="317914"/>
            </a:xfrm>
            <a:custGeom>
              <a:avLst/>
              <a:gdLst/>
              <a:ahLst/>
              <a:cxnLst/>
              <a:rect l="l" t="t" r="r" b="b"/>
              <a:pathLst>
                <a:path w="21543" h="8359" extrusionOk="0">
                  <a:moveTo>
                    <a:pt x="20894" y="645"/>
                  </a:moveTo>
                  <a:lnTo>
                    <a:pt x="20894" y="7715"/>
                  </a:lnTo>
                  <a:lnTo>
                    <a:pt x="644" y="7715"/>
                  </a:lnTo>
                  <a:lnTo>
                    <a:pt x="644" y="645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21542" y="8359"/>
                  </a:lnTo>
                  <a:lnTo>
                    <a:pt x="215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6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242118" y="10936"/>
                  </a:moveTo>
                  <a:lnTo>
                    <a:pt x="242110" y="27874"/>
                  </a:lnTo>
                  <a:lnTo>
                    <a:pt x="242085" y="53323"/>
                  </a:lnTo>
                  <a:lnTo>
                    <a:pt x="29" y="53323"/>
                  </a:lnTo>
                  <a:lnTo>
                    <a:pt x="17" y="27874"/>
                  </a:lnTo>
                  <a:lnTo>
                    <a:pt x="0" y="10936"/>
                  </a:lnTo>
                  <a:lnTo>
                    <a:pt x="71176" y="1"/>
                  </a:lnTo>
                  <a:lnTo>
                    <a:pt x="1709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6"/>
            <p:cNvSpPr/>
            <p:nvPr/>
          </p:nvSpPr>
          <p:spPr>
            <a:xfrm>
              <a:off x="-66316" y="3115294"/>
              <a:ext cx="9207440" cy="2028159"/>
            </a:xfrm>
            <a:custGeom>
              <a:avLst/>
              <a:gdLst/>
              <a:ahLst/>
              <a:cxnLst/>
              <a:rect l="l" t="t" r="r" b="b"/>
              <a:pathLst>
                <a:path w="242094" h="53327" extrusionOk="0">
                  <a:moveTo>
                    <a:pt x="98122" y="0"/>
                  </a:moveTo>
                  <a:lnTo>
                    <a:pt x="1" y="27759"/>
                  </a:lnTo>
                  <a:lnTo>
                    <a:pt x="13" y="53327"/>
                  </a:lnTo>
                  <a:lnTo>
                    <a:pt x="242069" y="53327"/>
                  </a:lnTo>
                  <a:lnTo>
                    <a:pt x="242094" y="27759"/>
                  </a:lnTo>
                  <a:lnTo>
                    <a:pt x="1439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6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107937" y="1"/>
                  </a:moveTo>
                  <a:lnTo>
                    <a:pt x="0" y="53323"/>
                  </a:lnTo>
                  <a:lnTo>
                    <a:pt x="242118" y="53323"/>
                  </a:lnTo>
                  <a:lnTo>
                    <a:pt x="1341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6"/>
            <p:cNvSpPr/>
            <p:nvPr/>
          </p:nvSpPr>
          <p:spPr>
            <a:xfrm>
              <a:off x="2135550" y="3115446"/>
              <a:ext cx="4803353" cy="2028007"/>
            </a:xfrm>
            <a:custGeom>
              <a:avLst/>
              <a:gdLst/>
              <a:ahLst/>
              <a:cxnLst/>
              <a:rect l="l" t="t" r="r" b="b"/>
              <a:pathLst>
                <a:path w="126296" h="53323" extrusionOk="0">
                  <a:moveTo>
                    <a:pt x="56306" y="1"/>
                  </a:moveTo>
                  <a:lnTo>
                    <a:pt x="1" y="53323"/>
                  </a:lnTo>
                  <a:lnTo>
                    <a:pt x="126295" y="53323"/>
                  </a:lnTo>
                  <a:lnTo>
                    <a:pt x="699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6"/>
            <p:cNvSpPr/>
            <p:nvPr/>
          </p:nvSpPr>
          <p:spPr>
            <a:xfrm>
              <a:off x="3647491" y="3115446"/>
              <a:ext cx="1779883" cy="2028007"/>
            </a:xfrm>
            <a:custGeom>
              <a:avLst/>
              <a:gdLst/>
              <a:ahLst/>
              <a:cxnLst/>
              <a:rect l="l" t="t" r="r" b="b"/>
              <a:pathLst>
                <a:path w="46799" h="53323" extrusionOk="0">
                  <a:moveTo>
                    <a:pt x="20861" y="1"/>
                  </a:moveTo>
                  <a:lnTo>
                    <a:pt x="0" y="53323"/>
                  </a:lnTo>
                  <a:lnTo>
                    <a:pt x="46798" y="53323"/>
                  </a:lnTo>
                  <a:lnTo>
                    <a:pt x="259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6"/>
            <p:cNvSpPr/>
            <p:nvPr/>
          </p:nvSpPr>
          <p:spPr>
            <a:xfrm>
              <a:off x="5409467" y="3115446"/>
              <a:ext cx="3732472" cy="1055630"/>
            </a:xfrm>
            <a:custGeom>
              <a:avLst/>
              <a:gdLst/>
              <a:ahLst/>
              <a:cxnLst/>
              <a:rect l="l" t="t" r="r" b="b"/>
              <a:pathLst>
                <a:path w="98139" h="27756" extrusionOk="0">
                  <a:moveTo>
                    <a:pt x="1" y="1"/>
                  </a:moveTo>
                  <a:lnTo>
                    <a:pt x="98122" y="27755"/>
                  </a:lnTo>
                  <a:lnTo>
                    <a:pt x="98138" y="10936"/>
                  </a:lnTo>
                  <a:lnTo>
                    <a:pt x="26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6"/>
            <p:cNvSpPr/>
            <p:nvPr/>
          </p:nvSpPr>
          <p:spPr>
            <a:xfrm>
              <a:off x="-66925" y="3115294"/>
              <a:ext cx="3732472" cy="1060308"/>
            </a:xfrm>
            <a:custGeom>
              <a:avLst/>
              <a:gdLst/>
              <a:ahLst/>
              <a:cxnLst/>
              <a:rect l="l" t="t" r="r" b="b"/>
              <a:pathLst>
                <a:path w="98139" h="27879" extrusionOk="0">
                  <a:moveTo>
                    <a:pt x="98138" y="0"/>
                  </a:moveTo>
                  <a:lnTo>
                    <a:pt x="71176" y="5"/>
                  </a:lnTo>
                  <a:lnTo>
                    <a:pt x="0" y="10940"/>
                  </a:lnTo>
                  <a:lnTo>
                    <a:pt x="17" y="27878"/>
                  </a:lnTo>
                  <a:lnTo>
                    <a:pt x="98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6"/>
            <p:cNvSpPr/>
            <p:nvPr/>
          </p:nvSpPr>
          <p:spPr>
            <a:xfrm>
              <a:off x="-66925" y="3529021"/>
              <a:ext cx="9208353" cy="18446"/>
            </a:xfrm>
            <a:custGeom>
              <a:avLst/>
              <a:gdLst/>
              <a:ahLst/>
              <a:cxnLst/>
              <a:rect l="l" t="t" r="r" b="b"/>
              <a:pathLst>
                <a:path w="242118" h="485" extrusionOk="0">
                  <a:moveTo>
                    <a:pt x="0" y="0"/>
                  </a:moveTo>
                  <a:lnTo>
                    <a:pt x="0" y="484"/>
                  </a:lnTo>
                  <a:lnTo>
                    <a:pt x="242118" y="484"/>
                  </a:lnTo>
                  <a:lnTo>
                    <a:pt x="242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6"/>
            <p:cNvSpPr/>
            <p:nvPr/>
          </p:nvSpPr>
          <p:spPr>
            <a:xfrm>
              <a:off x="3050557" y="3329726"/>
              <a:ext cx="2850878" cy="417026"/>
            </a:xfrm>
            <a:custGeom>
              <a:avLst/>
              <a:gdLst/>
              <a:ahLst/>
              <a:cxnLst/>
              <a:rect l="l" t="t" r="r" b="b"/>
              <a:pathLst>
                <a:path w="74959" h="10965" extrusionOk="0">
                  <a:moveTo>
                    <a:pt x="37480" y="480"/>
                  </a:moveTo>
                  <a:cubicBezTo>
                    <a:pt x="59613" y="480"/>
                    <a:pt x="74475" y="3066"/>
                    <a:pt x="74475" y="5482"/>
                  </a:cubicBezTo>
                  <a:cubicBezTo>
                    <a:pt x="74475" y="7899"/>
                    <a:pt x="59604" y="10484"/>
                    <a:pt x="37480" y="10484"/>
                  </a:cubicBezTo>
                  <a:cubicBezTo>
                    <a:pt x="15351" y="10484"/>
                    <a:pt x="489" y="7899"/>
                    <a:pt x="489" y="5482"/>
                  </a:cubicBezTo>
                  <a:cubicBezTo>
                    <a:pt x="489" y="3066"/>
                    <a:pt x="15351" y="480"/>
                    <a:pt x="37480" y="480"/>
                  </a:cubicBezTo>
                  <a:close/>
                  <a:moveTo>
                    <a:pt x="37480" y="0"/>
                  </a:moveTo>
                  <a:cubicBezTo>
                    <a:pt x="19060" y="0"/>
                    <a:pt x="0" y="2052"/>
                    <a:pt x="0" y="5482"/>
                  </a:cubicBezTo>
                  <a:cubicBezTo>
                    <a:pt x="0" y="8913"/>
                    <a:pt x="19060" y="10964"/>
                    <a:pt x="37480" y="10964"/>
                  </a:cubicBezTo>
                  <a:cubicBezTo>
                    <a:pt x="55903" y="10964"/>
                    <a:pt x="74959" y="8913"/>
                    <a:pt x="74959" y="5482"/>
                  </a:cubicBezTo>
                  <a:cubicBezTo>
                    <a:pt x="74959" y="2052"/>
                    <a:pt x="55899" y="0"/>
                    <a:pt x="37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6"/>
            <p:cNvSpPr/>
            <p:nvPr/>
          </p:nvSpPr>
          <p:spPr>
            <a:xfrm>
              <a:off x="2078120" y="4892974"/>
              <a:ext cx="4918363" cy="250520"/>
            </a:xfrm>
            <a:custGeom>
              <a:avLst/>
              <a:gdLst/>
              <a:ahLst/>
              <a:cxnLst/>
              <a:rect l="l" t="t" r="r" b="b"/>
              <a:pathLst>
                <a:path w="129320" h="6587" extrusionOk="0">
                  <a:moveTo>
                    <a:pt x="64664" y="1"/>
                  </a:moveTo>
                  <a:cubicBezTo>
                    <a:pt x="41587" y="1"/>
                    <a:pt x="19434" y="2295"/>
                    <a:pt x="1" y="6587"/>
                  </a:cubicBezTo>
                  <a:lnTo>
                    <a:pt x="2389" y="6587"/>
                  </a:lnTo>
                  <a:cubicBezTo>
                    <a:pt x="20850" y="2701"/>
                    <a:pt x="42084" y="485"/>
                    <a:pt x="64664" y="485"/>
                  </a:cubicBezTo>
                  <a:cubicBezTo>
                    <a:pt x="87236" y="485"/>
                    <a:pt x="108471" y="2701"/>
                    <a:pt x="126931" y="6587"/>
                  </a:cubicBezTo>
                  <a:lnTo>
                    <a:pt x="129319" y="6587"/>
                  </a:lnTo>
                  <a:cubicBezTo>
                    <a:pt x="109886" y="2295"/>
                    <a:pt x="87737" y="1"/>
                    <a:pt x="64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6"/>
          <p:cNvGrpSpPr/>
          <p:nvPr/>
        </p:nvGrpSpPr>
        <p:grpSpPr>
          <a:xfrm>
            <a:off x="155022" y="1339482"/>
            <a:ext cx="8833956" cy="2110327"/>
            <a:chOff x="154633" y="1397860"/>
            <a:chExt cx="8833956" cy="2110327"/>
          </a:xfrm>
        </p:grpSpPr>
        <p:sp>
          <p:nvSpPr>
            <p:cNvPr id="1815" name="Google Shape;1815;p26"/>
            <p:cNvSpPr/>
            <p:nvPr/>
          </p:nvSpPr>
          <p:spPr>
            <a:xfrm rot="209467">
              <a:off x="165116" y="1412173"/>
              <a:ext cx="365573" cy="355435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2" y="2269"/>
                  </a:lnTo>
                  <a:lnTo>
                    <a:pt x="1058" y="905"/>
                  </a:lnTo>
                  <a:lnTo>
                    <a:pt x="2268" y="2475"/>
                  </a:lnTo>
                  <a:lnTo>
                    <a:pt x="1" y="2682"/>
                  </a:lnTo>
                  <a:lnTo>
                    <a:pt x="2268" y="2897"/>
                  </a:lnTo>
                  <a:lnTo>
                    <a:pt x="1058" y="4467"/>
                  </a:lnTo>
                  <a:lnTo>
                    <a:pt x="2552" y="3111"/>
                  </a:lnTo>
                  <a:lnTo>
                    <a:pt x="2758" y="5364"/>
                  </a:lnTo>
                  <a:lnTo>
                    <a:pt x="2973" y="3111"/>
                  </a:lnTo>
                  <a:lnTo>
                    <a:pt x="4467" y="4467"/>
                  </a:lnTo>
                  <a:lnTo>
                    <a:pt x="4467" y="4467"/>
                  </a:lnTo>
                  <a:lnTo>
                    <a:pt x="3249" y="2897"/>
                  </a:lnTo>
                  <a:lnTo>
                    <a:pt x="5516" y="2682"/>
                  </a:lnTo>
                  <a:lnTo>
                    <a:pt x="3249" y="2475"/>
                  </a:lnTo>
                  <a:lnTo>
                    <a:pt x="4467" y="905"/>
                  </a:lnTo>
                  <a:lnTo>
                    <a:pt x="2973" y="2269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6"/>
            <p:cNvSpPr/>
            <p:nvPr/>
          </p:nvSpPr>
          <p:spPr>
            <a:xfrm rot="209467">
              <a:off x="1028297" y="2018667"/>
              <a:ext cx="365573" cy="355435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1042" y="905"/>
                  </a:moveTo>
                  <a:lnTo>
                    <a:pt x="1042" y="905"/>
                  </a:lnTo>
                  <a:lnTo>
                    <a:pt x="1042" y="905"/>
                  </a:lnTo>
                  <a:close/>
                  <a:moveTo>
                    <a:pt x="1042" y="4467"/>
                  </a:moveTo>
                  <a:lnTo>
                    <a:pt x="1042" y="4467"/>
                  </a:lnTo>
                  <a:lnTo>
                    <a:pt x="1042" y="4467"/>
                  </a:lnTo>
                  <a:close/>
                  <a:moveTo>
                    <a:pt x="2758" y="1"/>
                  </a:moveTo>
                  <a:lnTo>
                    <a:pt x="2551" y="2261"/>
                  </a:lnTo>
                  <a:lnTo>
                    <a:pt x="1042" y="905"/>
                  </a:lnTo>
                  <a:lnTo>
                    <a:pt x="2268" y="2475"/>
                  </a:lnTo>
                  <a:lnTo>
                    <a:pt x="0" y="2682"/>
                  </a:lnTo>
                  <a:lnTo>
                    <a:pt x="2268" y="2897"/>
                  </a:lnTo>
                  <a:lnTo>
                    <a:pt x="1042" y="4467"/>
                  </a:lnTo>
                  <a:lnTo>
                    <a:pt x="2551" y="3103"/>
                  </a:lnTo>
                  <a:lnTo>
                    <a:pt x="2758" y="5363"/>
                  </a:lnTo>
                  <a:lnTo>
                    <a:pt x="2973" y="3103"/>
                  </a:lnTo>
                  <a:lnTo>
                    <a:pt x="4467" y="4467"/>
                  </a:lnTo>
                  <a:lnTo>
                    <a:pt x="3241" y="2897"/>
                  </a:lnTo>
                  <a:lnTo>
                    <a:pt x="5516" y="2682"/>
                  </a:lnTo>
                  <a:lnTo>
                    <a:pt x="3241" y="2475"/>
                  </a:lnTo>
                  <a:lnTo>
                    <a:pt x="4467" y="905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6"/>
            <p:cNvSpPr/>
            <p:nvPr/>
          </p:nvSpPr>
          <p:spPr>
            <a:xfrm rot="209467">
              <a:off x="1794366" y="2532275"/>
              <a:ext cx="365573" cy="355898"/>
            </a:xfrm>
            <a:custGeom>
              <a:avLst/>
              <a:gdLst/>
              <a:ahLst/>
              <a:cxnLst/>
              <a:rect l="l" t="t" r="r" b="b"/>
              <a:pathLst>
                <a:path w="5517" h="5371" extrusionOk="0">
                  <a:moveTo>
                    <a:pt x="2751" y="0"/>
                  </a:moveTo>
                  <a:lnTo>
                    <a:pt x="2552" y="2260"/>
                  </a:lnTo>
                  <a:lnTo>
                    <a:pt x="1050" y="912"/>
                  </a:lnTo>
                  <a:lnTo>
                    <a:pt x="2276" y="2483"/>
                  </a:lnTo>
                  <a:lnTo>
                    <a:pt x="1" y="2689"/>
                  </a:lnTo>
                  <a:lnTo>
                    <a:pt x="2276" y="2904"/>
                  </a:lnTo>
                  <a:lnTo>
                    <a:pt x="1050" y="4474"/>
                  </a:lnTo>
                  <a:lnTo>
                    <a:pt x="2552" y="3111"/>
                  </a:lnTo>
                  <a:lnTo>
                    <a:pt x="2751" y="5371"/>
                  </a:lnTo>
                  <a:lnTo>
                    <a:pt x="2966" y="3111"/>
                  </a:lnTo>
                  <a:lnTo>
                    <a:pt x="4467" y="4474"/>
                  </a:lnTo>
                  <a:lnTo>
                    <a:pt x="3241" y="2904"/>
                  </a:lnTo>
                  <a:lnTo>
                    <a:pt x="5517" y="2689"/>
                  </a:lnTo>
                  <a:lnTo>
                    <a:pt x="3241" y="2483"/>
                  </a:lnTo>
                  <a:lnTo>
                    <a:pt x="4467" y="912"/>
                  </a:lnTo>
                  <a:lnTo>
                    <a:pt x="2966" y="2260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6"/>
            <p:cNvSpPr/>
            <p:nvPr/>
          </p:nvSpPr>
          <p:spPr>
            <a:xfrm>
              <a:off x="2680268" y="3076554"/>
              <a:ext cx="365570" cy="355896"/>
            </a:xfrm>
            <a:custGeom>
              <a:avLst/>
              <a:gdLst/>
              <a:ahLst/>
              <a:cxnLst/>
              <a:rect l="l" t="t" r="r" b="b"/>
              <a:pathLst>
                <a:path w="5517" h="5371" extrusionOk="0">
                  <a:moveTo>
                    <a:pt x="4475" y="4467"/>
                  </a:moveTo>
                  <a:lnTo>
                    <a:pt x="4475" y="4467"/>
                  </a:lnTo>
                  <a:lnTo>
                    <a:pt x="4475" y="4467"/>
                  </a:lnTo>
                  <a:close/>
                  <a:moveTo>
                    <a:pt x="2759" y="0"/>
                  </a:moveTo>
                  <a:lnTo>
                    <a:pt x="2560" y="2260"/>
                  </a:lnTo>
                  <a:lnTo>
                    <a:pt x="1050" y="897"/>
                  </a:lnTo>
                  <a:lnTo>
                    <a:pt x="2276" y="2467"/>
                  </a:lnTo>
                  <a:lnTo>
                    <a:pt x="1" y="2682"/>
                  </a:lnTo>
                  <a:lnTo>
                    <a:pt x="2276" y="2896"/>
                  </a:lnTo>
                  <a:lnTo>
                    <a:pt x="1050" y="4467"/>
                  </a:lnTo>
                  <a:lnTo>
                    <a:pt x="2560" y="3111"/>
                  </a:lnTo>
                  <a:lnTo>
                    <a:pt x="2759" y="5371"/>
                  </a:lnTo>
                  <a:lnTo>
                    <a:pt x="2966" y="3111"/>
                  </a:lnTo>
                  <a:lnTo>
                    <a:pt x="4475" y="4467"/>
                  </a:lnTo>
                  <a:lnTo>
                    <a:pt x="3249" y="2896"/>
                  </a:lnTo>
                  <a:lnTo>
                    <a:pt x="5517" y="2682"/>
                  </a:lnTo>
                  <a:lnTo>
                    <a:pt x="3249" y="2467"/>
                  </a:lnTo>
                  <a:lnTo>
                    <a:pt x="4475" y="897"/>
                  </a:lnTo>
                  <a:lnTo>
                    <a:pt x="2966" y="2260"/>
                  </a:lnTo>
                  <a:lnTo>
                    <a:pt x="2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6"/>
            <p:cNvSpPr/>
            <p:nvPr/>
          </p:nvSpPr>
          <p:spPr>
            <a:xfrm>
              <a:off x="4390474" y="3152754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2" y="2261"/>
                  </a:lnTo>
                  <a:lnTo>
                    <a:pt x="1050" y="905"/>
                  </a:lnTo>
                  <a:lnTo>
                    <a:pt x="2276" y="2475"/>
                  </a:lnTo>
                  <a:lnTo>
                    <a:pt x="0" y="2682"/>
                  </a:lnTo>
                  <a:lnTo>
                    <a:pt x="2276" y="2897"/>
                  </a:lnTo>
                  <a:lnTo>
                    <a:pt x="1050" y="4467"/>
                  </a:lnTo>
                  <a:lnTo>
                    <a:pt x="2552" y="3119"/>
                  </a:lnTo>
                  <a:lnTo>
                    <a:pt x="2758" y="5363"/>
                  </a:lnTo>
                  <a:lnTo>
                    <a:pt x="2965" y="3119"/>
                  </a:lnTo>
                  <a:lnTo>
                    <a:pt x="4467" y="4467"/>
                  </a:lnTo>
                  <a:lnTo>
                    <a:pt x="3241" y="2897"/>
                  </a:lnTo>
                  <a:lnTo>
                    <a:pt x="5516" y="2682"/>
                  </a:lnTo>
                  <a:lnTo>
                    <a:pt x="3241" y="2475"/>
                  </a:lnTo>
                  <a:lnTo>
                    <a:pt x="4467" y="905"/>
                  </a:lnTo>
                  <a:lnTo>
                    <a:pt x="4467" y="905"/>
                  </a:lnTo>
                  <a:lnTo>
                    <a:pt x="2965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6"/>
            <p:cNvSpPr/>
            <p:nvPr/>
          </p:nvSpPr>
          <p:spPr>
            <a:xfrm>
              <a:off x="3485874" y="3152754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1058" y="4467"/>
                  </a:moveTo>
                  <a:lnTo>
                    <a:pt x="1058" y="4467"/>
                  </a:lnTo>
                  <a:lnTo>
                    <a:pt x="1058" y="4467"/>
                  </a:lnTo>
                  <a:lnTo>
                    <a:pt x="1058" y="4467"/>
                  </a:lnTo>
                  <a:close/>
                  <a:moveTo>
                    <a:pt x="2759" y="0"/>
                  </a:moveTo>
                  <a:lnTo>
                    <a:pt x="2552" y="2260"/>
                  </a:lnTo>
                  <a:lnTo>
                    <a:pt x="1058" y="904"/>
                  </a:lnTo>
                  <a:lnTo>
                    <a:pt x="2268" y="2475"/>
                  </a:lnTo>
                  <a:lnTo>
                    <a:pt x="1" y="2682"/>
                  </a:lnTo>
                  <a:lnTo>
                    <a:pt x="2268" y="2896"/>
                  </a:lnTo>
                  <a:lnTo>
                    <a:pt x="1058" y="4467"/>
                  </a:lnTo>
                  <a:lnTo>
                    <a:pt x="2552" y="3103"/>
                  </a:lnTo>
                  <a:lnTo>
                    <a:pt x="2759" y="5363"/>
                  </a:lnTo>
                  <a:lnTo>
                    <a:pt x="2973" y="3103"/>
                  </a:lnTo>
                  <a:lnTo>
                    <a:pt x="4467" y="4467"/>
                  </a:lnTo>
                  <a:lnTo>
                    <a:pt x="3249" y="2896"/>
                  </a:lnTo>
                  <a:lnTo>
                    <a:pt x="5517" y="2682"/>
                  </a:lnTo>
                  <a:lnTo>
                    <a:pt x="3249" y="2475"/>
                  </a:lnTo>
                  <a:lnTo>
                    <a:pt x="4467" y="904"/>
                  </a:lnTo>
                  <a:lnTo>
                    <a:pt x="2973" y="2260"/>
                  </a:lnTo>
                  <a:lnTo>
                    <a:pt x="2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6"/>
            <p:cNvSpPr/>
            <p:nvPr/>
          </p:nvSpPr>
          <p:spPr>
            <a:xfrm rot="-216352">
              <a:off x="8612197" y="1409004"/>
              <a:ext cx="365577" cy="355438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1" y="2261"/>
                  </a:lnTo>
                  <a:lnTo>
                    <a:pt x="1050" y="897"/>
                  </a:lnTo>
                  <a:lnTo>
                    <a:pt x="1050" y="897"/>
                  </a:lnTo>
                  <a:lnTo>
                    <a:pt x="2275" y="2468"/>
                  </a:lnTo>
                  <a:lnTo>
                    <a:pt x="0" y="2682"/>
                  </a:lnTo>
                  <a:lnTo>
                    <a:pt x="2275" y="2889"/>
                  </a:lnTo>
                  <a:lnTo>
                    <a:pt x="1050" y="4460"/>
                  </a:lnTo>
                  <a:lnTo>
                    <a:pt x="2551" y="3104"/>
                  </a:lnTo>
                  <a:lnTo>
                    <a:pt x="2758" y="5364"/>
                  </a:lnTo>
                  <a:lnTo>
                    <a:pt x="2965" y="3104"/>
                  </a:lnTo>
                  <a:lnTo>
                    <a:pt x="4466" y="4460"/>
                  </a:lnTo>
                  <a:lnTo>
                    <a:pt x="3241" y="2889"/>
                  </a:lnTo>
                  <a:lnTo>
                    <a:pt x="5516" y="2682"/>
                  </a:lnTo>
                  <a:lnTo>
                    <a:pt x="3241" y="2468"/>
                  </a:lnTo>
                  <a:lnTo>
                    <a:pt x="4466" y="897"/>
                  </a:lnTo>
                  <a:lnTo>
                    <a:pt x="4466" y="897"/>
                  </a:lnTo>
                  <a:lnTo>
                    <a:pt x="2965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6"/>
            <p:cNvSpPr/>
            <p:nvPr/>
          </p:nvSpPr>
          <p:spPr>
            <a:xfrm rot="-216352">
              <a:off x="7750239" y="2017235"/>
              <a:ext cx="365577" cy="355438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1" y="2261"/>
                  </a:lnTo>
                  <a:lnTo>
                    <a:pt x="1057" y="897"/>
                  </a:lnTo>
                  <a:lnTo>
                    <a:pt x="2276" y="2468"/>
                  </a:lnTo>
                  <a:lnTo>
                    <a:pt x="0" y="2682"/>
                  </a:lnTo>
                  <a:lnTo>
                    <a:pt x="2276" y="2889"/>
                  </a:lnTo>
                  <a:lnTo>
                    <a:pt x="1057" y="4459"/>
                  </a:lnTo>
                  <a:lnTo>
                    <a:pt x="1057" y="4459"/>
                  </a:lnTo>
                  <a:lnTo>
                    <a:pt x="2551" y="3103"/>
                  </a:lnTo>
                  <a:lnTo>
                    <a:pt x="2758" y="5363"/>
                  </a:lnTo>
                  <a:lnTo>
                    <a:pt x="2973" y="3103"/>
                  </a:lnTo>
                  <a:lnTo>
                    <a:pt x="4467" y="4459"/>
                  </a:lnTo>
                  <a:lnTo>
                    <a:pt x="3241" y="2889"/>
                  </a:lnTo>
                  <a:lnTo>
                    <a:pt x="5516" y="2682"/>
                  </a:lnTo>
                  <a:lnTo>
                    <a:pt x="3241" y="2468"/>
                  </a:lnTo>
                  <a:lnTo>
                    <a:pt x="4467" y="897"/>
                  </a:lnTo>
                  <a:lnTo>
                    <a:pt x="4467" y="897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6"/>
            <p:cNvSpPr/>
            <p:nvPr/>
          </p:nvSpPr>
          <p:spPr>
            <a:xfrm rot="-216352">
              <a:off x="6985107" y="2531844"/>
              <a:ext cx="366107" cy="355969"/>
            </a:xfrm>
            <a:custGeom>
              <a:avLst/>
              <a:gdLst/>
              <a:ahLst/>
              <a:cxnLst/>
              <a:rect l="l" t="t" r="r" b="b"/>
              <a:pathLst>
                <a:path w="5525" h="5372" extrusionOk="0">
                  <a:moveTo>
                    <a:pt x="2759" y="1"/>
                  </a:moveTo>
                  <a:lnTo>
                    <a:pt x="2552" y="2261"/>
                  </a:lnTo>
                  <a:lnTo>
                    <a:pt x="1050" y="913"/>
                  </a:lnTo>
                  <a:lnTo>
                    <a:pt x="2276" y="2483"/>
                  </a:lnTo>
                  <a:lnTo>
                    <a:pt x="1" y="2690"/>
                  </a:lnTo>
                  <a:lnTo>
                    <a:pt x="2276" y="2904"/>
                  </a:lnTo>
                  <a:lnTo>
                    <a:pt x="1050" y="4475"/>
                  </a:lnTo>
                  <a:lnTo>
                    <a:pt x="2552" y="3111"/>
                  </a:lnTo>
                  <a:lnTo>
                    <a:pt x="2759" y="5371"/>
                  </a:lnTo>
                  <a:lnTo>
                    <a:pt x="2966" y="3111"/>
                  </a:lnTo>
                  <a:lnTo>
                    <a:pt x="4467" y="4475"/>
                  </a:lnTo>
                  <a:lnTo>
                    <a:pt x="3242" y="2904"/>
                  </a:lnTo>
                  <a:lnTo>
                    <a:pt x="5524" y="2690"/>
                  </a:lnTo>
                  <a:lnTo>
                    <a:pt x="3242" y="2483"/>
                  </a:lnTo>
                  <a:lnTo>
                    <a:pt x="4467" y="913"/>
                  </a:lnTo>
                  <a:lnTo>
                    <a:pt x="2966" y="2261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6"/>
            <p:cNvSpPr/>
            <p:nvPr/>
          </p:nvSpPr>
          <p:spPr>
            <a:xfrm>
              <a:off x="6097632" y="3076554"/>
              <a:ext cx="365570" cy="355962"/>
            </a:xfrm>
            <a:custGeom>
              <a:avLst/>
              <a:gdLst/>
              <a:ahLst/>
              <a:cxnLst/>
              <a:rect l="l" t="t" r="r" b="b"/>
              <a:pathLst>
                <a:path w="5517" h="5372" extrusionOk="0">
                  <a:moveTo>
                    <a:pt x="2758" y="1"/>
                  </a:moveTo>
                  <a:lnTo>
                    <a:pt x="2559" y="2261"/>
                  </a:lnTo>
                  <a:lnTo>
                    <a:pt x="1057" y="897"/>
                  </a:lnTo>
                  <a:lnTo>
                    <a:pt x="2283" y="2468"/>
                  </a:lnTo>
                  <a:lnTo>
                    <a:pt x="0" y="2682"/>
                  </a:lnTo>
                  <a:lnTo>
                    <a:pt x="2283" y="2904"/>
                  </a:lnTo>
                  <a:lnTo>
                    <a:pt x="1057" y="4475"/>
                  </a:lnTo>
                  <a:lnTo>
                    <a:pt x="1057" y="4475"/>
                  </a:lnTo>
                  <a:lnTo>
                    <a:pt x="2559" y="3111"/>
                  </a:lnTo>
                  <a:lnTo>
                    <a:pt x="2758" y="5371"/>
                  </a:lnTo>
                  <a:lnTo>
                    <a:pt x="2973" y="3111"/>
                  </a:lnTo>
                  <a:lnTo>
                    <a:pt x="4474" y="4475"/>
                  </a:lnTo>
                  <a:lnTo>
                    <a:pt x="3248" y="2904"/>
                  </a:lnTo>
                  <a:lnTo>
                    <a:pt x="5516" y="2682"/>
                  </a:lnTo>
                  <a:lnTo>
                    <a:pt x="3248" y="2468"/>
                  </a:lnTo>
                  <a:lnTo>
                    <a:pt x="4474" y="897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6"/>
            <p:cNvSpPr/>
            <p:nvPr/>
          </p:nvSpPr>
          <p:spPr>
            <a:xfrm>
              <a:off x="5292490" y="3152754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9" y="1"/>
                  </a:moveTo>
                  <a:lnTo>
                    <a:pt x="2552" y="2261"/>
                  </a:lnTo>
                  <a:lnTo>
                    <a:pt x="1043" y="905"/>
                  </a:lnTo>
                  <a:lnTo>
                    <a:pt x="2269" y="2475"/>
                  </a:lnTo>
                  <a:lnTo>
                    <a:pt x="1" y="2682"/>
                  </a:lnTo>
                  <a:lnTo>
                    <a:pt x="2269" y="2897"/>
                  </a:lnTo>
                  <a:lnTo>
                    <a:pt x="1043" y="4467"/>
                  </a:lnTo>
                  <a:lnTo>
                    <a:pt x="1043" y="4467"/>
                  </a:lnTo>
                  <a:lnTo>
                    <a:pt x="2552" y="3104"/>
                  </a:lnTo>
                  <a:lnTo>
                    <a:pt x="2759" y="5363"/>
                  </a:lnTo>
                  <a:lnTo>
                    <a:pt x="2958" y="3104"/>
                  </a:lnTo>
                  <a:lnTo>
                    <a:pt x="4467" y="4467"/>
                  </a:lnTo>
                  <a:lnTo>
                    <a:pt x="3242" y="2897"/>
                  </a:lnTo>
                  <a:lnTo>
                    <a:pt x="5517" y="2682"/>
                  </a:lnTo>
                  <a:lnTo>
                    <a:pt x="3242" y="2475"/>
                  </a:lnTo>
                  <a:lnTo>
                    <a:pt x="4467" y="905"/>
                  </a:lnTo>
                  <a:lnTo>
                    <a:pt x="4467" y="905"/>
                  </a:lnTo>
                  <a:lnTo>
                    <a:pt x="2958" y="2261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9342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3">
  <p:cSld name="Background 13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703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4">
  <p:cSld name="Background 1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28"/>
          <p:cNvSpPr/>
          <p:nvPr/>
        </p:nvSpPr>
        <p:spPr>
          <a:xfrm>
            <a:off x="0" y="4297232"/>
            <a:ext cx="9143977" cy="1590892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9" name="Google Shape;1829;p28"/>
          <p:cNvGrpSpPr/>
          <p:nvPr/>
        </p:nvGrpSpPr>
        <p:grpSpPr>
          <a:xfrm>
            <a:off x="237" y="4292878"/>
            <a:ext cx="9143686" cy="1595437"/>
            <a:chOff x="-6134075" y="3104468"/>
            <a:chExt cx="18783249" cy="3277397"/>
          </a:xfrm>
        </p:grpSpPr>
        <p:sp>
          <p:nvSpPr>
            <p:cNvPr id="1830" name="Google Shape;1830;p28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28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28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8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4" name="Google Shape;1834;p28"/>
          <p:cNvGrpSpPr/>
          <p:nvPr/>
        </p:nvGrpSpPr>
        <p:grpSpPr>
          <a:xfrm>
            <a:off x="16" y="4140511"/>
            <a:ext cx="9143183" cy="156703"/>
            <a:chOff x="26" y="3997406"/>
            <a:chExt cx="13412326" cy="229871"/>
          </a:xfrm>
        </p:grpSpPr>
        <p:grpSp>
          <p:nvGrpSpPr>
            <p:cNvPr id="1835" name="Google Shape;1835;p28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1836" name="Google Shape;1836;p28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3" name="Google Shape;1843;p28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1844" name="Google Shape;1844;p28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28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8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8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8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8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08320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5">
  <p:cSld name="Background 1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9"/>
          <p:cNvSpPr/>
          <p:nvPr/>
        </p:nvSpPr>
        <p:spPr>
          <a:xfrm>
            <a:off x="0" y="3038946"/>
            <a:ext cx="9144222" cy="946749"/>
          </a:xfrm>
          <a:custGeom>
            <a:avLst/>
            <a:gdLst/>
            <a:ahLst/>
            <a:cxnLst/>
            <a:rect l="l" t="t" r="r" b="b"/>
            <a:pathLst>
              <a:path w="282142" h="6647" extrusionOk="0">
                <a:moveTo>
                  <a:pt x="0" y="0"/>
                </a:moveTo>
                <a:lnTo>
                  <a:pt x="0" y="6646"/>
                </a:lnTo>
                <a:lnTo>
                  <a:pt x="282141" y="6646"/>
                </a:lnTo>
                <a:lnTo>
                  <a:pt x="2821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29"/>
          <p:cNvSpPr/>
          <p:nvPr/>
        </p:nvSpPr>
        <p:spPr>
          <a:xfrm>
            <a:off x="0" y="2729748"/>
            <a:ext cx="9144222" cy="314836"/>
          </a:xfrm>
          <a:custGeom>
            <a:avLst/>
            <a:gdLst/>
            <a:ahLst/>
            <a:cxnLst/>
            <a:rect l="l" t="t" r="r" b="b"/>
            <a:pathLst>
              <a:path w="282142" h="9920" extrusionOk="0">
                <a:moveTo>
                  <a:pt x="0" y="0"/>
                </a:moveTo>
                <a:lnTo>
                  <a:pt x="0" y="9920"/>
                </a:lnTo>
                <a:lnTo>
                  <a:pt x="282141" y="9920"/>
                </a:lnTo>
                <a:lnTo>
                  <a:pt x="282141" y="0"/>
                </a:lnTo>
                <a:close/>
              </a:path>
            </a:pathLst>
          </a:custGeom>
          <a:solidFill>
            <a:srgbClr val="0E0F21">
              <a:alpha val="33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29"/>
          <p:cNvSpPr/>
          <p:nvPr/>
        </p:nvSpPr>
        <p:spPr>
          <a:xfrm>
            <a:off x="0" y="3985698"/>
            <a:ext cx="9144222" cy="314836"/>
          </a:xfrm>
          <a:custGeom>
            <a:avLst/>
            <a:gdLst/>
            <a:ahLst/>
            <a:cxnLst/>
            <a:rect l="l" t="t" r="r" b="b"/>
            <a:pathLst>
              <a:path w="282142" h="9920" extrusionOk="0">
                <a:moveTo>
                  <a:pt x="0" y="0"/>
                </a:moveTo>
                <a:lnTo>
                  <a:pt x="0" y="9920"/>
                </a:lnTo>
                <a:lnTo>
                  <a:pt x="282141" y="9920"/>
                </a:lnTo>
                <a:lnTo>
                  <a:pt x="282141" y="0"/>
                </a:lnTo>
                <a:close/>
              </a:path>
            </a:pathLst>
          </a:custGeom>
          <a:solidFill>
            <a:srgbClr val="0E0F21">
              <a:alpha val="33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29"/>
          <p:cNvSpPr/>
          <p:nvPr/>
        </p:nvSpPr>
        <p:spPr>
          <a:xfrm>
            <a:off x="0" y="3357723"/>
            <a:ext cx="9144222" cy="314836"/>
          </a:xfrm>
          <a:custGeom>
            <a:avLst/>
            <a:gdLst/>
            <a:ahLst/>
            <a:cxnLst/>
            <a:rect l="l" t="t" r="r" b="b"/>
            <a:pathLst>
              <a:path w="282142" h="9920" extrusionOk="0">
                <a:moveTo>
                  <a:pt x="0" y="0"/>
                </a:moveTo>
                <a:lnTo>
                  <a:pt x="0" y="9920"/>
                </a:lnTo>
                <a:lnTo>
                  <a:pt x="282141" y="9920"/>
                </a:lnTo>
                <a:lnTo>
                  <a:pt x="282141" y="0"/>
                </a:lnTo>
                <a:close/>
              </a:path>
            </a:pathLst>
          </a:custGeom>
          <a:solidFill>
            <a:srgbClr val="0E0F21">
              <a:alpha val="33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5" name="Google Shape;1855;p29"/>
          <p:cNvGrpSpPr/>
          <p:nvPr/>
        </p:nvGrpSpPr>
        <p:grpSpPr>
          <a:xfrm>
            <a:off x="1026125" y="2307313"/>
            <a:ext cx="281450" cy="422425"/>
            <a:chOff x="1026125" y="1748163"/>
            <a:chExt cx="281450" cy="422425"/>
          </a:xfrm>
        </p:grpSpPr>
        <p:sp>
          <p:nvSpPr>
            <p:cNvPr id="1856" name="Google Shape;1856;p29"/>
            <p:cNvSpPr/>
            <p:nvPr/>
          </p:nvSpPr>
          <p:spPr>
            <a:xfrm>
              <a:off x="1058375" y="1785813"/>
              <a:ext cx="249200" cy="192075"/>
            </a:xfrm>
            <a:custGeom>
              <a:avLst/>
              <a:gdLst/>
              <a:ahLst/>
              <a:cxnLst/>
              <a:rect l="l" t="t" r="r" b="b"/>
              <a:pathLst>
                <a:path w="9968" h="7683" extrusionOk="0">
                  <a:moveTo>
                    <a:pt x="2105" y="1"/>
                  </a:moveTo>
                  <a:cubicBezTo>
                    <a:pt x="1403" y="1"/>
                    <a:pt x="702" y="161"/>
                    <a:pt x="1" y="599"/>
                  </a:cubicBezTo>
                  <a:lnTo>
                    <a:pt x="1" y="7085"/>
                  </a:lnTo>
                  <a:cubicBezTo>
                    <a:pt x="703" y="6645"/>
                    <a:pt x="1405" y="6484"/>
                    <a:pt x="2108" y="6484"/>
                  </a:cubicBezTo>
                  <a:cubicBezTo>
                    <a:pt x="4026" y="6484"/>
                    <a:pt x="5945" y="7683"/>
                    <a:pt x="7863" y="7683"/>
                  </a:cubicBezTo>
                  <a:cubicBezTo>
                    <a:pt x="8564" y="7683"/>
                    <a:pt x="9266" y="7522"/>
                    <a:pt x="9967" y="7085"/>
                  </a:cubicBezTo>
                  <a:lnTo>
                    <a:pt x="9967" y="599"/>
                  </a:lnTo>
                  <a:cubicBezTo>
                    <a:pt x="9265" y="1038"/>
                    <a:pt x="8562" y="1199"/>
                    <a:pt x="7860" y="1199"/>
                  </a:cubicBezTo>
                  <a:cubicBezTo>
                    <a:pt x="5942" y="1199"/>
                    <a:pt x="4023" y="1"/>
                    <a:pt x="21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9"/>
            <p:cNvSpPr/>
            <p:nvPr/>
          </p:nvSpPr>
          <p:spPr>
            <a:xfrm>
              <a:off x="1038600" y="1765313"/>
              <a:ext cx="31700" cy="405275"/>
            </a:xfrm>
            <a:custGeom>
              <a:avLst/>
              <a:gdLst/>
              <a:ahLst/>
              <a:cxnLst/>
              <a:rect l="l" t="t" r="r" b="b"/>
              <a:pathLst>
                <a:path w="1268" h="16211" extrusionOk="0">
                  <a:moveTo>
                    <a:pt x="0" y="0"/>
                  </a:moveTo>
                  <a:lnTo>
                    <a:pt x="0" y="16211"/>
                  </a:lnTo>
                  <a:lnTo>
                    <a:pt x="1267" y="16211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9"/>
            <p:cNvSpPr/>
            <p:nvPr/>
          </p:nvSpPr>
          <p:spPr>
            <a:xfrm>
              <a:off x="1026125" y="1748163"/>
              <a:ext cx="50200" cy="42925"/>
            </a:xfrm>
            <a:custGeom>
              <a:avLst/>
              <a:gdLst/>
              <a:ahLst/>
              <a:cxnLst/>
              <a:rect l="l" t="t" r="r" b="b"/>
              <a:pathLst>
                <a:path w="2008" h="1717" extrusionOk="0">
                  <a:moveTo>
                    <a:pt x="1150" y="0"/>
                  </a:moveTo>
                  <a:cubicBezTo>
                    <a:pt x="382" y="0"/>
                    <a:pt x="0" y="924"/>
                    <a:pt x="542" y="1466"/>
                  </a:cubicBezTo>
                  <a:cubicBezTo>
                    <a:pt x="717" y="1639"/>
                    <a:pt x="932" y="1717"/>
                    <a:pt x="1142" y="1717"/>
                  </a:cubicBezTo>
                  <a:cubicBezTo>
                    <a:pt x="1584" y="1717"/>
                    <a:pt x="2008" y="1375"/>
                    <a:pt x="2008" y="858"/>
                  </a:cubicBezTo>
                  <a:cubicBezTo>
                    <a:pt x="2008" y="382"/>
                    <a:pt x="1622" y="0"/>
                    <a:pt x="1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9" name="Google Shape;1859;p29"/>
          <p:cNvGrpSpPr/>
          <p:nvPr/>
        </p:nvGrpSpPr>
        <p:grpSpPr>
          <a:xfrm>
            <a:off x="1725775" y="2307313"/>
            <a:ext cx="281325" cy="422425"/>
            <a:chOff x="1725775" y="1748163"/>
            <a:chExt cx="281325" cy="422425"/>
          </a:xfrm>
        </p:grpSpPr>
        <p:sp>
          <p:nvSpPr>
            <p:cNvPr id="1860" name="Google Shape;1860;p29"/>
            <p:cNvSpPr/>
            <p:nvPr/>
          </p:nvSpPr>
          <p:spPr>
            <a:xfrm>
              <a:off x="1758025" y="1785813"/>
              <a:ext cx="249075" cy="192075"/>
            </a:xfrm>
            <a:custGeom>
              <a:avLst/>
              <a:gdLst/>
              <a:ahLst/>
              <a:cxnLst/>
              <a:rect l="l" t="t" r="r" b="b"/>
              <a:pathLst>
                <a:path w="9963" h="7683" extrusionOk="0">
                  <a:moveTo>
                    <a:pt x="2104" y="1"/>
                  </a:moveTo>
                  <a:cubicBezTo>
                    <a:pt x="1403" y="1"/>
                    <a:pt x="702" y="161"/>
                    <a:pt x="0" y="599"/>
                  </a:cubicBezTo>
                  <a:lnTo>
                    <a:pt x="0" y="7085"/>
                  </a:lnTo>
                  <a:cubicBezTo>
                    <a:pt x="703" y="6645"/>
                    <a:pt x="1405" y="6484"/>
                    <a:pt x="2107" y="6484"/>
                  </a:cubicBezTo>
                  <a:cubicBezTo>
                    <a:pt x="4023" y="6484"/>
                    <a:pt x="5940" y="7683"/>
                    <a:pt x="7858" y="7683"/>
                  </a:cubicBezTo>
                  <a:cubicBezTo>
                    <a:pt x="8559" y="7683"/>
                    <a:pt x="9261" y="7522"/>
                    <a:pt x="9963" y="7085"/>
                  </a:cubicBezTo>
                  <a:lnTo>
                    <a:pt x="9963" y="599"/>
                  </a:lnTo>
                  <a:cubicBezTo>
                    <a:pt x="9260" y="1038"/>
                    <a:pt x="8557" y="1199"/>
                    <a:pt x="7854" y="1199"/>
                  </a:cubicBezTo>
                  <a:cubicBezTo>
                    <a:pt x="5936" y="1199"/>
                    <a:pt x="4020" y="1"/>
                    <a:pt x="21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9"/>
            <p:cNvSpPr/>
            <p:nvPr/>
          </p:nvSpPr>
          <p:spPr>
            <a:xfrm>
              <a:off x="1738150" y="1765313"/>
              <a:ext cx="31675" cy="405275"/>
            </a:xfrm>
            <a:custGeom>
              <a:avLst/>
              <a:gdLst/>
              <a:ahLst/>
              <a:cxnLst/>
              <a:rect l="l" t="t" r="r" b="b"/>
              <a:pathLst>
                <a:path w="1267" h="16211" extrusionOk="0">
                  <a:moveTo>
                    <a:pt x="0" y="0"/>
                  </a:moveTo>
                  <a:lnTo>
                    <a:pt x="0" y="16211"/>
                  </a:lnTo>
                  <a:lnTo>
                    <a:pt x="1267" y="16211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9"/>
            <p:cNvSpPr/>
            <p:nvPr/>
          </p:nvSpPr>
          <p:spPr>
            <a:xfrm>
              <a:off x="1725775" y="1748163"/>
              <a:ext cx="50200" cy="42925"/>
            </a:xfrm>
            <a:custGeom>
              <a:avLst/>
              <a:gdLst/>
              <a:ahLst/>
              <a:cxnLst/>
              <a:rect l="l" t="t" r="r" b="b"/>
              <a:pathLst>
                <a:path w="2008" h="1717" extrusionOk="0">
                  <a:moveTo>
                    <a:pt x="1150" y="0"/>
                  </a:moveTo>
                  <a:cubicBezTo>
                    <a:pt x="382" y="0"/>
                    <a:pt x="0" y="924"/>
                    <a:pt x="542" y="1466"/>
                  </a:cubicBezTo>
                  <a:cubicBezTo>
                    <a:pt x="717" y="1639"/>
                    <a:pt x="932" y="1717"/>
                    <a:pt x="1142" y="1717"/>
                  </a:cubicBezTo>
                  <a:cubicBezTo>
                    <a:pt x="1584" y="1717"/>
                    <a:pt x="2007" y="1375"/>
                    <a:pt x="2007" y="858"/>
                  </a:cubicBezTo>
                  <a:cubicBezTo>
                    <a:pt x="2007" y="382"/>
                    <a:pt x="1622" y="0"/>
                    <a:pt x="1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3" name="Google Shape;1863;p29"/>
          <p:cNvGrpSpPr/>
          <p:nvPr/>
        </p:nvGrpSpPr>
        <p:grpSpPr>
          <a:xfrm>
            <a:off x="2425300" y="2307313"/>
            <a:ext cx="281350" cy="422425"/>
            <a:chOff x="2425300" y="1748163"/>
            <a:chExt cx="281350" cy="422425"/>
          </a:xfrm>
        </p:grpSpPr>
        <p:sp>
          <p:nvSpPr>
            <p:cNvPr id="1864" name="Google Shape;1864;p29"/>
            <p:cNvSpPr/>
            <p:nvPr/>
          </p:nvSpPr>
          <p:spPr>
            <a:xfrm>
              <a:off x="2457575" y="1785813"/>
              <a:ext cx="249075" cy="192075"/>
            </a:xfrm>
            <a:custGeom>
              <a:avLst/>
              <a:gdLst/>
              <a:ahLst/>
              <a:cxnLst/>
              <a:rect l="l" t="t" r="r" b="b"/>
              <a:pathLst>
                <a:path w="9963" h="7683" extrusionOk="0">
                  <a:moveTo>
                    <a:pt x="2104" y="1"/>
                  </a:moveTo>
                  <a:cubicBezTo>
                    <a:pt x="1403" y="1"/>
                    <a:pt x="701" y="161"/>
                    <a:pt x="0" y="599"/>
                  </a:cubicBezTo>
                  <a:lnTo>
                    <a:pt x="0" y="7085"/>
                  </a:lnTo>
                  <a:cubicBezTo>
                    <a:pt x="702" y="6645"/>
                    <a:pt x="1405" y="6484"/>
                    <a:pt x="2107" y="6484"/>
                  </a:cubicBezTo>
                  <a:cubicBezTo>
                    <a:pt x="4025" y="6484"/>
                    <a:pt x="5944" y="7683"/>
                    <a:pt x="7860" y="7683"/>
                  </a:cubicBezTo>
                  <a:cubicBezTo>
                    <a:pt x="8561" y="7683"/>
                    <a:pt x="9262" y="7522"/>
                    <a:pt x="9963" y="7085"/>
                  </a:cubicBezTo>
                  <a:lnTo>
                    <a:pt x="9963" y="599"/>
                  </a:lnTo>
                  <a:cubicBezTo>
                    <a:pt x="9261" y="1038"/>
                    <a:pt x="8559" y="1199"/>
                    <a:pt x="7857" y="1199"/>
                  </a:cubicBezTo>
                  <a:cubicBezTo>
                    <a:pt x="5941" y="1199"/>
                    <a:pt x="4022" y="1"/>
                    <a:pt x="21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9"/>
            <p:cNvSpPr/>
            <p:nvPr/>
          </p:nvSpPr>
          <p:spPr>
            <a:xfrm>
              <a:off x="2437775" y="1765313"/>
              <a:ext cx="31700" cy="405275"/>
            </a:xfrm>
            <a:custGeom>
              <a:avLst/>
              <a:gdLst/>
              <a:ahLst/>
              <a:cxnLst/>
              <a:rect l="l" t="t" r="r" b="b"/>
              <a:pathLst>
                <a:path w="1268" h="16211" extrusionOk="0">
                  <a:moveTo>
                    <a:pt x="1" y="0"/>
                  </a:moveTo>
                  <a:lnTo>
                    <a:pt x="1" y="16211"/>
                  </a:lnTo>
                  <a:lnTo>
                    <a:pt x="1268" y="1621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9"/>
            <p:cNvSpPr/>
            <p:nvPr/>
          </p:nvSpPr>
          <p:spPr>
            <a:xfrm>
              <a:off x="2425300" y="1748163"/>
              <a:ext cx="50125" cy="42925"/>
            </a:xfrm>
            <a:custGeom>
              <a:avLst/>
              <a:gdLst/>
              <a:ahLst/>
              <a:cxnLst/>
              <a:rect l="l" t="t" r="r" b="b"/>
              <a:pathLst>
                <a:path w="2005" h="1717" extrusionOk="0">
                  <a:moveTo>
                    <a:pt x="1147" y="0"/>
                  </a:moveTo>
                  <a:cubicBezTo>
                    <a:pt x="383" y="0"/>
                    <a:pt x="1" y="924"/>
                    <a:pt x="543" y="1466"/>
                  </a:cubicBezTo>
                  <a:cubicBezTo>
                    <a:pt x="716" y="1639"/>
                    <a:pt x="930" y="1717"/>
                    <a:pt x="1140" y="1717"/>
                  </a:cubicBezTo>
                  <a:cubicBezTo>
                    <a:pt x="1581" y="1717"/>
                    <a:pt x="2004" y="1375"/>
                    <a:pt x="2004" y="858"/>
                  </a:cubicBezTo>
                  <a:cubicBezTo>
                    <a:pt x="2004" y="382"/>
                    <a:pt x="1622" y="0"/>
                    <a:pt x="11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7" name="Google Shape;1867;p29"/>
          <p:cNvGrpSpPr/>
          <p:nvPr/>
        </p:nvGrpSpPr>
        <p:grpSpPr>
          <a:xfrm>
            <a:off x="7846925" y="2307313"/>
            <a:ext cx="274150" cy="422325"/>
            <a:chOff x="7846925" y="1748163"/>
            <a:chExt cx="274150" cy="422325"/>
          </a:xfrm>
        </p:grpSpPr>
        <p:sp>
          <p:nvSpPr>
            <p:cNvPr id="1868" name="Google Shape;1868;p29"/>
            <p:cNvSpPr/>
            <p:nvPr/>
          </p:nvSpPr>
          <p:spPr>
            <a:xfrm>
              <a:off x="7846925" y="1785813"/>
              <a:ext cx="249200" cy="192075"/>
            </a:xfrm>
            <a:custGeom>
              <a:avLst/>
              <a:gdLst/>
              <a:ahLst/>
              <a:cxnLst/>
              <a:rect l="l" t="t" r="r" b="b"/>
              <a:pathLst>
                <a:path w="9968" h="7683" extrusionOk="0">
                  <a:moveTo>
                    <a:pt x="7862" y="1"/>
                  </a:moveTo>
                  <a:cubicBezTo>
                    <a:pt x="5943" y="1"/>
                    <a:pt x="4025" y="1199"/>
                    <a:pt x="2108" y="1199"/>
                  </a:cubicBezTo>
                  <a:cubicBezTo>
                    <a:pt x="1406" y="1199"/>
                    <a:pt x="703" y="1038"/>
                    <a:pt x="1" y="599"/>
                  </a:cubicBezTo>
                  <a:lnTo>
                    <a:pt x="1" y="7085"/>
                  </a:lnTo>
                  <a:cubicBezTo>
                    <a:pt x="702" y="7522"/>
                    <a:pt x="1403" y="7683"/>
                    <a:pt x="2105" y="7683"/>
                  </a:cubicBezTo>
                  <a:cubicBezTo>
                    <a:pt x="4022" y="7683"/>
                    <a:pt x="5940" y="6484"/>
                    <a:pt x="7859" y="6484"/>
                  </a:cubicBezTo>
                  <a:cubicBezTo>
                    <a:pt x="8561" y="6484"/>
                    <a:pt x="9264" y="6645"/>
                    <a:pt x="9967" y="7085"/>
                  </a:cubicBezTo>
                  <a:lnTo>
                    <a:pt x="9967" y="599"/>
                  </a:lnTo>
                  <a:cubicBezTo>
                    <a:pt x="9265" y="161"/>
                    <a:pt x="8563" y="1"/>
                    <a:pt x="78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9"/>
            <p:cNvSpPr/>
            <p:nvPr/>
          </p:nvSpPr>
          <p:spPr>
            <a:xfrm>
              <a:off x="8084125" y="1765213"/>
              <a:ext cx="31675" cy="405275"/>
            </a:xfrm>
            <a:custGeom>
              <a:avLst/>
              <a:gdLst/>
              <a:ahLst/>
              <a:cxnLst/>
              <a:rect l="l" t="t" r="r" b="b"/>
              <a:pathLst>
                <a:path w="1267" h="16211" extrusionOk="0">
                  <a:moveTo>
                    <a:pt x="0" y="0"/>
                  </a:moveTo>
                  <a:lnTo>
                    <a:pt x="0" y="16211"/>
                  </a:lnTo>
                  <a:lnTo>
                    <a:pt x="1267" y="16211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9"/>
            <p:cNvSpPr/>
            <p:nvPr/>
          </p:nvSpPr>
          <p:spPr>
            <a:xfrm>
              <a:off x="8078175" y="1748163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858" y="0"/>
                  </a:moveTo>
                  <a:cubicBezTo>
                    <a:pt x="382" y="0"/>
                    <a:pt x="0" y="382"/>
                    <a:pt x="0" y="858"/>
                  </a:cubicBezTo>
                  <a:cubicBezTo>
                    <a:pt x="0" y="1333"/>
                    <a:pt x="382" y="1715"/>
                    <a:pt x="858" y="1715"/>
                  </a:cubicBezTo>
                  <a:cubicBezTo>
                    <a:pt x="1329" y="1715"/>
                    <a:pt x="1715" y="1333"/>
                    <a:pt x="1715" y="858"/>
                  </a:cubicBezTo>
                  <a:cubicBezTo>
                    <a:pt x="1715" y="382"/>
                    <a:pt x="1329" y="0"/>
                    <a:pt x="8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1" name="Google Shape;1871;p29"/>
          <p:cNvGrpSpPr/>
          <p:nvPr/>
        </p:nvGrpSpPr>
        <p:grpSpPr>
          <a:xfrm>
            <a:off x="7147300" y="2307313"/>
            <a:ext cx="274125" cy="422325"/>
            <a:chOff x="7147300" y="1748163"/>
            <a:chExt cx="274125" cy="422325"/>
          </a:xfrm>
        </p:grpSpPr>
        <p:sp>
          <p:nvSpPr>
            <p:cNvPr id="1872" name="Google Shape;1872;p29"/>
            <p:cNvSpPr/>
            <p:nvPr/>
          </p:nvSpPr>
          <p:spPr>
            <a:xfrm>
              <a:off x="7147300" y="1785813"/>
              <a:ext cx="249175" cy="192075"/>
            </a:xfrm>
            <a:custGeom>
              <a:avLst/>
              <a:gdLst/>
              <a:ahLst/>
              <a:cxnLst/>
              <a:rect l="l" t="t" r="r" b="b"/>
              <a:pathLst>
                <a:path w="9967" h="7683" extrusionOk="0">
                  <a:moveTo>
                    <a:pt x="7863" y="1"/>
                  </a:moveTo>
                  <a:cubicBezTo>
                    <a:pt x="5945" y="1"/>
                    <a:pt x="4028" y="1199"/>
                    <a:pt x="2109" y="1199"/>
                  </a:cubicBezTo>
                  <a:cubicBezTo>
                    <a:pt x="1406" y="1199"/>
                    <a:pt x="703" y="1038"/>
                    <a:pt x="0" y="599"/>
                  </a:cubicBezTo>
                  <a:lnTo>
                    <a:pt x="0" y="7085"/>
                  </a:lnTo>
                  <a:cubicBezTo>
                    <a:pt x="702" y="7522"/>
                    <a:pt x="1404" y="7683"/>
                    <a:pt x="2106" y="7683"/>
                  </a:cubicBezTo>
                  <a:cubicBezTo>
                    <a:pt x="4025" y="7683"/>
                    <a:pt x="5942" y="6484"/>
                    <a:pt x="7860" y="6484"/>
                  </a:cubicBezTo>
                  <a:cubicBezTo>
                    <a:pt x="8562" y="6484"/>
                    <a:pt x="9264" y="6645"/>
                    <a:pt x="9967" y="7085"/>
                  </a:cubicBezTo>
                  <a:lnTo>
                    <a:pt x="9967" y="599"/>
                  </a:lnTo>
                  <a:cubicBezTo>
                    <a:pt x="9265" y="161"/>
                    <a:pt x="8564" y="1"/>
                    <a:pt x="78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9"/>
            <p:cNvSpPr/>
            <p:nvPr/>
          </p:nvSpPr>
          <p:spPr>
            <a:xfrm>
              <a:off x="7384575" y="1765213"/>
              <a:ext cx="31675" cy="405275"/>
            </a:xfrm>
            <a:custGeom>
              <a:avLst/>
              <a:gdLst/>
              <a:ahLst/>
              <a:cxnLst/>
              <a:rect l="l" t="t" r="r" b="b"/>
              <a:pathLst>
                <a:path w="1267" h="16211" extrusionOk="0">
                  <a:moveTo>
                    <a:pt x="0" y="0"/>
                  </a:moveTo>
                  <a:lnTo>
                    <a:pt x="0" y="16211"/>
                  </a:lnTo>
                  <a:lnTo>
                    <a:pt x="1267" y="16211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9"/>
            <p:cNvSpPr/>
            <p:nvPr/>
          </p:nvSpPr>
          <p:spPr>
            <a:xfrm>
              <a:off x="7378525" y="1748163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858" y="0"/>
                  </a:moveTo>
                  <a:cubicBezTo>
                    <a:pt x="383" y="0"/>
                    <a:pt x="1" y="382"/>
                    <a:pt x="1" y="858"/>
                  </a:cubicBezTo>
                  <a:cubicBezTo>
                    <a:pt x="1" y="1333"/>
                    <a:pt x="383" y="1715"/>
                    <a:pt x="858" y="1715"/>
                  </a:cubicBezTo>
                  <a:cubicBezTo>
                    <a:pt x="1330" y="1715"/>
                    <a:pt x="1716" y="1333"/>
                    <a:pt x="1716" y="858"/>
                  </a:cubicBezTo>
                  <a:cubicBezTo>
                    <a:pt x="1716" y="382"/>
                    <a:pt x="1330" y="0"/>
                    <a:pt x="8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5" name="Google Shape;1875;p29"/>
          <p:cNvGrpSpPr/>
          <p:nvPr/>
        </p:nvGrpSpPr>
        <p:grpSpPr>
          <a:xfrm>
            <a:off x="6447850" y="2307313"/>
            <a:ext cx="274025" cy="422325"/>
            <a:chOff x="6447850" y="1748163"/>
            <a:chExt cx="274025" cy="422325"/>
          </a:xfrm>
        </p:grpSpPr>
        <p:sp>
          <p:nvSpPr>
            <p:cNvPr id="1876" name="Google Shape;1876;p29"/>
            <p:cNvSpPr/>
            <p:nvPr/>
          </p:nvSpPr>
          <p:spPr>
            <a:xfrm>
              <a:off x="6447850" y="1785813"/>
              <a:ext cx="249075" cy="192075"/>
            </a:xfrm>
            <a:custGeom>
              <a:avLst/>
              <a:gdLst/>
              <a:ahLst/>
              <a:cxnLst/>
              <a:rect l="l" t="t" r="r" b="b"/>
              <a:pathLst>
                <a:path w="9963" h="7683" extrusionOk="0">
                  <a:moveTo>
                    <a:pt x="7857" y="1"/>
                  </a:moveTo>
                  <a:cubicBezTo>
                    <a:pt x="5939" y="1"/>
                    <a:pt x="4021" y="1199"/>
                    <a:pt x="2105" y="1199"/>
                  </a:cubicBezTo>
                  <a:cubicBezTo>
                    <a:pt x="1403" y="1199"/>
                    <a:pt x="702" y="1038"/>
                    <a:pt x="0" y="599"/>
                  </a:cubicBezTo>
                  <a:lnTo>
                    <a:pt x="0" y="7085"/>
                  </a:lnTo>
                  <a:cubicBezTo>
                    <a:pt x="701" y="7522"/>
                    <a:pt x="1401" y="7683"/>
                    <a:pt x="2102" y="7683"/>
                  </a:cubicBezTo>
                  <a:cubicBezTo>
                    <a:pt x="4018" y="7683"/>
                    <a:pt x="5935" y="6484"/>
                    <a:pt x="7854" y="6484"/>
                  </a:cubicBezTo>
                  <a:cubicBezTo>
                    <a:pt x="8557" y="6484"/>
                    <a:pt x="9260" y="6645"/>
                    <a:pt x="9963" y="7085"/>
                  </a:cubicBezTo>
                  <a:lnTo>
                    <a:pt x="9963" y="599"/>
                  </a:lnTo>
                  <a:cubicBezTo>
                    <a:pt x="9261" y="161"/>
                    <a:pt x="8559" y="1"/>
                    <a:pt x="78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6684925" y="1765213"/>
              <a:ext cx="31700" cy="405275"/>
            </a:xfrm>
            <a:custGeom>
              <a:avLst/>
              <a:gdLst/>
              <a:ahLst/>
              <a:cxnLst/>
              <a:rect l="l" t="t" r="r" b="b"/>
              <a:pathLst>
                <a:path w="1268" h="16211" extrusionOk="0">
                  <a:moveTo>
                    <a:pt x="0" y="0"/>
                  </a:moveTo>
                  <a:lnTo>
                    <a:pt x="0" y="16211"/>
                  </a:lnTo>
                  <a:lnTo>
                    <a:pt x="1267" y="16211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6678975" y="1748163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858" y="0"/>
                  </a:moveTo>
                  <a:cubicBezTo>
                    <a:pt x="383" y="0"/>
                    <a:pt x="1" y="382"/>
                    <a:pt x="1" y="858"/>
                  </a:cubicBezTo>
                  <a:cubicBezTo>
                    <a:pt x="1" y="1333"/>
                    <a:pt x="383" y="1715"/>
                    <a:pt x="858" y="1715"/>
                  </a:cubicBezTo>
                  <a:cubicBezTo>
                    <a:pt x="1334" y="1715"/>
                    <a:pt x="1716" y="1333"/>
                    <a:pt x="1716" y="858"/>
                  </a:cubicBezTo>
                  <a:cubicBezTo>
                    <a:pt x="1716" y="382"/>
                    <a:pt x="1334" y="0"/>
                    <a:pt x="8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9" name="Google Shape;1879;p29"/>
          <p:cNvSpPr/>
          <p:nvPr/>
        </p:nvSpPr>
        <p:spPr>
          <a:xfrm>
            <a:off x="0" y="4298527"/>
            <a:ext cx="9143517" cy="1172681"/>
          </a:xfrm>
          <a:custGeom>
            <a:avLst/>
            <a:gdLst/>
            <a:ahLst/>
            <a:cxnLst/>
            <a:rect l="l" t="t" r="r" b="b"/>
            <a:pathLst>
              <a:path w="282142" h="56210" extrusionOk="0">
                <a:moveTo>
                  <a:pt x="0" y="0"/>
                </a:moveTo>
                <a:lnTo>
                  <a:pt x="0" y="56210"/>
                </a:lnTo>
                <a:lnTo>
                  <a:pt x="282141" y="56210"/>
                </a:lnTo>
                <a:lnTo>
                  <a:pt x="2821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1977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6">
  <p:cSld name="Background 1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1" name="Google Shape;1881;p30"/>
          <p:cNvGrpSpPr/>
          <p:nvPr/>
        </p:nvGrpSpPr>
        <p:grpSpPr>
          <a:xfrm>
            <a:off x="-2696037" y="-3177189"/>
            <a:ext cx="14535912" cy="14535912"/>
            <a:chOff x="-2696037" y="-3177189"/>
            <a:chExt cx="14535912" cy="14535912"/>
          </a:xfrm>
        </p:grpSpPr>
        <p:sp>
          <p:nvSpPr>
            <p:cNvPr id="1882" name="Google Shape;1882;p30"/>
            <p:cNvSpPr/>
            <p:nvPr/>
          </p:nvSpPr>
          <p:spPr>
            <a:xfrm>
              <a:off x="-1911218" y="-2392370"/>
              <a:ext cx="12966204" cy="12966274"/>
            </a:xfrm>
            <a:custGeom>
              <a:avLst/>
              <a:gdLst/>
              <a:ahLst/>
              <a:cxnLst/>
              <a:rect l="l" t="t" r="r" b="b"/>
              <a:pathLst>
                <a:path w="186806" h="186807" extrusionOk="0">
                  <a:moveTo>
                    <a:pt x="93417" y="93374"/>
                  </a:moveTo>
                  <a:lnTo>
                    <a:pt x="93417" y="93379"/>
                  </a:lnTo>
                  <a:lnTo>
                    <a:pt x="93417" y="93379"/>
                  </a:lnTo>
                  <a:lnTo>
                    <a:pt x="93411" y="93379"/>
                  </a:lnTo>
                  <a:lnTo>
                    <a:pt x="93411" y="93379"/>
                  </a:lnTo>
                  <a:lnTo>
                    <a:pt x="93417" y="93374"/>
                  </a:lnTo>
                  <a:close/>
                  <a:moveTo>
                    <a:pt x="84678" y="0"/>
                  </a:moveTo>
                  <a:lnTo>
                    <a:pt x="93377" y="93382"/>
                  </a:lnTo>
                  <a:lnTo>
                    <a:pt x="93377" y="93382"/>
                  </a:lnTo>
                  <a:lnTo>
                    <a:pt x="93394" y="93381"/>
                  </a:lnTo>
                  <a:lnTo>
                    <a:pt x="93394" y="93381"/>
                  </a:lnTo>
                  <a:lnTo>
                    <a:pt x="101969" y="0"/>
                  </a:lnTo>
                  <a:close/>
                  <a:moveTo>
                    <a:pt x="33371" y="21255"/>
                  </a:moveTo>
                  <a:lnTo>
                    <a:pt x="21141" y="33476"/>
                  </a:lnTo>
                  <a:lnTo>
                    <a:pt x="93363" y="93384"/>
                  </a:lnTo>
                  <a:lnTo>
                    <a:pt x="93363" y="93384"/>
                  </a:lnTo>
                  <a:lnTo>
                    <a:pt x="93336" y="93386"/>
                  </a:lnTo>
                  <a:lnTo>
                    <a:pt x="93369" y="93389"/>
                  </a:lnTo>
                  <a:lnTo>
                    <a:pt x="93369" y="93389"/>
                  </a:lnTo>
                  <a:lnTo>
                    <a:pt x="93379" y="93397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7" y="93382"/>
                  </a:lnTo>
                  <a:lnTo>
                    <a:pt x="93377" y="93382"/>
                  </a:lnTo>
                  <a:lnTo>
                    <a:pt x="93372" y="93383"/>
                  </a:lnTo>
                  <a:lnTo>
                    <a:pt x="93372" y="93383"/>
                  </a:lnTo>
                  <a:lnTo>
                    <a:pt x="33371" y="21255"/>
                  </a:lnTo>
                  <a:close/>
                  <a:moveTo>
                    <a:pt x="93378" y="93390"/>
                  </a:moveTo>
                  <a:lnTo>
                    <a:pt x="93392" y="93406"/>
                  </a:lnTo>
                  <a:lnTo>
                    <a:pt x="93393" y="93394"/>
                  </a:lnTo>
                  <a:lnTo>
                    <a:pt x="93391" y="93396"/>
                  </a:lnTo>
                  <a:lnTo>
                    <a:pt x="93393" y="93394"/>
                  </a:lnTo>
                  <a:lnTo>
                    <a:pt x="93393" y="93391"/>
                  </a:lnTo>
                  <a:lnTo>
                    <a:pt x="93393" y="93391"/>
                  </a:lnTo>
                  <a:lnTo>
                    <a:pt x="93378" y="93390"/>
                  </a:lnTo>
                  <a:close/>
                  <a:moveTo>
                    <a:pt x="93392" y="93406"/>
                  </a:moveTo>
                  <a:lnTo>
                    <a:pt x="93391" y="93408"/>
                  </a:lnTo>
                  <a:lnTo>
                    <a:pt x="93391" y="93408"/>
                  </a:lnTo>
                  <a:lnTo>
                    <a:pt x="93396" y="93411"/>
                  </a:lnTo>
                  <a:lnTo>
                    <a:pt x="93392" y="93406"/>
                  </a:lnTo>
                  <a:close/>
                  <a:moveTo>
                    <a:pt x="93379" y="93397"/>
                  </a:moveTo>
                  <a:lnTo>
                    <a:pt x="93380" y="93413"/>
                  </a:lnTo>
                  <a:lnTo>
                    <a:pt x="93391" y="93414"/>
                  </a:lnTo>
                  <a:lnTo>
                    <a:pt x="93391" y="93414"/>
                  </a:lnTo>
                  <a:lnTo>
                    <a:pt x="93391" y="93408"/>
                  </a:lnTo>
                  <a:lnTo>
                    <a:pt x="93391" y="93408"/>
                  </a:lnTo>
                  <a:lnTo>
                    <a:pt x="93379" y="93397"/>
                  </a:lnTo>
                  <a:close/>
                  <a:moveTo>
                    <a:pt x="93390" y="93428"/>
                  </a:moveTo>
                  <a:lnTo>
                    <a:pt x="93382" y="93429"/>
                  </a:lnTo>
                  <a:lnTo>
                    <a:pt x="93382" y="93429"/>
                  </a:lnTo>
                  <a:lnTo>
                    <a:pt x="93382" y="93434"/>
                  </a:lnTo>
                  <a:lnTo>
                    <a:pt x="93390" y="93428"/>
                  </a:lnTo>
                  <a:close/>
                  <a:moveTo>
                    <a:pt x="93389" y="93437"/>
                  </a:moveTo>
                  <a:lnTo>
                    <a:pt x="93383" y="93444"/>
                  </a:lnTo>
                  <a:lnTo>
                    <a:pt x="93383" y="93444"/>
                  </a:lnTo>
                  <a:lnTo>
                    <a:pt x="93386" y="93470"/>
                  </a:lnTo>
                  <a:lnTo>
                    <a:pt x="93389" y="93437"/>
                  </a:lnTo>
                  <a:close/>
                  <a:moveTo>
                    <a:pt x="0" y="84837"/>
                  </a:moveTo>
                  <a:lnTo>
                    <a:pt x="0" y="102128"/>
                  </a:lnTo>
                  <a:lnTo>
                    <a:pt x="93382" y="93429"/>
                  </a:lnTo>
                  <a:lnTo>
                    <a:pt x="93382" y="93429"/>
                  </a:lnTo>
                  <a:lnTo>
                    <a:pt x="93380" y="93413"/>
                  </a:lnTo>
                  <a:lnTo>
                    <a:pt x="0" y="84837"/>
                  </a:lnTo>
                  <a:close/>
                  <a:moveTo>
                    <a:pt x="93382" y="93434"/>
                  </a:moveTo>
                  <a:lnTo>
                    <a:pt x="21255" y="153435"/>
                  </a:lnTo>
                  <a:lnTo>
                    <a:pt x="33476" y="165666"/>
                  </a:lnTo>
                  <a:lnTo>
                    <a:pt x="93383" y="93444"/>
                  </a:lnTo>
                  <a:lnTo>
                    <a:pt x="93383" y="93444"/>
                  </a:lnTo>
                  <a:lnTo>
                    <a:pt x="93382" y="93434"/>
                  </a:lnTo>
                  <a:close/>
                  <a:moveTo>
                    <a:pt x="153331" y="21141"/>
                  </a:moveTo>
                  <a:lnTo>
                    <a:pt x="93422" y="93358"/>
                  </a:lnTo>
                  <a:lnTo>
                    <a:pt x="93420" y="93337"/>
                  </a:lnTo>
                  <a:lnTo>
                    <a:pt x="93418" y="93363"/>
                  </a:lnTo>
                  <a:lnTo>
                    <a:pt x="93404" y="93380"/>
                  </a:lnTo>
                  <a:lnTo>
                    <a:pt x="93404" y="93380"/>
                  </a:lnTo>
                  <a:lnTo>
                    <a:pt x="93394" y="93381"/>
                  </a:lnTo>
                  <a:lnTo>
                    <a:pt x="93394" y="93381"/>
                  </a:lnTo>
                  <a:lnTo>
                    <a:pt x="93393" y="93391"/>
                  </a:lnTo>
                  <a:lnTo>
                    <a:pt x="93393" y="93391"/>
                  </a:lnTo>
                  <a:lnTo>
                    <a:pt x="93394" y="93391"/>
                  </a:lnTo>
                  <a:lnTo>
                    <a:pt x="93394" y="93391"/>
                  </a:lnTo>
                  <a:lnTo>
                    <a:pt x="93393" y="93394"/>
                  </a:lnTo>
                  <a:lnTo>
                    <a:pt x="93393" y="93394"/>
                  </a:lnTo>
                  <a:lnTo>
                    <a:pt x="93396" y="93392"/>
                  </a:lnTo>
                  <a:lnTo>
                    <a:pt x="93415" y="93393"/>
                  </a:lnTo>
                  <a:lnTo>
                    <a:pt x="93415" y="93393"/>
                  </a:lnTo>
                  <a:lnTo>
                    <a:pt x="93415" y="93399"/>
                  </a:lnTo>
                  <a:lnTo>
                    <a:pt x="93410" y="93396"/>
                  </a:lnTo>
                  <a:lnTo>
                    <a:pt x="93414" y="93401"/>
                  </a:lnTo>
                  <a:lnTo>
                    <a:pt x="93414" y="93401"/>
                  </a:lnTo>
                  <a:lnTo>
                    <a:pt x="93413" y="93416"/>
                  </a:lnTo>
                  <a:lnTo>
                    <a:pt x="93413" y="93416"/>
                  </a:lnTo>
                  <a:lnTo>
                    <a:pt x="93407" y="93415"/>
                  </a:lnTo>
                  <a:lnTo>
                    <a:pt x="93407" y="93415"/>
                  </a:lnTo>
                  <a:lnTo>
                    <a:pt x="93410" y="93411"/>
                  </a:lnTo>
                  <a:lnTo>
                    <a:pt x="93406" y="93415"/>
                  </a:lnTo>
                  <a:lnTo>
                    <a:pt x="93406" y="93415"/>
                  </a:lnTo>
                  <a:lnTo>
                    <a:pt x="93391" y="93414"/>
                  </a:lnTo>
                  <a:lnTo>
                    <a:pt x="93391" y="93414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89" y="93437"/>
                  </a:lnTo>
                  <a:lnTo>
                    <a:pt x="93397" y="93428"/>
                  </a:lnTo>
                  <a:lnTo>
                    <a:pt x="93412" y="93426"/>
                  </a:lnTo>
                  <a:lnTo>
                    <a:pt x="93412" y="93426"/>
                  </a:lnTo>
                  <a:lnTo>
                    <a:pt x="84837" y="186807"/>
                  </a:lnTo>
                  <a:lnTo>
                    <a:pt x="102128" y="186807"/>
                  </a:lnTo>
                  <a:lnTo>
                    <a:pt x="93429" y="93425"/>
                  </a:lnTo>
                  <a:lnTo>
                    <a:pt x="93429" y="93425"/>
                  </a:lnTo>
                  <a:lnTo>
                    <a:pt x="93434" y="93424"/>
                  </a:lnTo>
                  <a:lnTo>
                    <a:pt x="93434" y="93424"/>
                  </a:lnTo>
                  <a:lnTo>
                    <a:pt x="153435" y="165552"/>
                  </a:lnTo>
                  <a:lnTo>
                    <a:pt x="165665" y="153331"/>
                  </a:lnTo>
                  <a:lnTo>
                    <a:pt x="93443" y="93423"/>
                  </a:lnTo>
                  <a:lnTo>
                    <a:pt x="93443" y="93423"/>
                  </a:lnTo>
                  <a:lnTo>
                    <a:pt x="93470" y="93421"/>
                  </a:lnTo>
                  <a:lnTo>
                    <a:pt x="93437" y="93418"/>
                  </a:lnTo>
                  <a:lnTo>
                    <a:pt x="93437" y="93418"/>
                  </a:lnTo>
                  <a:lnTo>
                    <a:pt x="93427" y="93410"/>
                  </a:lnTo>
                  <a:lnTo>
                    <a:pt x="93426" y="93394"/>
                  </a:lnTo>
                  <a:lnTo>
                    <a:pt x="93426" y="93394"/>
                  </a:lnTo>
                  <a:lnTo>
                    <a:pt x="186806" y="101970"/>
                  </a:lnTo>
                  <a:lnTo>
                    <a:pt x="186806" y="84679"/>
                  </a:lnTo>
                  <a:lnTo>
                    <a:pt x="93424" y="93378"/>
                  </a:lnTo>
                  <a:lnTo>
                    <a:pt x="93424" y="93378"/>
                  </a:lnTo>
                  <a:lnTo>
                    <a:pt x="93423" y="93369"/>
                  </a:lnTo>
                  <a:lnTo>
                    <a:pt x="93423" y="93369"/>
                  </a:lnTo>
                  <a:lnTo>
                    <a:pt x="165551" y="33372"/>
                  </a:lnTo>
                  <a:lnTo>
                    <a:pt x="153331" y="21141"/>
                  </a:lnTo>
                  <a:close/>
                </a:path>
              </a:pathLst>
            </a:custGeom>
            <a:solidFill>
              <a:srgbClr val="334F86">
                <a:alpha val="37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0"/>
            <p:cNvSpPr/>
            <p:nvPr/>
          </p:nvSpPr>
          <p:spPr>
            <a:xfrm>
              <a:off x="-2696037" y="-3177189"/>
              <a:ext cx="14535912" cy="14535912"/>
            </a:xfrm>
            <a:custGeom>
              <a:avLst/>
              <a:gdLst/>
              <a:ahLst/>
              <a:cxnLst/>
              <a:rect l="l" t="t" r="r" b="b"/>
              <a:pathLst>
                <a:path w="209421" h="209421" extrusionOk="0">
                  <a:moveTo>
                    <a:pt x="201640" y="53560"/>
                  </a:moveTo>
                  <a:lnTo>
                    <a:pt x="104703" y="104693"/>
                  </a:lnTo>
                  <a:lnTo>
                    <a:pt x="104703" y="104693"/>
                  </a:lnTo>
                  <a:lnTo>
                    <a:pt x="209365" y="72210"/>
                  </a:lnTo>
                  <a:lnTo>
                    <a:pt x="201640" y="53560"/>
                  </a:lnTo>
                  <a:close/>
                  <a:moveTo>
                    <a:pt x="137081" y="0"/>
                  </a:moveTo>
                  <a:lnTo>
                    <a:pt x="104693" y="104703"/>
                  </a:lnTo>
                  <a:lnTo>
                    <a:pt x="155732" y="7730"/>
                  </a:lnTo>
                  <a:lnTo>
                    <a:pt x="137081" y="0"/>
                  </a:lnTo>
                  <a:close/>
                  <a:moveTo>
                    <a:pt x="72210" y="55"/>
                  </a:moveTo>
                  <a:lnTo>
                    <a:pt x="53559" y="7780"/>
                  </a:lnTo>
                  <a:lnTo>
                    <a:pt x="104693" y="104718"/>
                  </a:lnTo>
                  <a:lnTo>
                    <a:pt x="72210" y="55"/>
                  </a:lnTo>
                  <a:close/>
                  <a:moveTo>
                    <a:pt x="7730" y="53689"/>
                  </a:moveTo>
                  <a:lnTo>
                    <a:pt x="0" y="72339"/>
                  </a:lnTo>
                  <a:lnTo>
                    <a:pt x="104703" y="104728"/>
                  </a:lnTo>
                  <a:lnTo>
                    <a:pt x="7730" y="53689"/>
                  </a:lnTo>
                  <a:close/>
                  <a:moveTo>
                    <a:pt x="104717" y="104693"/>
                  </a:moveTo>
                  <a:lnTo>
                    <a:pt x="201690" y="155732"/>
                  </a:lnTo>
                  <a:lnTo>
                    <a:pt x="209420" y="137082"/>
                  </a:lnTo>
                  <a:lnTo>
                    <a:pt x="104717" y="104693"/>
                  </a:lnTo>
                  <a:close/>
                  <a:moveTo>
                    <a:pt x="104717" y="104728"/>
                  </a:moveTo>
                  <a:lnTo>
                    <a:pt x="55" y="137211"/>
                  </a:lnTo>
                  <a:lnTo>
                    <a:pt x="7780" y="155861"/>
                  </a:lnTo>
                  <a:lnTo>
                    <a:pt x="7780" y="155861"/>
                  </a:lnTo>
                  <a:lnTo>
                    <a:pt x="104717" y="104728"/>
                  </a:lnTo>
                  <a:close/>
                  <a:moveTo>
                    <a:pt x="104727" y="104703"/>
                  </a:moveTo>
                  <a:lnTo>
                    <a:pt x="137210" y="209366"/>
                  </a:lnTo>
                  <a:lnTo>
                    <a:pt x="155861" y="201641"/>
                  </a:lnTo>
                  <a:lnTo>
                    <a:pt x="104727" y="104703"/>
                  </a:lnTo>
                  <a:close/>
                  <a:moveTo>
                    <a:pt x="104727" y="104718"/>
                  </a:moveTo>
                  <a:lnTo>
                    <a:pt x="53688" y="201691"/>
                  </a:lnTo>
                  <a:lnTo>
                    <a:pt x="72339" y="209421"/>
                  </a:lnTo>
                  <a:lnTo>
                    <a:pt x="104727" y="104718"/>
                  </a:lnTo>
                  <a:close/>
                </a:path>
              </a:pathLst>
            </a:custGeom>
            <a:solidFill>
              <a:srgbClr val="334F86">
                <a:alpha val="37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772883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7">
  <p:cSld name="Background 1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31"/>
          <p:cNvSpPr/>
          <p:nvPr/>
        </p:nvSpPr>
        <p:spPr>
          <a:xfrm>
            <a:off x="16971" y="3741333"/>
            <a:ext cx="9126978" cy="775187"/>
          </a:xfrm>
          <a:custGeom>
            <a:avLst/>
            <a:gdLst/>
            <a:ahLst/>
            <a:cxnLst/>
            <a:rect l="l" t="t" r="r" b="b"/>
            <a:pathLst>
              <a:path w="144666" h="12287" extrusionOk="0">
                <a:moveTo>
                  <a:pt x="0" y="0"/>
                </a:moveTo>
                <a:lnTo>
                  <a:pt x="0" y="12286"/>
                </a:lnTo>
                <a:lnTo>
                  <a:pt x="144665" y="12286"/>
                </a:lnTo>
                <a:lnTo>
                  <a:pt x="14466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6" name="Google Shape;1886;p31"/>
          <p:cNvGrpSpPr/>
          <p:nvPr/>
        </p:nvGrpSpPr>
        <p:grpSpPr>
          <a:xfrm>
            <a:off x="86371" y="2110700"/>
            <a:ext cx="8989423" cy="2377805"/>
            <a:chOff x="86371" y="1731850"/>
            <a:chExt cx="8989423" cy="2377805"/>
          </a:xfrm>
        </p:grpSpPr>
        <p:sp>
          <p:nvSpPr>
            <p:cNvPr id="1887" name="Google Shape;1887;p31"/>
            <p:cNvSpPr/>
            <p:nvPr/>
          </p:nvSpPr>
          <p:spPr>
            <a:xfrm>
              <a:off x="8070959" y="2016577"/>
              <a:ext cx="1004834" cy="1785762"/>
            </a:xfrm>
            <a:custGeom>
              <a:avLst/>
              <a:gdLst/>
              <a:ahLst/>
              <a:cxnLst/>
              <a:rect l="l" t="t" r="r" b="b"/>
              <a:pathLst>
                <a:path w="15927" h="28305" extrusionOk="0">
                  <a:moveTo>
                    <a:pt x="2024" y="1"/>
                  </a:moveTo>
                  <a:cubicBezTo>
                    <a:pt x="1865" y="1"/>
                    <a:pt x="1904" y="655"/>
                    <a:pt x="1904" y="655"/>
                  </a:cubicBezTo>
                  <a:cubicBezTo>
                    <a:pt x="1904" y="655"/>
                    <a:pt x="1293" y="4"/>
                    <a:pt x="910" y="4"/>
                  </a:cubicBezTo>
                  <a:cubicBezTo>
                    <a:pt x="890" y="4"/>
                    <a:pt x="870" y="6"/>
                    <a:pt x="851" y="10"/>
                  </a:cubicBezTo>
                  <a:cubicBezTo>
                    <a:pt x="476" y="81"/>
                    <a:pt x="1" y="528"/>
                    <a:pt x="804" y="1118"/>
                  </a:cubicBezTo>
                  <a:cubicBezTo>
                    <a:pt x="1429" y="1577"/>
                    <a:pt x="1698" y="1691"/>
                    <a:pt x="1991" y="2289"/>
                  </a:cubicBezTo>
                  <a:cubicBezTo>
                    <a:pt x="2434" y="3203"/>
                    <a:pt x="3388" y="4196"/>
                    <a:pt x="3744" y="4718"/>
                  </a:cubicBezTo>
                  <a:cubicBezTo>
                    <a:pt x="4512" y="5826"/>
                    <a:pt x="5829" y="7338"/>
                    <a:pt x="5928" y="7452"/>
                  </a:cubicBezTo>
                  <a:cubicBezTo>
                    <a:pt x="5968" y="7650"/>
                    <a:pt x="5999" y="7848"/>
                    <a:pt x="6039" y="8046"/>
                  </a:cubicBezTo>
                  <a:cubicBezTo>
                    <a:pt x="6074" y="8513"/>
                    <a:pt x="6276" y="9197"/>
                    <a:pt x="6395" y="9866"/>
                  </a:cubicBezTo>
                  <a:cubicBezTo>
                    <a:pt x="6419" y="10060"/>
                    <a:pt x="6419" y="10258"/>
                    <a:pt x="6391" y="10452"/>
                  </a:cubicBezTo>
                  <a:lnTo>
                    <a:pt x="6391" y="10472"/>
                  </a:lnTo>
                  <a:cubicBezTo>
                    <a:pt x="6383" y="10551"/>
                    <a:pt x="6367" y="10630"/>
                    <a:pt x="6355" y="10697"/>
                  </a:cubicBezTo>
                  <a:lnTo>
                    <a:pt x="6253" y="11140"/>
                  </a:lnTo>
                  <a:cubicBezTo>
                    <a:pt x="6193" y="11417"/>
                    <a:pt x="6126" y="11750"/>
                    <a:pt x="6071" y="12110"/>
                  </a:cubicBezTo>
                  <a:cubicBezTo>
                    <a:pt x="5157" y="12181"/>
                    <a:pt x="5026" y="13926"/>
                    <a:pt x="4982" y="14761"/>
                  </a:cubicBezTo>
                  <a:cubicBezTo>
                    <a:pt x="4982" y="14828"/>
                    <a:pt x="4978" y="14927"/>
                    <a:pt x="4978" y="15050"/>
                  </a:cubicBezTo>
                  <a:cubicBezTo>
                    <a:pt x="4883" y="15188"/>
                    <a:pt x="4785" y="15350"/>
                    <a:pt x="4666" y="15548"/>
                  </a:cubicBezTo>
                  <a:cubicBezTo>
                    <a:pt x="4179" y="16343"/>
                    <a:pt x="3934" y="16672"/>
                    <a:pt x="3673" y="17404"/>
                  </a:cubicBezTo>
                  <a:cubicBezTo>
                    <a:pt x="3408" y="18136"/>
                    <a:pt x="3558" y="18646"/>
                    <a:pt x="3898" y="18848"/>
                  </a:cubicBezTo>
                  <a:cubicBezTo>
                    <a:pt x="3967" y="18889"/>
                    <a:pt x="4039" y="18907"/>
                    <a:pt x="4111" y="18907"/>
                  </a:cubicBezTo>
                  <a:cubicBezTo>
                    <a:pt x="4393" y="18907"/>
                    <a:pt x="4687" y="18634"/>
                    <a:pt x="4927" y="18413"/>
                  </a:cubicBezTo>
                  <a:cubicBezTo>
                    <a:pt x="4947" y="18389"/>
                    <a:pt x="4963" y="18365"/>
                    <a:pt x="4978" y="18338"/>
                  </a:cubicBezTo>
                  <a:cubicBezTo>
                    <a:pt x="4982" y="18686"/>
                    <a:pt x="4982" y="18911"/>
                    <a:pt x="4982" y="18911"/>
                  </a:cubicBezTo>
                  <a:lnTo>
                    <a:pt x="5042" y="18911"/>
                  </a:lnTo>
                  <a:cubicBezTo>
                    <a:pt x="4939" y="19082"/>
                    <a:pt x="4820" y="19287"/>
                    <a:pt x="4812" y="19398"/>
                  </a:cubicBezTo>
                  <a:cubicBezTo>
                    <a:pt x="4812" y="19426"/>
                    <a:pt x="4812" y="19454"/>
                    <a:pt x="4812" y="19481"/>
                  </a:cubicBezTo>
                  <a:cubicBezTo>
                    <a:pt x="4828" y="19782"/>
                    <a:pt x="5046" y="19841"/>
                    <a:pt x="5354" y="19853"/>
                  </a:cubicBezTo>
                  <a:lnTo>
                    <a:pt x="5362" y="19853"/>
                  </a:lnTo>
                  <a:lnTo>
                    <a:pt x="5255" y="21001"/>
                  </a:lnTo>
                  <a:lnTo>
                    <a:pt x="4998" y="23675"/>
                  </a:lnTo>
                  <a:cubicBezTo>
                    <a:pt x="5192" y="23751"/>
                    <a:pt x="5394" y="23814"/>
                    <a:pt x="5600" y="23861"/>
                  </a:cubicBezTo>
                  <a:cubicBezTo>
                    <a:pt x="5437" y="24965"/>
                    <a:pt x="5299" y="26323"/>
                    <a:pt x="5200" y="27715"/>
                  </a:cubicBezTo>
                  <a:cubicBezTo>
                    <a:pt x="5283" y="27775"/>
                    <a:pt x="5366" y="27826"/>
                    <a:pt x="5457" y="27870"/>
                  </a:cubicBezTo>
                  <a:cubicBezTo>
                    <a:pt x="5457" y="27988"/>
                    <a:pt x="5461" y="28135"/>
                    <a:pt x="5477" y="28305"/>
                  </a:cubicBezTo>
                  <a:lnTo>
                    <a:pt x="7273" y="28305"/>
                  </a:lnTo>
                  <a:cubicBezTo>
                    <a:pt x="7281" y="28242"/>
                    <a:pt x="7293" y="28182"/>
                    <a:pt x="7305" y="28111"/>
                  </a:cubicBezTo>
                  <a:cubicBezTo>
                    <a:pt x="7321" y="28044"/>
                    <a:pt x="7333" y="28016"/>
                    <a:pt x="7341" y="27973"/>
                  </a:cubicBezTo>
                  <a:lnTo>
                    <a:pt x="7633" y="27878"/>
                  </a:lnTo>
                  <a:cubicBezTo>
                    <a:pt x="7792" y="26647"/>
                    <a:pt x="7966" y="24910"/>
                    <a:pt x="7966" y="24910"/>
                  </a:cubicBezTo>
                  <a:cubicBezTo>
                    <a:pt x="7966" y="24910"/>
                    <a:pt x="8096" y="26627"/>
                    <a:pt x="8373" y="27854"/>
                  </a:cubicBezTo>
                  <a:cubicBezTo>
                    <a:pt x="8480" y="27929"/>
                    <a:pt x="8599" y="27981"/>
                    <a:pt x="8722" y="28012"/>
                  </a:cubicBezTo>
                  <a:cubicBezTo>
                    <a:pt x="8730" y="28048"/>
                    <a:pt x="8737" y="28075"/>
                    <a:pt x="8745" y="28111"/>
                  </a:cubicBezTo>
                  <a:cubicBezTo>
                    <a:pt x="8757" y="28147"/>
                    <a:pt x="8769" y="28242"/>
                    <a:pt x="8781" y="28305"/>
                  </a:cubicBezTo>
                  <a:lnTo>
                    <a:pt x="10577" y="28305"/>
                  </a:lnTo>
                  <a:cubicBezTo>
                    <a:pt x="10589" y="28083"/>
                    <a:pt x="10601" y="27905"/>
                    <a:pt x="10597" y="27759"/>
                  </a:cubicBezTo>
                  <a:cubicBezTo>
                    <a:pt x="10664" y="27723"/>
                    <a:pt x="10728" y="27676"/>
                    <a:pt x="10783" y="27620"/>
                  </a:cubicBezTo>
                  <a:cubicBezTo>
                    <a:pt x="10641" y="26528"/>
                    <a:pt x="10439" y="25120"/>
                    <a:pt x="10201" y="23956"/>
                  </a:cubicBezTo>
                  <a:cubicBezTo>
                    <a:pt x="10641" y="23893"/>
                    <a:pt x="10902" y="23834"/>
                    <a:pt x="10902" y="23834"/>
                  </a:cubicBezTo>
                  <a:lnTo>
                    <a:pt x="10447" y="21040"/>
                  </a:lnTo>
                  <a:lnTo>
                    <a:pt x="10253" y="19853"/>
                  </a:lnTo>
                  <a:lnTo>
                    <a:pt x="10380" y="19853"/>
                  </a:lnTo>
                  <a:cubicBezTo>
                    <a:pt x="10684" y="19841"/>
                    <a:pt x="10902" y="19782"/>
                    <a:pt x="10918" y="19481"/>
                  </a:cubicBezTo>
                  <a:cubicBezTo>
                    <a:pt x="10918" y="19450"/>
                    <a:pt x="10922" y="19426"/>
                    <a:pt x="10922" y="19398"/>
                  </a:cubicBezTo>
                  <a:cubicBezTo>
                    <a:pt x="10914" y="19287"/>
                    <a:pt x="10799" y="19082"/>
                    <a:pt x="10688" y="18915"/>
                  </a:cubicBezTo>
                  <a:lnTo>
                    <a:pt x="10767" y="18915"/>
                  </a:lnTo>
                  <a:cubicBezTo>
                    <a:pt x="10767" y="18915"/>
                    <a:pt x="10767" y="18690"/>
                    <a:pt x="10775" y="18342"/>
                  </a:cubicBezTo>
                  <a:cubicBezTo>
                    <a:pt x="10787" y="18369"/>
                    <a:pt x="10803" y="18393"/>
                    <a:pt x="10823" y="18417"/>
                  </a:cubicBezTo>
                  <a:cubicBezTo>
                    <a:pt x="11063" y="18638"/>
                    <a:pt x="11358" y="18909"/>
                    <a:pt x="11641" y="18909"/>
                  </a:cubicBezTo>
                  <a:cubicBezTo>
                    <a:pt x="11712" y="18909"/>
                    <a:pt x="11783" y="18892"/>
                    <a:pt x="11851" y="18852"/>
                  </a:cubicBezTo>
                  <a:cubicBezTo>
                    <a:pt x="12192" y="18654"/>
                    <a:pt x="12342" y="18140"/>
                    <a:pt x="12081" y="17408"/>
                  </a:cubicBezTo>
                  <a:cubicBezTo>
                    <a:pt x="11816" y="16676"/>
                    <a:pt x="11571" y="16351"/>
                    <a:pt x="11084" y="15552"/>
                  </a:cubicBezTo>
                  <a:cubicBezTo>
                    <a:pt x="10965" y="15354"/>
                    <a:pt x="10866" y="15192"/>
                    <a:pt x="10775" y="15054"/>
                  </a:cubicBezTo>
                  <a:cubicBezTo>
                    <a:pt x="10775" y="14931"/>
                    <a:pt x="10767" y="14832"/>
                    <a:pt x="10767" y="14769"/>
                  </a:cubicBezTo>
                  <a:cubicBezTo>
                    <a:pt x="10736" y="14108"/>
                    <a:pt x="10645" y="12877"/>
                    <a:pt x="10162" y="12359"/>
                  </a:cubicBezTo>
                  <a:cubicBezTo>
                    <a:pt x="10130" y="12027"/>
                    <a:pt x="10075" y="11702"/>
                    <a:pt x="9992" y="11378"/>
                  </a:cubicBezTo>
                  <a:lnTo>
                    <a:pt x="9996" y="11378"/>
                  </a:lnTo>
                  <a:cubicBezTo>
                    <a:pt x="9996" y="11378"/>
                    <a:pt x="9707" y="10191"/>
                    <a:pt x="9766" y="9629"/>
                  </a:cubicBezTo>
                  <a:cubicBezTo>
                    <a:pt x="9810" y="9162"/>
                    <a:pt x="9869" y="8746"/>
                    <a:pt x="9913" y="8450"/>
                  </a:cubicBezTo>
                  <a:lnTo>
                    <a:pt x="9988" y="7983"/>
                  </a:lnTo>
                  <a:cubicBezTo>
                    <a:pt x="10015" y="7809"/>
                    <a:pt x="10043" y="7634"/>
                    <a:pt x="10063" y="7468"/>
                  </a:cubicBezTo>
                  <a:cubicBezTo>
                    <a:pt x="10858" y="6641"/>
                    <a:pt x="11476" y="5340"/>
                    <a:pt x="11927" y="4900"/>
                  </a:cubicBezTo>
                  <a:cubicBezTo>
                    <a:pt x="13683" y="3187"/>
                    <a:pt x="13308" y="3207"/>
                    <a:pt x="13814" y="2443"/>
                  </a:cubicBezTo>
                  <a:cubicBezTo>
                    <a:pt x="14396" y="1565"/>
                    <a:pt x="14605" y="1505"/>
                    <a:pt x="15171" y="971"/>
                  </a:cubicBezTo>
                  <a:cubicBezTo>
                    <a:pt x="15927" y="259"/>
                    <a:pt x="15527" y="89"/>
                    <a:pt x="15147" y="14"/>
                  </a:cubicBezTo>
                  <a:cubicBezTo>
                    <a:pt x="15129" y="10"/>
                    <a:pt x="15110" y="8"/>
                    <a:pt x="15090" y="8"/>
                  </a:cubicBezTo>
                  <a:cubicBezTo>
                    <a:pt x="14706" y="8"/>
                    <a:pt x="14091" y="663"/>
                    <a:pt x="14091" y="663"/>
                  </a:cubicBezTo>
                  <a:cubicBezTo>
                    <a:pt x="14091" y="663"/>
                    <a:pt x="14130" y="9"/>
                    <a:pt x="13974" y="9"/>
                  </a:cubicBezTo>
                  <a:cubicBezTo>
                    <a:pt x="13958" y="9"/>
                    <a:pt x="13941" y="15"/>
                    <a:pt x="13921" y="29"/>
                  </a:cubicBezTo>
                  <a:cubicBezTo>
                    <a:pt x="13790" y="120"/>
                    <a:pt x="13810" y="912"/>
                    <a:pt x="13683" y="1141"/>
                  </a:cubicBezTo>
                  <a:cubicBezTo>
                    <a:pt x="13553" y="1367"/>
                    <a:pt x="13023" y="1988"/>
                    <a:pt x="12425" y="2661"/>
                  </a:cubicBezTo>
                  <a:cubicBezTo>
                    <a:pt x="12164" y="2958"/>
                    <a:pt x="11131" y="4390"/>
                    <a:pt x="10736" y="4722"/>
                  </a:cubicBezTo>
                  <a:cubicBezTo>
                    <a:pt x="10340" y="5051"/>
                    <a:pt x="9256" y="6016"/>
                    <a:pt x="9256" y="6016"/>
                  </a:cubicBezTo>
                  <a:lnTo>
                    <a:pt x="8888" y="6095"/>
                  </a:lnTo>
                  <a:cubicBezTo>
                    <a:pt x="8737" y="6008"/>
                    <a:pt x="8559" y="5866"/>
                    <a:pt x="8567" y="5680"/>
                  </a:cubicBezTo>
                  <a:cubicBezTo>
                    <a:pt x="8579" y="5498"/>
                    <a:pt x="8571" y="5340"/>
                    <a:pt x="8571" y="5161"/>
                  </a:cubicBezTo>
                  <a:cubicBezTo>
                    <a:pt x="8710" y="5011"/>
                    <a:pt x="8821" y="4841"/>
                    <a:pt x="8904" y="4655"/>
                  </a:cubicBezTo>
                  <a:lnTo>
                    <a:pt x="8923" y="4655"/>
                  </a:lnTo>
                  <a:cubicBezTo>
                    <a:pt x="8941" y="4657"/>
                    <a:pt x="8959" y="4659"/>
                    <a:pt x="8976" y="4659"/>
                  </a:cubicBezTo>
                  <a:cubicBezTo>
                    <a:pt x="9070" y="4659"/>
                    <a:pt x="9154" y="4622"/>
                    <a:pt x="9200" y="4552"/>
                  </a:cubicBezTo>
                  <a:cubicBezTo>
                    <a:pt x="9230" y="4605"/>
                    <a:pt x="9290" y="4627"/>
                    <a:pt x="9358" y="4627"/>
                  </a:cubicBezTo>
                  <a:cubicBezTo>
                    <a:pt x="9438" y="4627"/>
                    <a:pt x="9530" y="4597"/>
                    <a:pt x="9596" y="4552"/>
                  </a:cubicBezTo>
                  <a:cubicBezTo>
                    <a:pt x="9719" y="4469"/>
                    <a:pt x="9731" y="4291"/>
                    <a:pt x="9675" y="4113"/>
                  </a:cubicBezTo>
                  <a:cubicBezTo>
                    <a:pt x="9778" y="4109"/>
                    <a:pt x="9861" y="4022"/>
                    <a:pt x="9857" y="3919"/>
                  </a:cubicBezTo>
                  <a:cubicBezTo>
                    <a:pt x="9869" y="3733"/>
                    <a:pt x="9715" y="3642"/>
                    <a:pt x="9553" y="3602"/>
                  </a:cubicBezTo>
                  <a:lnTo>
                    <a:pt x="9758" y="3500"/>
                  </a:lnTo>
                  <a:lnTo>
                    <a:pt x="9580" y="3207"/>
                  </a:lnTo>
                  <a:cubicBezTo>
                    <a:pt x="9462" y="3262"/>
                    <a:pt x="9339" y="3306"/>
                    <a:pt x="9216" y="3345"/>
                  </a:cubicBezTo>
                  <a:cubicBezTo>
                    <a:pt x="9165" y="3021"/>
                    <a:pt x="9074" y="2388"/>
                    <a:pt x="9062" y="1925"/>
                  </a:cubicBezTo>
                  <a:cubicBezTo>
                    <a:pt x="9062" y="1893"/>
                    <a:pt x="9058" y="1858"/>
                    <a:pt x="9058" y="1822"/>
                  </a:cubicBezTo>
                  <a:cubicBezTo>
                    <a:pt x="9062" y="1189"/>
                    <a:pt x="9311" y="314"/>
                    <a:pt x="8987" y="144"/>
                  </a:cubicBezTo>
                  <a:cubicBezTo>
                    <a:pt x="8884" y="91"/>
                    <a:pt x="8786" y="70"/>
                    <a:pt x="8689" y="70"/>
                  </a:cubicBezTo>
                  <a:cubicBezTo>
                    <a:pt x="8484" y="70"/>
                    <a:pt x="8283" y="165"/>
                    <a:pt x="8049" y="251"/>
                  </a:cubicBezTo>
                  <a:cubicBezTo>
                    <a:pt x="7990" y="271"/>
                    <a:pt x="7930" y="287"/>
                    <a:pt x="7871" y="295"/>
                  </a:cubicBezTo>
                  <a:cubicBezTo>
                    <a:pt x="7837" y="300"/>
                    <a:pt x="7804" y="302"/>
                    <a:pt x="7771" y="302"/>
                  </a:cubicBezTo>
                  <a:cubicBezTo>
                    <a:pt x="7578" y="302"/>
                    <a:pt x="7399" y="219"/>
                    <a:pt x="7064" y="144"/>
                  </a:cubicBezTo>
                  <a:cubicBezTo>
                    <a:pt x="7026" y="136"/>
                    <a:pt x="6990" y="132"/>
                    <a:pt x="6956" y="132"/>
                  </a:cubicBezTo>
                  <a:cubicBezTo>
                    <a:pt x="6557" y="132"/>
                    <a:pt x="6429" y="678"/>
                    <a:pt x="6601" y="1418"/>
                  </a:cubicBezTo>
                  <a:cubicBezTo>
                    <a:pt x="6632" y="1569"/>
                    <a:pt x="6660" y="1723"/>
                    <a:pt x="6672" y="1877"/>
                  </a:cubicBezTo>
                  <a:cubicBezTo>
                    <a:pt x="6715" y="2368"/>
                    <a:pt x="6704" y="2859"/>
                    <a:pt x="6632" y="3345"/>
                  </a:cubicBezTo>
                  <a:cubicBezTo>
                    <a:pt x="6367" y="3270"/>
                    <a:pt x="6193" y="3203"/>
                    <a:pt x="6193" y="3203"/>
                  </a:cubicBezTo>
                  <a:lnTo>
                    <a:pt x="6051" y="3559"/>
                  </a:lnTo>
                  <a:lnTo>
                    <a:pt x="6205" y="3622"/>
                  </a:lnTo>
                  <a:cubicBezTo>
                    <a:pt x="6071" y="3666"/>
                    <a:pt x="5960" y="3757"/>
                    <a:pt x="5972" y="3915"/>
                  </a:cubicBezTo>
                  <a:cubicBezTo>
                    <a:pt x="5972" y="4018"/>
                    <a:pt x="6051" y="4101"/>
                    <a:pt x="6154" y="4109"/>
                  </a:cubicBezTo>
                  <a:cubicBezTo>
                    <a:pt x="6098" y="4287"/>
                    <a:pt x="6071" y="4433"/>
                    <a:pt x="6233" y="4548"/>
                  </a:cubicBezTo>
                  <a:cubicBezTo>
                    <a:pt x="6314" y="4606"/>
                    <a:pt x="6397" y="4634"/>
                    <a:pt x="6468" y="4634"/>
                  </a:cubicBezTo>
                  <a:cubicBezTo>
                    <a:pt x="6538" y="4634"/>
                    <a:pt x="6597" y="4606"/>
                    <a:pt x="6628" y="4548"/>
                  </a:cubicBezTo>
                  <a:cubicBezTo>
                    <a:pt x="6675" y="4618"/>
                    <a:pt x="6759" y="4655"/>
                    <a:pt x="6853" y="4655"/>
                  </a:cubicBezTo>
                  <a:cubicBezTo>
                    <a:pt x="6870" y="4655"/>
                    <a:pt x="6888" y="4653"/>
                    <a:pt x="6905" y="4651"/>
                  </a:cubicBezTo>
                  <a:cubicBezTo>
                    <a:pt x="6941" y="4647"/>
                    <a:pt x="6973" y="4639"/>
                    <a:pt x="7004" y="4623"/>
                  </a:cubicBezTo>
                  <a:cubicBezTo>
                    <a:pt x="7095" y="4821"/>
                    <a:pt x="7218" y="5007"/>
                    <a:pt x="7364" y="5165"/>
                  </a:cubicBezTo>
                  <a:cubicBezTo>
                    <a:pt x="7364" y="5343"/>
                    <a:pt x="7364" y="5537"/>
                    <a:pt x="7372" y="5676"/>
                  </a:cubicBezTo>
                  <a:cubicBezTo>
                    <a:pt x="7376" y="5814"/>
                    <a:pt x="7202" y="6004"/>
                    <a:pt x="7048" y="6091"/>
                  </a:cubicBezTo>
                  <a:cubicBezTo>
                    <a:pt x="7040" y="6091"/>
                    <a:pt x="6719" y="6044"/>
                    <a:pt x="6470" y="5984"/>
                  </a:cubicBezTo>
                  <a:lnTo>
                    <a:pt x="6482" y="5965"/>
                  </a:lnTo>
                  <a:cubicBezTo>
                    <a:pt x="6245" y="5553"/>
                    <a:pt x="5659" y="5047"/>
                    <a:pt x="5263" y="4718"/>
                  </a:cubicBezTo>
                  <a:cubicBezTo>
                    <a:pt x="4868" y="4386"/>
                    <a:pt x="3981" y="3262"/>
                    <a:pt x="3716" y="2965"/>
                  </a:cubicBezTo>
                  <a:cubicBezTo>
                    <a:pt x="3119" y="2289"/>
                    <a:pt x="2569" y="1592"/>
                    <a:pt x="2438" y="1363"/>
                  </a:cubicBezTo>
                  <a:cubicBezTo>
                    <a:pt x="2312" y="1137"/>
                    <a:pt x="2209" y="116"/>
                    <a:pt x="2078" y="22"/>
                  </a:cubicBezTo>
                  <a:cubicBezTo>
                    <a:pt x="2058" y="7"/>
                    <a:pt x="2040" y="1"/>
                    <a:pt x="20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1064650" y="2098216"/>
              <a:ext cx="1005087" cy="1785762"/>
            </a:xfrm>
            <a:custGeom>
              <a:avLst/>
              <a:gdLst/>
              <a:ahLst/>
              <a:cxnLst/>
              <a:rect l="l" t="t" r="r" b="b"/>
              <a:pathLst>
                <a:path w="15931" h="28305" extrusionOk="0">
                  <a:moveTo>
                    <a:pt x="910" y="0"/>
                  </a:moveTo>
                  <a:cubicBezTo>
                    <a:pt x="890" y="0"/>
                    <a:pt x="870" y="2"/>
                    <a:pt x="852" y="6"/>
                  </a:cubicBezTo>
                  <a:cubicBezTo>
                    <a:pt x="472" y="81"/>
                    <a:pt x="1" y="524"/>
                    <a:pt x="808" y="1114"/>
                  </a:cubicBezTo>
                  <a:cubicBezTo>
                    <a:pt x="1429" y="1572"/>
                    <a:pt x="1702" y="1687"/>
                    <a:pt x="1995" y="2289"/>
                  </a:cubicBezTo>
                  <a:cubicBezTo>
                    <a:pt x="2438" y="3199"/>
                    <a:pt x="3388" y="4196"/>
                    <a:pt x="3752" y="4714"/>
                  </a:cubicBezTo>
                  <a:cubicBezTo>
                    <a:pt x="4512" y="5822"/>
                    <a:pt x="5833" y="7334"/>
                    <a:pt x="5932" y="7448"/>
                  </a:cubicBezTo>
                  <a:cubicBezTo>
                    <a:pt x="5968" y="7646"/>
                    <a:pt x="6007" y="7844"/>
                    <a:pt x="6047" y="8046"/>
                  </a:cubicBezTo>
                  <a:cubicBezTo>
                    <a:pt x="6075" y="8513"/>
                    <a:pt x="6284" y="9193"/>
                    <a:pt x="6403" y="9862"/>
                  </a:cubicBezTo>
                  <a:cubicBezTo>
                    <a:pt x="6419" y="10060"/>
                    <a:pt x="6419" y="10258"/>
                    <a:pt x="6395" y="10456"/>
                  </a:cubicBezTo>
                  <a:lnTo>
                    <a:pt x="6395" y="10471"/>
                  </a:lnTo>
                  <a:cubicBezTo>
                    <a:pt x="6387" y="10547"/>
                    <a:pt x="6375" y="10618"/>
                    <a:pt x="6355" y="10693"/>
                  </a:cubicBezTo>
                  <a:cubicBezTo>
                    <a:pt x="6332" y="10816"/>
                    <a:pt x="6296" y="10970"/>
                    <a:pt x="6257" y="11140"/>
                  </a:cubicBezTo>
                  <a:cubicBezTo>
                    <a:pt x="6197" y="11417"/>
                    <a:pt x="6130" y="11753"/>
                    <a:pt x="6075" y="12110"/>
                  </a:cubicBezTo>
                  <a:cubicBezTo>
                    <a:pt x="5161" y="12177"/>
                    <a:pt x="5030" y="13922"/>
                    <a:pt x="4986" y="14765"/>
                  </a:cubicBezTo>
                  <a:cubicBezTo>
                    <a:pt x="4986" y="14824"/>
                    <a:pt x="4982" y="14923"/>
                    <a:pt x="4982" y="15046"/>
                  </a:cubicBezTo>
                  <a:cubicBezTo>
                    <a:pt x="4887" y="15184"/>
                    <a:pt x="4789" y="15346"/>
                    <a:pt x="4670" y="15544"/>
                  </a:cubicBezTo>
                  <a:cubicBezTo>
                    <a:pt x="4187" y="16343"/>
                    <a:pt x="3938" y="16668"/>
                    <a:pt x="3677" y="17400"/>
                  </a:cubicBezTo>
                  <a:cubicBezTo>
                    <a:pt x="3416" y="18132"/>
                    <a:pt x="3562" y="18646"/>
                    <a:pt x="3902" y="18844"/>
                  </a:cubicBezTo>
                  <a:cubicBezTo>
                    <a:pt x="3972" y="18884"/>
                    <a:pt x="4043" y="18901"/>
                    <a:pt x="4115" y="18901"/>
                  </a:cubicBezTo>
                  <a:cubicBezTo>
                    <a:pt x="4398" y="18901"/>
                    <a:pt x="4691" y="18630"/>
                    <a:pt x="4931" y="18409"/>
                  </a:cubicBezTo>
                  <a:cubicBezTo>
                    <a:pt x="4951" y="18385"/>
                    <a:pt x="4967" y="18361"/>
                    <a:pt x="4982" y="18334"/>
                  </a:cubicBezTo>
                  <a:cubicBezTo>
                    <a:pt x="4982" y="18682"/>
                    <a:pt x="4986" y="18907"/>
                    <a:pt x="4986" y="18907"/>
                  </a:cubicBezTo>
                  <a:lnTo>
                    <a:pt x="5046" y="18907"/>
                  </a:lnTo>
                  <a:cubicBezTo>
                    <a:pt x="4943" y="19074"/>
                    <a:pt x="4824" y="19279"/>
                    <a:pt x="4820" y="19390"/>
                  </a:cubicBezTo>
                  <a:cubicBezTo>
                    <a:pt x="4816" y="19418"/>
                    <a:pt x="4816" y="19446"/>
                    <a:pt x="4820" y="19473"/>
                  </a:cubicBezTo>
                  <a:cubicBezTo>
                    <a:pt x="4832" y="19774"/>
                    <a:pt x="5050" y="19833"/>
                    <a:pt x="5358" y="19845"/>
                  </a:cubicBezTo>
                  <a:lnTo>
                    <a:pt x="5366" y="19845"/>
                  </a:lnTo>
                  <a:lnTo>
                    <a:pt x="5255" y="21001"/>
                  </a:lnTo>
                  <a:lnTo>
                    <a:pt x="5002" y="23675"/>
                  </a:lnTo>
                  <a:cubicBezTo>
                    <a:pt x="5196" y="23755"/>
                    <a:pt x="5398" y="23818"/>
                    <a:pt x="5604" y="23865"/>
                  </a:cubicBezTo>
                  <a:cubicBezTo>
                    <a:pt x="5441" y="24965"/>
                    <a:pt x="5303" y="26322"/>
                    <a:pt x="5204" y="27719"/>
                  </a:cubicBezTo>
                  <a:cubicBezTo>
                    <a:pt x="5283" y="27775"/>
                    <a:pt x="5370" y="27826"/>
                    <a:pt x="5457" y="27870"/>
                  </a:cubicBezTo>
                  <a:cubicBezTo>
                    <a:pt x="5461" y="27996"/>
                    <a:pt x="5465" y="28139"/>
                    <a:pt x="5481" y="28305"/>
                  </a:cubicBezTo>
                  <a:lnTo>
                    <a:pt x="7277" y="28305"/>
                  </a:lnTo>
                  <a:cubicBezTo>
                    <a:pt x="7285" y="28242"/>
                    <a:pt x="7293" y="28178"/>
                    <a:pt x="7309" y="28119"/>
                  </a:cubicBezTo>
                  <a:cubicBezTo>
                    <a:pt x="7325" y="28064"/>
                    <a:pt x="7337" y="28024"/>
                    <a:pt x="7345" y="27976"/>
                  </a:cubicBezTo>
                  <a:lnTo>
                    <a:pt x="7637" y="27881"/>
                  </a:lnTo>
                  <a:cubicBezTo>
                    <a:pt x="7796" y="26651"/>
                    <a:pt x="7962" y="24914"/>
                    <a:pt x="7962" y="24914"/>
                  </a:cubicBezTo>
                  <a:cubicBezTo>
                    <a:pt x="7962" y="24914"/>
                    <a:pt x="8100" y="26635"/>
                    <a:pt x="8377" y="27858"/>
                  </a:cubicBezTo>
                  <a:cubicBezTo>
                    <a:pt x="8484" y="27933"/>
                    <a:pt x="8599" y="27984"/>
                    <a:pt x="8726" y="28016"/>
                  </a:cubicBezTo>
                  <a:cubicBezTo>
                    <a:pt x="8734" y="28048"/>
                    <a:pt x="8741" y="28083"/>
                    <a:pt x="8749" y="28119"/>
                  </a:cubicBezTo>
                  <a:cubicBezTo>
                    <a:pt x="8765" y="28182"/>
                    <a:pt x="8773" y="28246"/>
                    <a:pt x="8785" y="28305"/>
                  </a:cubicBezTo>
                  <a:lnTo>
                    <a:pt x="10581" y="28305"/>
                  </a:lnTo>
                  <a:cubicBezTo>
                    <a:pt x="10593" y="28087"/>
                    <a:pt x="10605" y="27905"/>
                    <a:pt x="10601" y="27767"/>
                  </a:cubicBezTo>
                  <a:cubicBezTo>
                    <a:pt x="10668" y="27727"/>
                    <a:pt x="10732" y="27680"/>
                    <a:pt x="10787" y="27624"/>
                  </a:cubicBezTo>
                  <a:cubicBezTo>
                    <a:pt x="10641" y="26532"/>
                    <a:pt x="10443" y="25120"/>
                    <a:pt x="10205" y="23960"/>
                  </a:cubicBezTo>
                  <a:cubicBezTo>
                    <a:pt x="10645" y="23893"/>
                    <a:pt x="10906" y="23834"/>
                    <a:pt x="10906" y="23834"/>
                  </a:cubicBezTo>
                  <a:lnTo>
                    <a:pt x="10451" y="21040"/>
                  </a:lnTo>
                  <a:lnTo>
                    <a:pt x="10253" y="19853"/>
                  </a:lnTo>
                  <a:lnTo>
                    <a:pt x="10383" y="19853"/>
                  </a:lnTo>
                  <a:cubicBezTo>
                    <a:pt x="10688" y="19845"/>
                    <a:pt x="10906" y="19786"/>
                    <a:pt x="10922" y="19481"/>
                  </a:cubicBezTo>
                  <a:cubicBezTo>
                    <a:pt x="10926" y="19453"/>
                    <a:pt x="10926" y="19426"/>
                    <a:pt x="10922" y="19398"/>
                  </a:cubicBezTo>
                  <a:cubicBezTo>
                    <a:pt x="10918" y="19291"/>
                    <a:pt x="10799" y="19081"/>
                    <a:pt x="10692" y="18919"/>
                  </a:cubicBezTo>
                  <a:lnTo>
                    <a:pt x="10775" y="18919"/>
                  </a:lnTo>
                  <a:cubicBezTo>
                    <a:pt x="10775" y="18919"/>
                    <a:pt x="10775" y="18690"/>
                    <a:pt x="10779" y="18346"/>
                  </a:cubicBezTo>
                  <a:cubicBezTo>
                    <a:pt x="10791" y="18373"/>
                    <a:pt x="10807" y="18397"/>
                    <a:pt x="10827" y="18421"/>
                  </a:cubicBezTo>
                  <a:cubicBezTo>
                    <a:pt x="11070" y="18642"/>
                    <a:pt x="11361" y="18913"/>
                    <a:pt x="11644" y="18913"/>
                  </a:cubicBezTo>
                  <a:cubicBezTo>
                    <a:pt x="11715" y="18913"/>
                    <a:pt x="11786" y="18896"/>
                    <a:pt x="11855" y="18856"/>
                  </a:cubicBezTo>
                  <a:cubicBezTo>
                    <a:pt x="12204" y="18658"/>
                    <a:pt x="12346" y="18144"/>
                    <a:pt x="12085" y="17412"/>
                  </a:cubicBezTo>
                  <a:cubicBezTo>
                    <a:pt x="11824" y="16680"/>
                    <a:pt x="11575" y="16351"/>
                    <a:pt x="11092" y="15556"/>
                  </a:cubicBezTo>
                  <a:cubicBezTo>
                    <a:pt x="10973" y="15358"/>
                    <a:pt x="10866" y="15196"/>
                    <a:pt x="10779" y="15057"/>
                  </a:cubicBezTo>
                  <a:cubicBezTo>
                    <a:pt x="10779" y="14931"/>
                    <a:pt x="10775" y="14832"/>
                    <a:pt x="10767" y="14772"/>
                  </a:cubicBezTo>
                  <a:cubicBezTo>
                    <a:pt x="10740" y="14112"/>
                    <a:pt x="10649" y="12885"/>
                    <a:pt x="10166" y="12359"/>
                  </a:cubicBezTo>
                  <a:cubicBezTo>
                    <a:pt x="10134" y="12030"/>
                    <a:pt x="10079" y="11702"/>
                    <a:pt x="9996" y="11381"/>
                  </a:cubicBezTo>
                  <a:lnTo>
                    <a:pt x="10004" y="11381"/>
                  </a:lnTo>
                  <a:cubicBezTo>
                    <a:pt x="10004" y="11381"/>
                    <a:pt x="9711" y="10194"/>
                    <a:pt x="9770" y="9629"/>
                  </a:cubicBezTo>
                  <a:cubicBezTo>
                    <a:pt x="9814" y="9166"/>
                    <a:pt x="9873" y="8750"/>
                    <a:pt x="9917" y="8453"/>
                  </a:cubicBezTo>
                  <a:lnTo>
                    <a:pt x="9992" y="7983"/>
                  </a:lnTo>
                  <a:cubicBezTo>
                    <a:pt x="10019" y="7805"/>
                    <a:pt x="10039" y="7630"/>
                    <a:pt x="10067" y="7464"/>
                  </a:cubicBezTo>
                  <a:cubicBezTo>
                    <a:pt x="10862" y="6637"/>
                    <a:pt x="11480" y="5335"/>
                    <a:pt x="11931" y="4896"/>
                  </a:cubicBezTo>
                  <a:cubicBezTo>
                    <a:pt x="13680" y="3187"/>
                    <a:pt x="13312" y="3207"/>
                    <a:pt x="13822" y="2439"/>
                  </a:cubicBezTo>
                  <a:cubicBezTo>
                    <a:pt x="14400" y="1565"/>
                    <a:pt x="14613" y="1505"/>
                    <a:pt x="15175" y="975"/>
                  </a:cubicBezTo>
                  <a:cubicBezTo>
                    <a:pt x="15931" y="259"/>
                    <a:pt x="15531" y="85"/>
                    <a:pt x="15151" y="10"/>
                  </a:cubicBezTo>
                  <a:cubicBezTo>
                    <a:pt x="15133" y="6"/>
                    <a:pt x="15114" y="4"/>
                    <a:pt x="15094" y="4"/>
                  </a:cubicBezTo>
                  <a:cubicBezTo>
                    <a:pt x="14710" y="4"/>
                    <a:pt x="14099" y="658"/>
                    <a:pt x="14099" y="658"/>
                  </a:cubicBezTo>
                  <a:cubicBezTo>
                    <a:pt x="14099" y="658"/>
                    <a:pt x="14135" y="5"/>
                    <a:pt x="13977" y="5"/>
                  </a:cubicBezTo>
                  <a:cubicBezTo>
                    <a:pt x="13962" y="5"/>
                    <a:pt x="13944" y="12"/>
                    <a:pt x="13925" y="25"/>
                  </a:cubicBezTo>
                  <a:cubicBezTo>
                    <a:pt x="13794" y="120"/>
                    <a:pt x="13810" y="908"/>
                    <a:pt x="13687" y="1137"/>
                  </a:cubicBezTo>
                  <a:cubicBezTo>
                    <a:pt x="13565" y="1363"/>
                    <a:pt x="13031" y="1984"/>
                    <a:pt x="12429" y="2657"/>
                  </a:cubicBezTo>
                  <a:cubicBezTo>
                    <a:pt x="12164" y="2957"/>
                    <a:pt x="11135" y="4386"/>
                    <a:pt x="10740" y="4718"/>
                  </a:cubicBezTo>
                  <a:cubicBezTo>
                    <a:pt x="10344" y="5051"/>
                    <a:pt x="9260" y="6020"/>
                    <a:pt x="9260" y="6020"/>
                  </a:cubicBezTo>
                  <a:cubicBezTo>
                    <a:pt x="9046" y="6060"/>
                    <a:pt x="8904" y="6091"/>
                    <a:pt x="8896" y="6099"/>
                  </a:cubicBezTo>
                  <a:cubicBezTo>
                    <a:pt x="8741" y="6004"/>
                    <a:pt x="8563" y="5866"/>
                    <a:pt x="8567" y="5676"/>
                  </a:cubicBezTo>
                  <a:cubicBezTo>
                    <a:pt x="8571" y="5490"/>
                    <a:pt x="8579" y="5339"/>
                    <a:pt x="8579" y="5157"/>
                  </a:cubicBezTo>
                  <a:cubicBezTo>
                    <a:pt x="8714" y="5007"/>
                    <a:pt x="8825" y="4837"/>
                    <a:pt x="8908" y="4655"/>
                  </a:cubicBezTo>
                  <a:lnTo>
                    <a:pt x="8927" y="4655"/>
                  </a:lnTo>
                  <a:cubicBezTo>
                    <a:pt x="8945" y="4658"/>
                    <a:pt x="8963" y="4660"/>
                    <a:pt x="8980" y="4660"/>
                  </a:cubicBezTo>
                  <a:cubicBezTo>
                    <a:pt x="9066" y="4660"/>
                    <a:pt x="9149" y="4622"/>
                    <a:pt x="9204" y="4556"/>
                  </a:cubicBezTo>
                  <a:cubicBezTo>
                    <a:pt x="9235" y="4605"/>
                    <a:pt x="9296" y="4627"/>
                    <a:pt x="9364" y="4627"/>
                  </a:cubicBezTo>
                  <a:cubicBezTo>
                    <a:pt x="9444" y="4627"/>
                    <a:pt x="9534" y="4597"/>
                    <a:pt x="9600" y="4548"/>
                  </a:cubicBezTo>
                  <a:cubicBezTo>
                    <a:pt x="9727" y="4461"/>
                    <a:pt x="9735" y="4287"/>
                    <a:pt x="9675" y="4109"/>
                  </a:cubicBezTo>
                  <a:cubicBezTo>
                    <a:pt x="9778" y="4109"/>
                    <a:pt x="9865" y="4022"/>
                    <a:pt x="9865" y="3915"/>
                  </a:cubicBezTo>
                  <a:cubicBezTo>
                    <a:pt x="9873" y="3733"/>
                    <a:pt x="9715" y="3638"/>
                    <a:pt x="9557" y="3598"/>
                  </a:cubicBezTo>
                  <a:lnTo>
                    <a:pt x="9766" y="3496"/>
                  </a:lnTo>
                  <a:lnTo>
                    <a:pt x="9588" y="3203"/>
                  </a:lnTo>
                  <a:cubicBezTo>
                    <a:pt x="9466" y="3258"/>
                    <a:pt x="9343" y="3306"/>
                    <a:pt x="9220" y="3341"/>
                  </a:cubicBezTo>
                  <a:cubicBezTo>
                    <a:pt x="9173" y="3017"/>
                    <a:pt x="9078" y="2384"/>
                    <a:pt x="9066" y="1929"/>
                  </a:cubicBezTo>
                  <a:cubicBezTo>
                    <a:pt x="9062" y="1893"/>
                    <a:pt x="9062" y="1857"/>
                    <a:pt x="9062" y="1818"/>
                  </a:cubicBezTo>
                  <a:cubicBezTo>
                    <a:pt x="9066" y="1185"/>
                    <a:pt x="9315" y="310"/>
                    <a:pt x="8995" y="144"/>
                  </a:cubicBezTo>
                  <a:cubicBezTo>
                    <a:pt x="8890" y="89"/>
                    <a:pt x="8792" y="68"/>
                    <a:pt x="8694" y="68"/>
                  </a:cubicBezTo>
                  <a:cubicBezTo>
                    <a:pt x="8489" y="68"/>
                    <a:pt x="8289" y="164"/>
                    <a:pt x="8053" y="247"/>
                  </a:cubicBezTo>
                  <a:cubicBezTo>
                    <a:pt x="7998" y="271"/>
                    <a:pt x="7934" y="287"/>
                    <a:pt x="7875" y="290"/>
                  </a:cubicBezTo>
                  <a:cubicBezTo>
                    <a:pt x="7841" y="296"/>
                    <a:pt x="7808" y="298"/>
                    <a:pt x="7775" y="298"/>
                  </a:cubicBezTo>
                  <a:cubicBezTo>
                    <a:pt x="7582" y="298"/>
                    <a:pt x="7402" y="215"/>
                    <a:pt x="7064" y="144"/>
                  </a:cubicBezTo>
                  <a:cubicBezTo>
                    <a:pt x="7025" y="135"/>
                    <a:pt x="6989" y="131"/>
                    <a:pt x="6954" y="131"/>
                  </a:cubicBezTo>
                  <a:cubicBezTo>
                    <a:pt x="6561" y="131"/>
                    <a:pt x="6437" y="676"/>
                    <a:pt x="6605" y="1414"/>
                  </a:cubicBezTo>
                  <a:cubicBezTo>
                    <a:pt x="6640" y="1569"/>
                    <a:pt x="6660" y="1719"/>
                    <a:pt x="6680" y="1873"/>
                  </a:cubicBezTo>
                  <a:cubicBezTo>
                    <a:pt x="6719" y="2364"/>
                    <a:pt x="6708" y="2858"/>
                    <a:pt x="6640" y="3349"/>
                  </a:cubicBezTo>
                  <a:cubicBezTo>
                    <a:pt x="6371" y="3270"/>
                    <a:pt x="6197" y="3199"/>
                    <a:pt x="6197" y="3199"/>
                  </a:cubicBezTo>
                  <a:lnTo>
                    <a:pt x="6051" y="3555"/>
                  </a:lnTo>
                  <a:lnTo>
                    <a:pt x="6209" y="3622"/>
                  </a:lnTo>
                  <a:cubicBezTo>
                    <a:pt x="6075" y="3670"/>
                    <a:pt x="5960" y="3753"/>
                    <a:pt x="5972" y="3911"/>
                  </a:cubicBezTo>
                  <a:cubicBezTo>
                    <a:pt x="5972" y="4014"/>
                    <a:pt x="6055" y="4101"/>
                    <a:pt x="6158" y="4105"/>
                  </a:cubicBezTo>
                  <a:cubicBezTo>
                    <a:pt x="6106" y="4283"/>
                    <a:pt x="6075" y="4433"/>
                    <a:pt x="6233" y="4544"/>
                  </a:cubicBezTo>
                  <a:cubicBezTo>
                    <a:pt x="6313" y="4602"/>
                    <a:pt x="6399" y="4631"/>
                    <a:pt x="6472" y="4631"/>
                  </a:cubicBezTo>
                  <a:cubicBezTo>
                    <a:pt x="6542" y="4631"/>
                    <a:pt x="6599" y="4604"/>
                    <a:pt x="6628" y="4552"/>
                  </a:cubicBezTo>
                  <a:cubicBezTo>
                    <a:pt x="6685" y="4619"/>
                    <a:pt x="6770" y="4655"/>
                    <a:pt x="6857" y="4655"/>
                  </a:cubicBezTo>
                  <a:cubicBezTo>
                    <a:pt x="6873" y="4655"/>
                    <a:pt x="6889" y="4653"/>
                    <a:pt x="6905" y="4651"/>
                  </a:cubicBezTo>
                  <a:cubicBezTo>
                    <a:pt x="6941" y="4643"/>
                    <a:pt x="6977" y="4635"/>
                    <a:pt x="7008" y="4619"/>
                  </a:cubicBezTo>
                  <a:cubicBezTo>
                    <a:pt x="7099" y="4821"/>
                    <a:pt x="7222" y="5003"/>
                    <a:pt x="7372" y="5165"/>
                  </a:cubicBezTo>
                  <a:cubicBezTo>
                    <a:pt x="7372" y="5343"/>
                    <a:pt x="7372" y="5541"/>
                    <a:pt x="7376" y="5672"/>
                  </a:cubicBezTo>
                  <a:cubicBezTo>
                    <a:pt x="7380" y="5806"/>
                    <a:pt x="7206" y="6000"/>
                    <a:pt x="7056" y="6095"/>
                  </a:cubicBezTo>
                  <a:cubicBezTo>
                    <a:pt x="7044" y="6087"/>
                    <a:pt x="6723" y="6040"/>
                    <a:pt x="6474" y="5980"/>
                  </a:cubicBezTo>
                  <a:lnTo>
                    <a:pt x="6486" y="5961"/>
                  </a:lnTo>
                  <a:cubicBezTo>
                    <a:pt x="6249" y="5549"/>
                    <a:pt x="5663" y="5047"/>
                    <a:pt x="5267" y="4714"/>
                  </a:cubicBezTo>
                  <a:cubicBezTo>
                    <a:pt x="4872" y="4382"/>
                    <a:pt x="3989" y="3258"/>
                    <a:pt x="3720" y="2961"/>
                  </a:cubicBezTo>
                  <a:cubicBezTo>
                    <a:pt x="3123" y="2289"/>
                    <a:pt x="2573" y="1588"/>
                    <a:pt x="2446" y="1359"/>
                  </a:cubicBezTo>
                  <a:cubicBezTo>
                    <a:pt x="2316" y="1133"/>
                    <a:pt x="2213" y="112"/>
                    <a:pt x="2082" y="21"/>
                  </a:cubicBezTo>
                  <a:cubicBezTo>
                    <a:pt x="2062" y="8"/>
                    <a:pt x="2045" y="1"/>
                    <a:pt x="2029" y="1"/>
                  </a:cubicBezTo>
                  <a:cubicBezTo>
                    <a:pt x="1869" y="1"/>
                    <a:pt x="1912" y="655"/>
                    <a:pt x="1912" y="655"/>
                  </a:cubicBezTo>
                  <a:cubicBezTo>
                    <a:pt x="1912" y="655"/>
                    <a:pt x="1297" y="0"/>
                    <a:pt x="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3512871" y="2768740"/>
              <a:ext cx="1005087" cy="766291"/>
            </a:xfrm>
            <a:custGeom>
              <a:avLst/>
              <a:gdLst/>
              <a:ahLst/>
              <a:cxnLst/>
              <a:rect l="l" t="t" r="r" b="b"/>
              <a:pathLst>
                <a:path w="15931" h="12146" extrusionOk="0">
                  <a:moveTo>
                    <a:pt x="910" y="0"/>
                  </a:moveTo>
                  <a:cubicBezTo>
                    <a:pt x="890" y="0"/>
                    <a:pt x="870" y="2"/>
                    <a:pt x="851" y="6"/>
                  </a:cubicBezTo>
                  <a:cubicBezTo>
                    <a:pt x="471" y="81"/>
                    <a:pt x="0" y="524"/>
                    <a:pt x="807" y="1114"/>
                  </a:cubicBezTo>
                  <a:cubicBezTo>
                    <a:pt x="1433" y="1573"/>
                    <a:pt x="1698" y="1687"/>
                    <a:pt x="1991" y="2285"/>
                  </a:cubicBezTo>
                  <a:cubicBezTo>
                    <a:pt x="2434" y="3203"/>
                    <a:pt x="3391" y="4196"/>
                    <a:pt x="3747" y="4714"/>
                  </a:cubicBezTo>
                  <a:cubicBezTo>
                    <a:pt x="4511" y="5822"/>
                    <a:pt x="5829" y="7338"/>
                    <a:pt x="5928" y="7448"/>
                  </a:cubicBezTo>
                  <a:lnTo>
                    <a:pt x="6046" y="8042"/>
                  </a:lnTo>
                  <a:cubicBezTo>
                    <a:pt x="6074" y="8513"/>
                    <a:pt x="6284" y="9197"/>
                    <a:pt x="6402" y="9862"/>
                  </a:cubicBezTo>
                  <a:cubicBezTo>
                    <a:pt x="6422" y="10060"/>
                    <a:pt x="6418" y="10258"/>
                    <a:pt x="6398" y="10452"/>
                  </a:cubicBezTo>
                  <a:lnTo>
                    <a:pt x="6398" y="10471"/>
                  </a:lnTo>
                  <a:cubicBezTo>
                    <a:pt x="6383" y="10551"/>
                    <a:pt x="6371" y="10630"/>
                    <a:pt x="6359" y="10693"/>
                  </a:cubicBezTo>
                  <a:cubicBezTo>
                    <a:pt x="6343" y="10756"/>
                    <a:pt x="6292" y="10970"/>
                    <a:pt x="6260" y="11140"/>
                  </a:cubicBezTo>
                  <a:cubicBezTo>
                    <a:pt x="6193" y="11417"/>
                    <a:pt x="6125" y="11746"/>
                    <a:pt x="6070" y="12110"/>
                  </a:cubicBezTo>
                  <a:cubicBezTo>
                    <a:pt x="6015" y="12114"/>
                    <a:pt x="5955" y="12125"/>
                    <a:pt x="5904" y="12145"/>
                  </a:cubicBezTo>
                  <a:lnTo>
                    <a:pt x="10138" y="12145"/>
                  </a:lnTo>
                  <a:cubicBezTo>
                    <a:pt x="10106" y="11884"/>
                    <a:pt x="10059" y="11627"/>
                    <a:pt x="9999" y="11374"/>
                  </a:cubicBezTo>
                  <a:cubicBezTo>
                    <a:pt x="9999" y="11374"/>
                    <a:pt x="9710" y="10187"/>
                    <a:pt x="9766" y="9621"/>
                  </a:cubicBezTo>
                  <a:cubicBezTo>
                    <a:pt x="9813" y="9158"/>
                    <a:pt x="9869" y="8742"/>
                    <a:pt x="9912" y="8446"/>
                  </a:cubicBezTo>
                  <a:cubicBezTo>
                    <a:pt x="9944" y="8287"/>
                    <a:pt x="9968" y="8133"/>
                    <a:pt x="9991" y="7975"/>
                  </a:cubicBezTo>
                  <a:cubicBezTo>
                    <a:pt x="10019" y="7801"/>
                    <a:pt x="10043" y="7627"/>
                    <a:pt x="10062" y="7460"/>
                  </a:cubicBezTo>
                  <a:cubicBezTo>
                    <a:pt x="10862" y="6633"/>
                    <a:pt x="11483" y="5332"/>
                    <a:pt x="11930" y="4892"/>
                  </a:cubicBezTo>
                  <a:cubicBezTo>
                    <a:pt x="13683" y="3183"/>
                    <a:pt x="13307" y="3203"/>
                    <a:pt x="13817" y="2435"/>
                  </a:cubicBezTo>
                  <a:cubicBezTo>
                    <a:pt x="14399" y="1561"/>
                    <a:pt x="14609" y="1501"/>
                    <a:pt x="15171" y="967"/>
                  </a:cubicBezTo>
                  <a:cubicBezTo>
                    <a:pt x="15930" y="259"/>
                    <a:pt x="15527" y="85"/>
                    <a:pt x="15151" y="10"/>
                  </a:cubicBezTo>
                  <a:cubicBezTo>
                    <a:pt x="15133" y="6"/>
                    <a:pt x="15114" y="5"/>
                    <a:pt x="15095" y="5"/>
                  </a:cubicBezTo>
                  <a:cubicBezTo>
                    <a:pt x="14709" y="5"/>
                    <a:pt x="14094" y="659"/>
                    <a:pt x="14094" y="659"/>
                  </a:cubicBezTo>
                  <a:cubicBezTo>
                    <a:pt x="14094" y="659"/>
                    <a:pt x="14134" y="5"/>
                    <a:pt x="13974" y="5"/>
                  </a:cubicBezTo>
                  <a:cubicBezTo>
                    <a:pt x="13958" y="5"/>
                    <a:pt x="13941" y="11"/>
                    <a:pt x="13920" y="25"/>
                  </a:cubicBezTo>
                  <a:cubicBezTo>
                    <a:pt x="13798" y="120"/>
                    <a:pt x="13810" y="912"/>
                    <a:pt x="13683" y="1137"/>
                  </a:cubicBezTo>
                  <a:cubicBezTo>
                    <a:pt x="13556" y="1367"/>
                    <a:pt x="13030" y="1984"/>
                    <a:pt x="12433" y="2657"/>
                  </a:cubicBezTo>
                  <a:cubicBezTo>
                    <a:pt x="12164" y="2953"/>
                    <a:pt x="11131" y="4390"/>
                    <a:pt x="10735" y="4718"/>
                  </a:cubicBezTo>
                  <a:cubicBezTo>
                    <a:pt x="10339" y="5051"/>
                    <a:pt x="9255" y="6016"/>
                    <a:pt x="9255" y="6016"/>
                  </a:cubicBezTo>
                  <a:lnTo>
                    <a:pt x="8895" y="6095"/>
                  </a:lnTo>
                  <a:cubicBezTo>
                    <a:pt x="8737" y="6004"/>
                    <a:pt x="8559" y="5862"/>
                    <a:pt x="8571" y="5680"/>
                  </a:cubicBezTo>
                  <a:cubicBezTo>
                    <a:pt x="8579" y="5498"/>
                    <a:pt x="8579" y="5339"/>
                    <a:pt x="8575" y="5161"/>
                  </a:cubicBezTo>
                  <a:cubicBezTo>
                    <a:pt x="8713" y="5011"/>
                    <a:pt x="8824" y="4841"/>
                    <a:pt x="8907" y="4655"/>
                  </a:cubicBezTo>
                  <a:lnTo>
                    <a:pt x="8931" y="4655"/>
                  </a:lnTo>
                  <a:cubicBezTo>
                    <a:pt x="8948" y="4658"/>
                    <a:pt x="8966" y="4660"/>
                    <a:pt x="8984" y="4660"/>
                  </a:cubicBezTo>
                  <a:cubicBezTo>
                    <a:pt x="9069" y="4660"/>
                    <a:pt x="9152" y="4621"/>
                    <a:pt x="9208" y="4552"/>
                  </a:cubicBezTo>
                  <a:cubicBezTo>
                    <a:pt x="9235" y="4606"/>
                    <a:pt x="9297" y="4628"/>
                    <a:pt x="9367" y="4628"/>
                  </a:cubicBezTo>
                  <a:cubicBezTo>
                    <a:pt x="9447" y="4628"/>
                    <a:pt x="9538" y="4599"/>
                    <a:pt x="9603" y="4552"/>
                  </a:cubicBezTo>
                  <a:cubicBezTo>
                    <a:pt x="9726" y="4461"/>
                    <a:pt x="9730" y="4291"/>
                    <a:pt x="9679" y="4113"/>
                  </a:cubicBezTo>
                  <a:cubicBezTo>
                    <a:pt x="9782" y="4105"/>
                    <a:pt x="9861" y="4022"/>
                    <a:pt x="9865" y="3919"/>
                  </a:cubicBezTo>
                  <a:cubicBezTo>
                    <a:pt x="9877" y="3729"/>
                    <a:pt x="9714" y="3642"/>
                    <a:pt x="9556" y="3602"/>
                  </a:cubicBezTo>
                  <a:cubicBezTo>
                    <a:pt x="9687" y="3543"/>
                    <a:pt x="9762" y="3500"/>
                    <a:pt x="9762" y="3500"/>
                  </a:cubicBezTo>
                  <a:lnTo>
                    <a:pt x="9588" y="3207"/>
                  </a:lnTo>
                  <a:cubicBezTo>
                    <a:pt x="9588" y="3207"/>
                    <a:pt x="9445" y="3270"/>
                    <a:pt x="9220" y="3345"/>
                  </a:cubicBezTo>
                  <a:cubicBezTo>
                    <a:pt x="9141" y="2874"/>
                    <a:pt x="9089" y="2400"/>
                    <a:pt x="9061" y="1925"/>
                  </a:cubicBezTo>
                  <a:lnTo>
                    <a:pt x="9061" y="1822"/>
                  </a:lnTo>
                  <a:cubicBezTo>
                    <a:pt x="9061" y="1189"/>
                    <a:pt x="9311" y="314"/>
                    <a:pt x="8994" y="144"/>
                  </a:cubicBezTo>
                  <a:cubicBezTo>
                    <a:pt x="8892" y="91"/>
                    <a:pt x="8794" y="70"/>
                    <a:pt x="8697" y="70"/>
                  </a:cubicBezTo>
                  <a:cubicBezTo>
                    <a:pt x="8490" y="70"/>
                    <a:pt x="8285" y="164"/>
                    <a:pt x="8048" y="247"/>
                  </a:cubicBezTo>
                  <a:cubicBezTo>
                    <a:pt x="7993" y="267"/>
                    <a:pt x="7934" y="283"/>
                    <a:pt x="7874" y="294"/>
                  </a:cubicBezTo>
                  <a:cubicBezTo>
                    <a:pt x="7843" y="299"/>
                    <a:pt x="7812" y="301"/>
                    <a:pt x="7782" y="301"/>
                  </a:cubicBezTo>
                  <a:cubicBezTo>
                    <a:pt x="7583" y="301"/>
                    <a:pt x="7404" y="216"/>
                    <a:pt x="7063" y="144"/>
                  </a:cubicBezTo>
                  <a:cubicBezTo>
                    <a:pt x="7026" y="136"/>
                    <a:pt x="6990" y="132"/>
                    <a:pt x="6957" y="132"/>
                  </a:cubicBezTo>
                  <a:cubicBezTo>
                    <a:pt x="6561" y="132"/>
                    <a:pt x="6436" y="677"/>
                    <a:pt x="6600" y="1414"/>
                  </a:cubicBezTo>
                  <a:cubicBezTo>
                    <a:pt x="6636" y="1569"/>
                    <a:pt x="6660" y="1719"/>
                    <a:pt x="6675" y="1877"/>
                  </a:cubicBezTo>
                  <a:cubicBezTo>
                    <a:pt x="6723" y="2364"/>
                    <a:pt x="6707" y="2859"/>
                    <a:pt x="6636" y="3345"/>
                  </a:cubicBezTo>
                  <a:cubicBezTo>
                    <a:pt x="6367" y="3270"/>
                    <a:pt x="6193" y="3203"/>
                    <a:pt x="6193" y="3203"/>
                  </a:cubicBezTo>
                  <a:lnTo>
                    <a:pt x="6050" y="3559"/>
                  </a:lnTo>
                  <a:lnTo>
                    <a:pt x="6205" y="3622"/>
                  </a:lnTo>
                  <a:cubicBezTo>
                    <a:pt x="6074" y="3666"/>
                    <a:pt x="5963" y="3757"/>
                    <a:pt x="5971" y="3915"/>
                  </a:cubicBezTo>
                  <a:cubicBezTo>
                    <a:pt x="5975" y="4018"/>
                    <a:pt x="6058" y="4101"/>
                    <a:pt x="6161" y="4105"/>
                  </a:cubicBezTo>
                  <a:cubicBezTo>
                    <a:pt x="6102" y="4283"/>
                    <a:pt x="6070" y="4433"/>
                    <a:pt x="6232" y="4548"/>
                  </a:cubicBezTo>
                  <a:cubicBezTo>
                    <a:pt x="6315" y="4603"/>
                    <a:pt x="6398" y="4631"/>
                    <a:pt x="6469" y="4631"/>
                  </a:cubicBezTo>
                  <a:cubicBezTo>
                    <a:pt x="6539" y="4631"/>
                    <a:pt x="6596" y="4603"/>
                    <a:pt x="6628" y="4548"/>
                  </a:cubicBezTo>
                  <a:cubicBezTo>
                    <a:pt x="6684" y="4617"/>
                    <a:pt x="6767" y="4656"/>
                    <a:pt x="6852" y="4656"/>
                  </a:cubicBezTo>
                  <a:cubicBezTo>
                    <a:pt x="6870" y="4656"/>
                    <a:pt x="6887" y="4654"/>
                    <a:pt x="6905" y="4651"/>
                  </a:cubicBezTo>
                  <a:cubicBezTo>
                    <a:pt x="6945" y="4643"/>
                    <a:pt x="6976" y="4635"/>
                    <a:pt x="7012" y="4619"/>
                  </a:cubicBezTo>
                  <a:cubicBezTo>
                    <a:pt x="7095" y="4821"/>
                    <a:pt x="7218" y="5007"/>
                    <a:pt x="7372" y="5165"/>
                  </a:cubicBezTo>
                  <a:cubicBezTo>
                    <a:pt x="7368" y="5343"/>
                    <a:pt x="7368" y="5537"/>
                    <a:pt x="7376" y="5676"/>
                  </a:cubicBezTo>
                  <a:cubicBezTo>
                    <a:pt x="7388" y="5814"/>
                    <a:pt x="7210" y="6000"/>
                    <a:pt x="7051" y="6091"/>
                  </a:cubicBezTo>
                  <a:cubicBezTo>
                    <a:pt x="7039" y="6091"/>
                    <a:pt x="6723" y="6040"/>
                    <a:pt x="6478" y="5980"/>
                  </a:cubicBezTo>
                  <a:cubicBezTo>
                    <a:pt x="6478" y="5977"/>
                    <a:pt x="6482" y="5973"/>
                    <a:pt x="6486" y="5961"/>
                  </a:cubicBezTo>
                  <a:cubicBezTo>
                    <a:pt x="6244" y="5549"/>
                    <a:pt x="5666" y="5047"/>
                    <a:pt x="5271" y="4714"/>
                  </a:cubicBezTo>
                  <a:cubicBezTo>
                    <a:pt x="4875" y="4382"/>
                    <a:pt x="3985" y="3262"/>
                    <a:pt x="3720" y="2965"/>
                  </a:cubicBezTo>
                  <a:cubicBezTo>
                    <a:pt x="3122" y="2285"/>
                    <a:pt x="2568" y="1588"/>
                    <a:pt x="2446" y="1363"/>
                  </a:cubicBezTo>
                  <a:cubicBezTo>
                    <a:pt x="2323" y="1133"/>
                    <a:pt x="2208" y="116"/>
                    <a:pt x="2086" y="21"/>
                  </a:cubicBezTo>
                  <a:cubicBezTo>
                    <a:pt x="2065" y="7"/>
                    <a:pt x="2047" y="1"/>
                    <a:pt x="2031" y="1"/>
                  </a:cubicBezTo>
                  <a:cubicBezTo>
                    <a:pt x="1869" y="1"/>
                    <a:pt x="1911" y="655"/>
                    <a:pt x="1911" y="655"/>
                  </a:cubicBezTo>
                  <a:cubicBezTo>
                    <a:pt x="1911" y="655"/>
                    <a:pt x="1300" y="0"/>
                    <a:pt x="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6355974" y="2532593"/>
              <a:ext cx="782695" cy="1130951"/>
            </a:xfrm>
            <a:custGeom>
              <a:avLst/>
              <a:gdLst/>
              <a:ahLst/>
              <a:cxnLst/>
              <a:rect l="l" t="t" r="r" b="b"/>
              <a:pathLst>
                <a:path w="12406" h="17926" extrusionOk="0">
                  <a:moveTo>
                    <a:pt x="11624" y="0"/>
                  </a:moveTo>
                  <a:cubicBezTo>
                    <a:pt x="11398" y="0"/>
                    <a:pt x="11204" y="178"/>
                    <a:pt x="11032" y="532"/>
                  </a:cubicBezTo>
                  <a:cubicBezTo>
                    <a:pt x="10913" y="773"/>
                    <a:pt x="11080" y="1117"/>
                    <a:pt x="11091" y="1157"/>
                  </a:cubicBezTo>
                  <a:cubicBezTo>
                    <a:pt x="11186" y="1489"/>
                    <a:pt x="11277" y="1576"/>
                    <a:pt x="11293" y="1719"/>
                  </a:cubicBezTo>
                  <a:lnTo>
                    <a:pt x="10874" y="2142"/>
                  </a:lnTo>
                  <a:lnTo>
                    <a:pt x="10894" y="2166"/>
                  </a:lnTo>
                  <a:cubicBezTo>
                    <a:pt x="10676" y="2293"/>
                    <a:pt x="10486" y="2463"/>
                    <a:pt x="10332" y="2661"/>
                  </a:cubicBezTo>
                  <a:cubicBezTo>
                    <a:pt x="9972" y="3120"/>
                    <a:pt x="10086" y="3274"/>
                    <a:pt x="9532" y="3923"/>
                  </a:cubicBezTo>
                  <a:cubicBezTo>
                    <a:pt x="9228" y="4279"/>
                    <a:pt x="9228" y="4671"/>
                    <a:pt x="8836" y="5149"/>
                  </a:cubicBezTo>
                  <a:cubicBezTo>
                    <a:pt x="8539" y="5509"/>
                    <a:pt x="8246" y="6099"/>
                    <a:pt x="8120" y="6372"/>
                  </a:cubicBezTo>
                  <a:cubicBezTo>
                    <a:pt x="7942" y="6550"/>
                    <a:pt x="7748" y="6716"/>
                    <a:pt x="7546" y="6867"/>
                  </a:cubicBezTo>
                  <a:lnTo>
                    <a:pt x="7518" y="6847"/>
                  </a:lnTo>
                  <a:cubicBezTo>
                    <a:pt x="7340" y="6690"/>
                    <a:pt x="7164" y="6656"/>
                    <a:pt x="7044" y="6656"/>
                  </a:cubicBezTo>
                  <a:cubicBezTo>
                    <a:pt x="6952" y="6656"/>
                    <a:pt x="6893" y="6677"/>
                    <a:pt x="6893" y="6677"/>
                  </a:cubicBezTo>
                  <a:cubicBezTo>
                    <a:pt x="7143" y="6495"/>
                    <a:pt x="7336" y="6182"/>
                    <a:pt x="7416" y="5810"/>
                  </a:cubicBezTo>
                  <a:cubicBezTo>
                    <a:pt x="7566" y="5798"/>
                    <a:pt x="7748" y="5553"/>
                    <a:pt x="7689" y="5375"/>
                  </a:cubicBezTo>
                  <a:cubicBezTo>
                    <a:pt x="7645" y="5244"/>
                    <a:pt x="7595" y="5226"/>
                    <a:pt x="7552" y="5226"/>
                  </a:cubicBezTo>
                  <a:cubicBezTo>
                    <a:pt x="7540" y="5226"/>
                    <a:pt x="7529" y="5228"/>
                    <a:pt x="7518" y="5228"/>
                  </a:cubicBezTo>
                  <a:lnTo>
                    <a:pt x="7518" y="5228"/>
                  </a:lnTo>
                  <a:cubicBezTo>
                    <a:pt x="7519" y="5211"/>
                    <a:pt x="7529" y="4281"/>
                    <a:pt x="7408" y="4085"/>
                  </a:cubicBezTo>
                  <a:cubicBezTo>
                    <a:pt x="7224" y="3778"/>
                    <a:pt x="6800" y="3621"/>
                    <a:pt x="6383" y="3621"/>
                  </a:cubicBezTo>
                  <a:cubicBezTo>
                    <a:pt x="5993" y="3621"/>
                    <a:pt x="5609" y="3758"/>
                    <a:pt x="5433" y="4041"/>
                  </a:cubicBezTo>
                  <a:cubicBezTo>
                    <a:pt x="5243" y="4342"/>
                    <a:pt x="5267" y="5229"/>
                    <a:pt x="5267" y="5229"/>
                  </a:cubicBezTo>
                  <a:cubicBezTo>
                    <a:pt x="5223" y="5232"/>
                    <a:pt x="5176" y="5256"/>
                    <a:pt x="5128" y="5343"/>
                  </a:cubicBezTo>
                  <a:cubicBezTo>
                    <a:pt x="5041" y="5521"/>
                    <a:pt x="5200" y="5798"/>
                    <a:pt x="5354" y="5818"/>
                  </a:cubicBezTo>
                  <a:cubicBezTo>
                    <a:pt x="5409" y="6103"/>
                    <a:pt x="5548" y="6364"/>
                    <a:pt x="5750" y="6574"/>
                  </a:cubicBezTo>
                  <a:cubicBezTo>
                    <a:pt x="5508" y="6586"/>
                    <a:pt x="5283" y="6681"/>
                    <a:pt x="5105" y="6847"/>
                  </a:cubicBezTo>
                  <a:lnTo>
                    <a:pt x="4998" y="6938"/>
                  </a:lnTo>
                  <a:cubicBezTo>
                    <a:pt x="4907" y="6918"/>
                    <a:pt x="4816" y="6910"/>
                    <a:pt x="4725" y="6906"/>
                  </a:cubicBezTo>
                  <a:cubicBezTo>
                    <a:pt x="4317" y="6617"/>
                    <a:pt x="4313" y="6332"/>
                    <a:pt x="4147" y="6079"/>
                  </a:cubicBezTo>
                  <a:cubicBezTo>
                    <a:pt x="3997" y="5786"/>
                    <a:pt x="3783" y="5411"/>
                    <a:pt x="3577" y="5149"/>
                  </a:cubicBezTo>
                  <a:cubicBezTo>
                    <a:pt x="3182" y="4671"/>
                    <a:pt x="3182" y="4279"/>
                    <a:pt x="2877" y="3923"/>
                  </a:cubicBezTo>
                  <a:cubicBezTo>
                    <a:pt x="2323" y="3274"/>
                    <a:pt x="2438" y="3120"/>
                    <a:pt x="2074" y="2661"/>
                  </a:cubicBezTo>
                  <a:cubicBezTo>
                    <a:pt x="1920" y="2463"/>
                    <a:pt x="1730" y="2293"/>
                    <a:pt x="1516" y="2166"/>
                  </a:cubicBezTo>
                  <a:lnTo>
                    <a:pt x="1536" y="2142"/>
                  </a:lnTo>
                  <a:lnTo>
                    <a:pt x="1116" y="1723"/>
                  </a:lnTo>
                  <a:cubicBezTo>
                    <a:pt x="1136" y="1576"/>
                    <a:pt x="1227" y="1489"/>
                    <a:pt x="1318" y="1157"/>
                  </a:cubicBezTo>
                  <a:cubicBezTo>
                    <a:pt x="1326" y="1117"/>
                    <a:pt x="1496" y="773"/>
                    <a:pt x="1381" y="536"/>
                  </a:cubicBezTo>
                  <a:cubicBezTo>
                    <a:pt x="1207" y="179"/>
                    <a:pt x="1012" y="0"/>
                    <a:pt x="784" y="0"/>
                  </a:cubicBezTo>
                  <a:cubicBezTo>
                    <a:pt x="620" y="0"/>
                    <a:pt x="440" y="93"/>
                    <a:pt x="238" y="279"/>
                  </a:cubicBezTo>
                  <a:cubicBezTo>
                    <a:pt x="0" y="488"/>
                    <a:pt x="0" y="1208"/>
                    <a:pt x="147" y="1553"/>
                  </a:cubicBezTo>
                  <a:cubicBezTo>
                    <a:pt x="179" y="1632"/>
                    <a:pt x="246" y="1802"/>
                    <a:pt x="329" y="2020"/>
                  </a:cubicBezTo>
                  <a:lnTo>
                    <a:pt x="424" y="2653"/>
                  </a:lnTo>
                  <a:lnTo>
                    <a:pt x="428" y="2653"/>
                  </a:lnTo>
                  <a:cubicBezTo>
                    <a:pt x="436" y="2882"/>
                    <a:pt x="475" y="3116"/>
                    <a:pt x="547" y="3337"/>
                  </a:cubicBezTo>
                  <a:cubicBezTo>
                    <a:pt x="713" y="3950"/>
                    <a:pt x="847" y="4512"/>
                    <a:pt x="1188" y="5217"/>
                  </a:cubicBezTo>
                  <a:cubicBezTo>
                    <a:pt x="1453" y="5763"/>
                    <a:pt x="1512" y="6146"/>
                    <a:pt x="1836" y="6641"/>
                  </a:cubicBezTo>
                  <a:cubicBezTo>
                    <a:pt x="2007" y="6894"/>
                    <a:pt x="2367" y="7361"/>
                    <a:pt x="2671" y="7745"/>
                  </a:cubicBezTo>
                  <a:cubicBezTo>
                    <a:pt x="3087" y="8354"/>
                    <a:pt x="3463" y="9490"/>
                    <a:pt x="3463" y="10491"/>
                  </a:cubicBezTo>
                  <a:cubicBezTo>
                    <a:pt x="3463" y="11405"/>
                    <a:pt x="3261" y="13755"/>
                    <a:pt x="3261" y="13755"/>
                  </a:cubicBezTo>
                  <a:lnTo>
                    <a:pt x="3261" y="14032"/>
                  </a:lnTo>
                  <a:lnTo>
                    <a:pt x="3482" y="14171"/>
                  </a:lnTo>
                  <a:cubicBezTo>
                    <a:pt x="3391" y="14428"/>
                    <a:pt x="3281" y="14721"/>
                    <a:pt x="3162" y="15030"/>
                  </a:cubicBezTo>
                  <a:lnTo>
                    <a:pt x="3079" y="15259"/>
                  </a:lnTo>
                  <a:cubicBezTo>
                    <a:pt x="2861" y="15829"/>
                    <a:pt x="2624" y="16422"/>
                    <a:pt x="2410" y="16917"/>
                  </a:cubicBezTo>
                  <a:cubicBezTo>
                    <a:pt x="2248" y="17301"/>
                    <a:pt x="2117" y="17621"/>
                    <a:pt x="2014" y="17926"/>
                  </a:cubicBezTo>
                  <a:lnTo>
                    <a:pt x="4721" y="17926"/>
                  </a:lnTo>
                  <a:lnTo>
                    <a:pt x="4982" y="17582"/>
                  </a:lnTo>
                  <a:cubicBezTo>
                    <a:pt x="5552" y="16826"/>
                    <a:pt x="6130" y="16094"/>
                    <a:pt x="6280" y="15959"/>
                  </a:cubicBezTo>
                  <a:cubicBezTo>
                    <a:pt x="6426" y="16094"/>
                    <a:pt x="7004" y="16826"/>
                    <a:pt x="7574" y="17582"/>
                  </a:cubicBezTo>
                  <a:lnTo>
                    <a:pt x="7835" y="17926"/>
                  </a:lnTo>
                  <a:lnTo>
                    <a:pt x="10541" y="17926"/>
                  </a:lnTo>
                  <a:cubicBezTo>
                    <a:pt x="10439" y="17621"/>
                    <a:pt x="10308" y="17301"/>
                    <a:pt x="10146" y="16917"/>
                  </a:cubicBezTo>
                  <a:cubicBezTo>
                    <a:pt x="9932" y="16426"/>
                    <a:pt x="9703" y="15829"/>
                    <a:pt x="9485" y="15263"/>
                  </a:cubicBezTo>
                  <a:lnTo>
                    <a:pt x="9390" y="15022"/>
                  </a:lnTo>
                  <a:cubicBezTo>
                    <a:pt x="9287" y="14741"/>
                    <a:pt x="9180" y="14472"/>
                    <a:pt x="9097" y="14234"/>
                  </a:cubicBezTo>
                  <a:lnTo>
                    <a:pt x="9255" y="14159"/>
                  </a:lnTo>
                  <a:lnTo>
                    <a:pt x="9255" y="13922"/>
                  </a:lnTo>
                  <a:cubicBezTo>
                    <a:pt x="9255" y="13922"/>
                    <a:pt x="9196" y="11140"/>
                    <a:pt x="9255" y="10210"/>
                  </a:cubicBezTo>
                  <a:cubicBezTo>
                    <a:pt x="9283" y="9704"/>
                    <a:pt x="9350" y="8794"/>
                    <a:pt x="9596" y="8204"/>
                  </a:cubicBezTo>
                  <a:cubicBezTo>
                    <a:pt x="9667" y="8081"/>
                    <a:pt x="10264" y="7104"/>
                    <a:pt x="10569" y="6641"/>
                  </a:cubicBezTo>
                  <a:cubicBezTo>
                    <a:pt x="10878" y="6182"/>
                    <a:pt x="10957" y="5763"/>
                    <a:pt x="11222" y="5217"/>
                  </a:cubicBezTo>
                  <a:cubicBezTo>
                    <a:pt x="11558" y="4512"/>
                    <a:pt x="11693" y="3950"/>
                    <a:pt x="11867" y="3337"/>
                  </a:cubicBezTo>
                  <a:cubicBezTo>
                    <a:pt x="11930" y="3116"/>
                    <a:pt x="11970" y="2882"/>
                    <a:pt x="11986" y="2653"/>
                  </a:cubicBezTo>
                  <a:lnTo>
                    <a:pt x="12081" y="2020"/>
                  </a:lnTo>
                  <a:cubicBezTo>
                    <a:pt x="12164" y="1802"/>
                    <a:pt x="12227" y="1632"/>
                    <a:pt x="12263" y="1553"/>
                  </a:cubicBezTo>
                  <a:cubicBezTo>
                    <a:pt x="12405" y="1208"/>
                    <a:pt x="12405" y="488"/>
                    <a:pt x="12168" y="279"/>
                  </a:cubicBezTo>
                  <a:cubicBezTo>
                    <a:pt x="11967" y="93"/>
                    <a:pt x="11787" y="0"/>
                    <a:pt x="11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1"/>
            <p:cNvSpPr/>
            <p:nvPr/>
          </p:nvSpPr>
          <p:spPr>
            <a:xfrm>
              <a:off x="7057224" y="2663694"/>
              <a:ext cx="803893" cy="1055054"/>
            </a:xfrm>
            <a:custGeom>
              <a:avLst/>
              <a:gdLst/>
              <a:ahLst/>
              <a:cxnLst/>
              <a:rect l="l" t="t" r="r" b="b"/>
              <a:pathLst>
                <a:path w="12742" h="16723" extrusionOk="0">
                  <a:moveTo>
                    <a:pt x="11297" y="1627"/>
                  </a:moveTo>
                  <a:cubicBezTo>
                    <a:pt x="11364" y="1813"/>
                    <a:pt x="11423" y="1892"/>
                    <a:pt x="11439" y="2003"/>
                  </a:cubicBezTo>
                  <a:cubicBezTo>
                    <a:pt x="11455" y="2110"/>
                    <a:pt x="11427" y="2343"/>
                    <a:pt x="10921" y="2909"/>
                  </a:cubicBezTo>
                  <a:cubicBezTo>
                    <a:pt x="10292" y="3613"/>
                    <a:pt x="10047" y="4852"/>
                    <a:pt x="9936" y="5165"/>
                  </a:cubicBezTo>
                  <a:cubicBezTo>
                    <a:pt x="9461" y="5453"/>
                    <a:pt x="8982" y="6047"/>
                    <a:pt x="8784" y="6312"/>
                  </a:cubicBezTo>
                  <a:cubicBezTo>
                    <a:pt x="8701" y="6419"/>
                    <a:pt x="8622" y="6534"/>
                    <a:pt x="8551" y="6640"/>
                  </a:cubicBezTo>
                  <a:cubicBezTo>
                    <a:pt x="8495" y="6573"/>
                    <a:pt x="8444" y="6502"/>
                    <a:pt x="8393" y="6431"/>
                  </a:cubicBezTo>
                  <a:cubicBezTo>
                    <a:pt x="8151" y="6648"/>
                    <a:pt x="8084" y="6894"/>
                    <a:pt x="7688" y="7175"/>
                  </a:cubicBezTo>
                  <a:cubicBezTo>
                    <a:pt x="7534" y="7183"/>
                    <a:pt x="7384" y="7210"/>
                    <a:pt x="7237" y="7250"/>
                  </a:cubicBezTo>
                  <a:lnTo>
                    <a:pt x="7004" y="7270"/>
                  </a:lnTo>
                  <a:cubicBezTo>
                    <a:pt x="7000" y="7135"/>
                    <a:pt x="6996" y="7004"/>
                    <a:pt x="6988" y="6906"/>
                  </a:cubicBezTo>
                  <a:cubicBezTo>
                    <a:pt x="7257" y="6731"/>
                    <a:pt x="7459" y="6415"/>
                    <a:pt x="7538" y="6035"/>
                  </a:cubicBezTo>
                  <a:cubicBezTo>
                    <a:pt x="7688" y="6019"/>
                    <a:pt x="7866" y="5782"/>
                    <a:pt x="7807" y="5604"/>
                  </a:cubicBezTo>
                  <a:cubicBezTo>
                    <a:pt x="7766" y="5481"/>
                    <a:pt x="7721" y="5460"/>
                    <a:pt x="7682" y="5460"/>
                  </a:cubicBezTo>
                  <a:cubicBezTo>
                    <a:pt x="7664" y="5460"/>
                    <a:pt x="7648" y="5464"/>
                    <a:pt x="7633" y="5465"/>
                  </a:cubicBezTo>
                  <a:lnTo>
                    <a:pt x="7633" y="5453"/>
                  </a:lnTo>
                  <a:lnTo>
                    <a:pt x="8013" y="4017"/>
                  </a:lnTo>
                  <a:cubicBezTo>
                    <a:pt x="8013" y="4017"/>
                    <a:pt x="8179" y="4070"/>
                    <a:pt x="8327" y="4070"/>
                  </a:cubicBezTo>
                  <a:cubicBezTo>
                    <a:pt x="8513" y="4070"/>
                    <a:pt x="8669" y="3987"/>
                    <a:pt x="8436" y="3613"/>
                  </a:cubicBezTo>
                  <a:cubicBezTo>
                    <a:pt x="8614" y="3562"/>
                    <a:pt x="8859" y="3265"/>
                    <a:pt x="8349" y="3059"/>
                  </a:cubicBezTo>
                  <a:cubicBezTo>
                    <a:pt x="8398" y="2679"/>
                    <a:pt x="8259" y="2568"/>
                    <a:pt x="8099" y="2568"/>
                  </a:cubicBezTo>
                  <a:cubicBezTo>
                    <a:pt x="7999" y="2568"/>
                    <a:pt x="7891" y="2611"/>
                    <a:pt x="7815" y="2660"/>
                  </a:cubicBezTo>
                  <a:cubicBezTo>
                    <a:pt x="7815" y="2363"/>
                    <a:pt x="7684" y="2291"/>
                    <a:pt x="7557" y="2291"/>
                  </a:cubicBezTo>
                  <a:cubicBezTo>
                    <a:pt x="7437" y="2291"/>
                    <a:pt x="7320" y="2355"/>
                    <a:pt x="7320" y="2355"/>
                  </a:cubicBezTo>
                  <a:cubicBezTo>
                    <a:pt x="7320" y="2355"/>
                    <a:pt x="7265" y="2114"/>
                    <a:pt x="7031" y="2114"/>
                  </a:cubicBezTo>
                  <a:cubicBezTo>
                    <a:pt x="6966" y="2114"/>
                    <a:pt x="6886" y="2133"/>
                    <a:pt x="6790" y="2181"/>
                  </a:cubicBezTo>
                  <a:cubicBezTo>
                    <a:pt x="6698" y="2010"/>
                    <a:pt x="6603" y="1954"/>
                    <a:pt x="6519" y="1954"/>
                  </a:cubicBezTo>
                  <a:cubicBezTo>
                    <a:pt x="6361" y="1954"/>
                    <a:pt x="6240" y="2149"/>
                    <a:pt x="6240" y="2149"/>
                  </a:cubicBezTo>
                  <a:cubicBezTo>
                    <a:pt x="6240" y="2149"/>
                    <a:pt x="6098" y="1971"/>
                    <a:pt x="5945" y="1971"/>
                  </a:cubicBezTo>
                  <a:cubicBezTo>
                    <a:pt x="5859" y="1971"/>
                    <a:pt x="5770" y="2028"/>
                    <a:pt x="5702" y="2205"/>
                  </a:cubicBezTo>
                  <a:cubicBezTo>
                    <a:pt x="5581" y="2131"/>
                    <a:pt x="5485" y="2101"/>
                    <a:pt x="5411" y="2101"/>
                  </a:cubicBezTo>
                  <a:cubicBezTo>
                    <a:pt x="5091" y="2101"/>
                    <a:pt x="5148" y="2652"/>
                    <a:pt x="5148" y="2652"/>
                  </a:cubicBezTo>
                  <a:cubicBezTo>
                    <a:pt x="5148" y="2652"/>
                    <a:pt x="5039" y="2532"/>
                    <a:pt x="4896" y="2532"/>
                  </a:cubicBezTo>
                  <a:cubicBezTo>
                    <a:pt x="4848" y="2532"/>
                    <a:pt x="4797" y="2545"/>
                    <a:pt x="4744" y="2581"/>
                  </a:cubicBezTo>
                  <a:cubicBezTo>
                    <a:pt x="4329" y="2870"/>
                    <a:pt x="4669" y="3186"/>
                    <a:pt x="4669" y="3186"/>
                  </a:cubicBezTo>
                  <a:cubicBezTo>
                    <a:pt x="4669" y="3186"/>
                    <a:pt x="4277" y="3273"/>
                    <a:pt x="4432" y="3625"/>
                  </a:cubicBezTo>
                  <a:cubicBezTo>
                    <a:pt x="4529" y="3844"/>
                    <a:pt x="4735" y="3885"/>
                    <a:pt x="4875" y="3885"/>
                  </a:cubicBezTo>
                  <a:cubicBezTo>
                    <a:pt x="4958" y="3885"/>
                    <a:pt x="5017" y="3871"/>
                    <a:pt x="5017" y="3871"/>
                  </a:cubicBezTo>
                  <a:lnTo>
                    <a:pt x="5421" y="5453"/>
                  </a:lnTo>
                  <a:cubicBezTo>
                    <a:pt x="5377" y="5461"/>
                    <a:pt x="5326" y="5485"/>
                    <a:pt x="5283" y="5568"/>
                  </a:cubicBezTo>
                  <a:cubicBezTo>
                    <a:pt x="5199" y="5742"/>
                    <a:pt x="5350" y="6015"/>
                    <a:pt x="5504" y="6035"/>
                  </a:cubicBezTo>
                  <a:cubicBezTo>
                    <a:pt x="5556" y="6320"/>
                    <a:pt x="5698" y="6581"/>
                    <a:pt x="5904" y="6783"/>
                  </a:cubicBezTo>
                  <a:cubicBezTo>
                    <a:pt x="5904" y="6830"/>
                    <a:pt x="5904" y="7092"/>
                    <a:pt x="5896" y="7266"/>
                  </a:cubicBezTo>
                  <a:cubicBezTo>
                    <a:pt x="5865" y="7275"/>
                    <a:pt x="5827" y="7278"/>
                    <a:pt x="5788" y="7278"/>
                  </a:cubicBezTo>
                  <a:cubicBezTo>
                    <a:pt x="5711" y="7278"/>
                    <a:pt x="5635" y="7266"/>
                    <a:pt x="5627" y="7266"/>
                  </a:cubicBezTo>
                  <a:cubicBezTo>
                    <a:pt x="5417" y="7218"/>
                    <a:pt x="5199" y="7190"/>
                    <a:pt x="4982" y="7179"/>
                  </a:cubicBezTo>
                  <a:cubicBezTo>
                    <a:pt x="4586" y="6898"/>
                    <a:pt x="4511" y="6652"/>
                    <a:pt x="4277" y="6439"/>
                  </a:cubicBezTo>
                  <a:lnTo>
                    <a:pt x="4179" y="6573"/>
                  </a:lnTo>
                  <a:cubicBezTo>
                    <a:pt x="4119" y="6482"/>
                    <a:pt x="4060" y="6395"/>
                    <a:pt x="3993" y="6304"/>
                  </a:cubicBezTo>
                  <a:cubicBezTo>
                    <a:pt x="3795" y="6043"/>
                    <a:pt x="3316" y="5449"/>
                    <a:pt x="2837" y="5157"/>
                  </a:cubicBezTo>
                  <a:cubicBezTo>
                    <a:pt x="2730" y="4848"/>
                    <a:pt x="2481" y="3609"/>
                    <a:pt x="1856" y="2901"/>
                  </a:cubicBezTo>
                  <a:cubicBezTo>
                    <a:pt x="1345" y="2339"/>
                    <a:pt x="1314" y="2145"/>
                    <a:pt x="1330" y="2003"/>
                  </a:cubicBezTo>
                  <a:cubicBezTo>
                    <a:pt x="1345" y="1861"/>
                    <a:pt x="1405" y="1813"/>
                    <a:pt x="1472" y="1627"/>
                  </a:cubicBezTo>
                  <a:close/>
                  <a:moveTo>
                    <a:pt x="12348" y="0"/>
                  </a:moveTo>
                  <a:cubicBezTo>
                    <a:pt x="12344" y="0"/>
                    <a:pt x="12341" y="1"/>
                    <a:pt x="12341" y="1"/>
                  </a:cubicBezTo>
                  <a:lnTo>
                    <a:pt x="400" y="1"/>
                  </a:lnTo>
                  <a:cubicBezTo>
                    <a:pt x="400" y="1"/>
                    <a:pt x="52" y="1"/>
                    <a:pt x="52" y="1631"/>
                  </a:cubicBezTo>
                  <a:cubicBezTo>
                    <a:pt x="52" y="2783"/>
                    <a:pt x="0" y="5999"/>
                    <a:pt x="0" y="5999"/>
                  </a:cubicBezTo>
                  <a:lnTo>
                    <a:pt x="1207" y="5999"/>
                  </a:lnTo>
                  <a:lnTo>
                    <a:pt x="1207" y="3985"/>
                  </a:lnTo>
                  <a:lnTo>
                    <a:pt x="1397" y="4472"/>
                  </a:lnTo>
                  <a:cubicBezTo>
                    <a:pt x="1587" y="4955"/>
                    <a:pt x="2711" y="7076"/>
                    <a:pt x="3102" y="7717"/>
                  </a:cubicBezTo>
                  <a:cubicBezTo>
                    <a:pt x="3023" y="7784"/>
                    <a:pt x="2936" y="7847"/>
                    <a:pt x="2845" y="7903"/>
                  </a:cubicBezTo>
                  <a:cubicBezTo>
                    <a:pt x="3261" y="8488"/>
                    <a:pt x="4317" y="9604"/>
                    <a:pt x="4353" y="10158"/>
                  </a:cubicBezTo>
                  <a:cubicBezTo>
                    <a:pt x="4353" y="10209"/>
                    <a:pt x="4353" y="10261"/>
                    <a:pt x="4349" y="10316"/>
                  </a:cubicBezTo>
                  <a:lnTo>
                    <a:pt x="4135" y="12576"/>
                  </a:lnTo>
                  <a:lnTo>
                    <a:pt x="3356" y="14107"/>
                  </a:lnTo>
                  <a:cubicBezTo>
                    <a:pt x="3356" y="14107"/>
                    <a:pt x="3482" y="14174"/>
                    <a:pt x="3704" y="14269"/>
                  </a:cubicBezTo>
                  <a:cubicBezTo>
                    <a:pt x="3245" y="14890"/>
                    <a:pt x="2750" y="15599"/>
                    <a:pt x="2259" y="16327"/>
                  </a:cubicBezTo>
                  <a:lnTo>
                    <a:pt x="2339" y="16469"/>
                  </a:lnTo>
                  <a:cubicBezTo>
                    <a:pt x="2287" y="16552"/>
                    <a:pt x="2232" y="16639"/>
                    <a:pt x="2180" y="16722"/>
                  </a:cubicBezTo>
                  <a:lnTo>
                    <a:pt x="10616" y="16722"/>
                  </a:lnTo>
                  <a:cubicBezTo>
                    <a:pt x="10565" y="16639"/>
                    <a:pt x="10509" y="16552"/>
                    <a:pt x="10458" y="16469"/>
                  </a:cubicBezTo>
                  <a:lnTo>
                    <a:pt x="10537" y="16327"/>
                  </a:lnTo>
                  <a:cubicBezTo>
                    <a:pt x="10082" y="15650"/>
                    <a:pt x="9619" y="14989"/>
                    <a:pt x="9184" y="14396"/>
                  </a:cubicBezTo>
                  <a:cubicBezTo>
                    <a:pt x="9449" y="14313"/>
                    <a:pt x="9611" y="14249"/>
                    <a:pt x="9611" y="14249"/>
                  </a:cubicBezTo>
                  <a:lnTo>
                    <a:pt x="8709" y="12611"/>
                  </a:lnTo>
                  <a:lnTo>
                    <a:pt x="8325" y="10249"/>
                  </a:lnTo>
                  <a:cubicBezTo>
                    <a:pt x="8333" y="10134"/>
                    <a:pt x="8353" y="10020"/>
                    <a:pt x="8385" y="9913"/>
                  </a:cubicBezTo>
                  <a:cubicBezTo>
                    <a:pt x="8586" y="9307"/>
                    <a:pt x="9469" y="8401"/>
                    <a:pt x="9833" y="7887"/>
                  </a:cubicBezTo>
                  <a:cubicBezTo>
                    <a:pt x="9766" y="7855"/>
                    <a:pt x="9706" y="7812"/>
                    <a:pt x="9651" y="7764"/>
                  </a:cubicBezTo>
                  <a:cubicBezTo>
                    <a:pt x="10007" y="7194"/>
                    <a:pt x="11190" y="4971"/>
                    <a:pt x="11388" y="4472"/>
                  </a:cubicBezTo>
                  <a:lnTo>
                    <a:pt x="11534" y="4084"/>
                  </a:lnTo>
                  <a:lnTo>
                    <a:pt x="11534" y="5999"/>
                  </a:lnTo>
                  <a:lnTo>
                    <a:pt x="12741" y="5999"/>
                  </a:lnTo>
                  <a:cubicBezTo>
                    <a:pt x="12741" y="5999"/>
                    <a:pt x="12686" y="2783"/>
                    <a:pt x="12686" y="1631"/>
                  </a:cubicBezTo>
                  <a:cubicBezTo>
                    <a:pt x="12686" y="67"/>
                    <a:pt x="12397" y="0"/>
                    <a:pt x="12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1"/>
            <p:cNvSpPr/>
            <p:nvPr/>
          </p:nvSpPr>
          <p:spPr>
            <a:xfrm>
              <a:off x="392674" y="2527104"/>
              <a:ext cx="803388" cy="1055370"/>
            </a:xfrm>
            <a:custGeom>
              <a:avLst/>
              <a:gdLst/>
              <a:ahLst/>
              <a:cxnLst/>
              <a:rect l="l" t="t" r="r" b="b"/>
              <a:pathLst>
                <a:path w="12734" h="16728" extrusionOk="0">
                  <a:moveTo>
                    <a:pt x="11301" y="1628"/>
                  </a:moveTo>
                  <a:cubicBezTo>
                    <a:pt x="11364" y="1818"/>
                    <a:pt x="11423" y="1897"/>
                    <a:pt x="11439" y="2004"/>
                  </a:cubicBezTo>
                  <a:cubicBezTo>
                    <a:pt x="11455" y="2114"/>
                    <a:pt x="11423" y="2348"/>
                    <a:pt x="10921" y="2910"/>
                  </a:cubicBezTo>
                  <a:cubicBezTo>
                    <a:pt x="10288" y="3618"/>
                    <a:pt x="10042" y="4857"/>
                    <a:pt x="9936" y="5165"/>
                  </a:cubicBezTo>
                  <a:cubicBezTo>
                    <a:pt x="9457" y="5458"/>
                    <a:pt x="8982" y="6051"/>
                    <a:pt x="8776" y="6313"/>
                  </a:cubicBezTo>
                  <a:cubicBezTo>
                    <a:pt x="8693" y="6423"/>
                    <a:pt x="8618" y="6538"/>
                    <a:pt x="8547" y="6645"/>
                  </a:cubicBezTo>
                  <a:cubicBezTo>
                    <a:pt x="8487" y="6570"/>
                    <a:pt x="8436" y="6503"/>
                    <a:pt x="8389" y="6431"/>
                  </a:cubicBezTo>
                  <a:cubicBezTo>
                    <a:pt x="8151" y="6649"/>
                    <a:pt x="8076" y="6898"/>
                    <a:pt x="7684" y="7179"/>
                  </a:cubicBezTo>
                  <a:cubicBezTo>
                    <a:pt x="7530" y="7187"/>
                    <a:pt x="7380" y="7211"/>
                    <a:pt x="7229" y="7254"/>
                  </a:cubicBezTo>
                  <a:lnTo>
                    <a:pt x="7004" y="7274"/>
                  </a:lnTo>
                  <a:cubicBezTo>
                    <a:pt x="6996" y="7140"/>
                    <a:pt x="6992" y="7005"/>
                    <a:pt x="6988" y="6906"/>
                  </a:cubicBezTo>
                  <a:cubicBezTo>
                    <a:pt x="7253" y="6736"/>
                    <a:pt x="7451" y="6419"/>
                    <a:pt x="7530" y="6036"/>
                  </a:cubicBezTo>
                  <a:cubicBezTo>
                    <a:pt x="7680" y="6024"/>
                    <a:pt x="7862" y="5782"/>
                    <a:pt x="7803" y="5608"/>
                  </a:cubicBezTo>
                  <a:cubicBezTo>
                    <a:pt x="7762" y="5486"/>
                    <a:pt x="7718" y="5463"/>
                    <a:pt x="7678" y="5463"/>
                  </a:cubicBezTo>
                  <a:cubicBezTo>
                    <a:pt x="7660" y="5463"/>
                    <a:pt x="7644" y="5467"/>
                    <a:pt x="7629" y="5470"/>
                  </a:cubicBezTo>
                  <a:lnTo>
                    <a:pt x="7629" y="5458"/>
                  </a:lnTo>
                  <a:lnTo>
                    <a:pt x="8005" y="4018"/>
                  </a:lnTo>
                  <a:cubicBezTo>
                    <a:pt x="8005" y="4018"/>
                    <a:pt x="8175" y="4072"/>
                    <a:pt x="8325" y="4072"/>
                  </a:cubicBezTo>
                  <a:cubicBezTo>
                    <a:pt x="8510" y="4072"/>
                    <a:pt x="8665" y="3989"/>
                    <a:pt x="8436" y="3618"/>
                  </a:cubicBezTo>
                  <a:cubicBezTo>
                    <a:pt x="8610" y="3563"/>
                    <a:pt x="8851" y="3266"/>
                    <a:pt x="8349" y="3064"/>
                  </a:cubicBezTo>
                  <a:cubicBezTo>
                    <a:pt x="8393" y="2684"/>
                    <a:pt x="8252" y="2571"/>
                    <a:pt x="8091" y="2571"/>
                  </a:cubicBezTo>
                  <a:cubicBezTo>
                    <a:pt x="7991" y="2571"/>
                    <a:pt x="7883" y="2614"/>
                    <a:pt x="7807" y="2664"/>
                  </a:cubicBezTo>
                  <a:cubicBezTo>
                    <a:pt x="7807" y="2364"/>
                    <a:pt x="7675" y="2292"/>
                    <a:pt x="7548" y="2292"/>
                  </a:cubicBezTo>
                  <a:cubicBezTo>
                    <a:pt x="7428" y="2292"/>
                    <a:pt x="7312" y="2356"/>
                    <a:pt x="7312" y="2356"/>
                  </a:cubicBezTo>
                  <a:cubicBezTo>
                    <a:pt x="7312" y="2356"/>
                    <a:pt x="7259" y="2114"/>
                    <a:pt x="7026" y="2114"/>
                  </a:cubicBezTo>
                  <a:cubicBezTo>
                    <a:pt x="6961" y="2114"/>
                    <a:pt x="6882" y="2133"/>
                    <a:pt x="6786" y="2182"/>
                  </a:cubicBezTo>
                  <a:cubicBezTo>
                    <a:pt x="6694" y="2013"/>
                    <a:pt x="6600" y="1958"/>
                    <a:pt x="6517" y="1958"/>
                  </a:cubicBezTo>
                  <a:cubicBezTo>
                    <a:pt x="6360" y="1958"/>
                    <a:pt x="6240" y="2154"/>
                    <a:pt x="6240" y="2154"/>
                  </a:cubicBezTo>
                  <a:cubicBezTo>
                    <a:pt x="6240" y="2154"/>
                    <a:pt x="6096" y="1976"/>
                    <a:pt x="5942" y="1976"/>
                  </a:cubicBezTo>
                  <a:cubicBezTo>
                    <a:pt x="5856" y="1976"/>
                    <a:pt x="5766" y="2033"/>
                    <a:pt x="5698" y="2209"/>
                  </a:cubicBezTo>
                  <a:cubicBezTo>
                    <a:pt x="5575" y="2135"/>
                    <a:pt x="5479" y="2105"/>
                    <a:pt x="5405" y="2105"/>
                  </a:cubicBezTo>
                  <a:cubicBezTo>
                    <a:pt x="5086" y="2105"/>
                    <a:pt x="5148" y="2653"/>
                    <a:pt x="5148" y="2653"/>
                  </a:cubicBezTo>
                  <a:cubicBezTo>
                    <a:pt x="5148" y="2653"/>
                    <a:pt x="5040" y="2534"/>
                    <a:pt x="4897" y="2534"/>
                  </a:cubicBezTo>
                  <a:cubicBezTo>
                    <a:pt x="4848" y="2534"/>
                    <a:pt x="4795" y="2548"/>
                    <a:pt x="4740" y="2585"/>
                  </a:cubicBezTo>
                  <a:cubicBezTo>
                    <a:pt x="4325" y="2870"/>
                    <a:pt x="4661" y="3187"/>
                    <a:pt x="4661" y="3187"/>
                  </a:cubicBezTo>
                  <a:cubicBezTo>
                    <a:pt x="4661" y="3187"/>
                    <a:pt x="4277" y="3278"/>
                    <a:pt x="4424" y="3626"/>
                  </a:cubicBezTo>
                  <a:cubicBezTo>
                    <a:pt x="4519" y="3848"/>
                    <a:pt x="4727" y="3889"/>
                    <a:pt x="4868" y="3889"/>
                  </a:cubicBezTo>
                  <a:cubicBezTo>
                    <a:pt x="4950" y="3889"/>
                    <a:pt x="5009" y="3875"/>
                    <a:pt x="5009" y="3875"/>
                  </a:cubicBezTo>
                  <a:lnTo>
                    <a:pt x="5413" y="5458"/>
                  </a:lnTo>
                  <a:lnTo>
                    <a:pt x="5421" y="5458"/>
                  </a:lnTo>
                  <a:cubicBezTo>
                    <a:pt x="5354" y="5466"/>
                    <a:pt x="5302" y="5509"/>
                    <a:pt x="5282" y="5573"/>
                  </a:cubicBezTo>
                  <a:cubicBezTo>
                    <a:pt x="5191" y="5743"/>
                    <a:pt x="5350" y="6016"/>
                    <a:pt x="5500" y="6036"/>
                  </a:cubicBezTo>
                  <a:cubicBezTo>
                    <a:pt x="5551" y="6321"/>
                    <a:pt x="5694" y="6586"/>
                    <a:pt x="5900" y="6787"/>
                  </a:cubicBezTo>
                  <a:cubicBezTo>
                    <a:pt x="5900" y="6831"/>
                    <a:pt x="5904" y="7096"/>
                    <a:pt x="5888" y="7266"/>
                  </a:cubicBezTo>
                  <a:cubicBezTo>
                    <a:pt x="5860" y="7277"/>
                    <a:pt x="5822" y="7280"/>
                    <a:pt x="5784" y="7280"/>
                  </a:cubicBezTo>
                  <a:cubicBezTo>
                    <a:pt x="5708" y="7280"/>
                    <a:pt x="5629" y="7266"/>
                    <a:pt x="5627" y="7266"/>
                  </a:cubicBezTo>
                  <a:cubicBezTo>
                    <a:pt x="5413" y="7223"/>
                    <a:pt x="5195" y="7195"/>
                    <a:pt x="4978" y="7183"/>
                  </a:cubicBezTo>
                  <a:cubicBezTo>
                    <a:pt x="4578" y="6902"/>
                    <a:pt x="4511" y="6653"/>
                    <a:pt x="4273" y="6443"/>
                  </a:cubicBezTo>
                  <a:lnTo>
                    <a:pt x="4178" y="6574"/>
                  </a:lnTo>
                  <a:lnTo>
                    <a:pt x="3989" y="6309"/>
                  </a:lnTo>
                  <a:cubicBezTo>
                    <a:pt x="3787" y="6048"/>
                    <a:pt x="3308" y="5454"/>
                    <a:pt x="2833" y="5161"/>
                  </a:cubicBezTo>
                  <a:cubicBezTo>
                    <a:pt x="2722" y="4849"/>
                    <a:pt x="2481" y="3614"/>
                    <a:pt x="1848" y="2906"/>
                  </a:cubicBezTo>
                  <a:cubicBezTo>
                    <a:pt x="1345" y="2340"/>
                    <a:pt x="1310" y="2150"/>
                    <a:pt x="1330" y="2004"/>
                  </a:cubicBezTo>
                  <a:cubicBezTo>
                    <a:pt x="1349" y="1861"/>
                    <a:pt x="1397" y="1818"/>
                    <a:pt x="1468" y="1628"/>
                  </a:cubicBezTo>
                  <a:close/>
                  <a:moveTo>
                    <a:pt x="12344" y="1"/>
                  </a:moveTo>
                  <a:cubicBezTo>
                    <a:pt x="12340" y="1"/>
                    <a:pt x="12337" y="1"/>
                    <a:pt x="12337" y="1"/>
                  </a:cubicBezTo>
                  <a:lnTo>
                    <a:pt x="396" y="1"/>
                  </a:lnTo>
                  <a:cubicBezTo>
                    <a:pt x="396" y="1"/>
                    <a:pt x="48" y="1"/>
                    <a:pt x="48" y="1636"/>
                  </a:cubicBezTo>
                  <a:cubicBezTo>
                    <a:pt x="48" y="2787"/>
                    <a:pt x="0" y="6004"/>
                    <a:pt x="0" y="6004"/>
                  </a:cubicBezTo>
                  <a:lnTo>
                    <a:pt x="1207" y="6004"/>
                  </a:lnTo>
                  <a:lnTo>
                    <a:pt x="1207" y="3990"/>
                  </a:lnTo>
                  <a:cubicBezTo>
                    <a:pt x="1286" y="4196"/>
                    <a:pt x="1349" y="4370"/>
                    <a:pt x="1393" y="4473"/>
                  </a:cubicBezTo>
                  <a:cubicBezTo>
                    <a:pt x="1583" y="4959"/>
                    <a:pt x="2710" y="7080"/>
                    <a:pt x="3094" y="7717"/>
                  </a:cubicBezTo>
                  <a:cubicBezTo>
                    <a:pt x="3015" y="7789"/>
                    <a:pt x="2928" y="7852"/>
                    <a:pt x="2837" y="7907"/>
                  </a:cubicBezTo>
                  <a:cubicBezTo>
                    <a:pt x="3257" y="8489"/>
                    <a:pt x="4317" y="9609"/>
                    <a:pt x="4345" y="10163"/>
                  </a:cubicBezTo>
                  <a:cubicBezTo>
                    <a:pt x="4353" y="10214"/>
                    <a:pt x="4353" y="10266"/>
                    <a:pt x="4345" y="10321"/>
                  </a:cubicBezTo>
                  <a:lnTo>
                    <a:pt x="4127" y="12580"/>
                  </a:lnTo>
                  <a:lnTo>
                    <a:pt x="3348" y="14108"/>
                  </a:lnTo>
                  <a:cubicBezTo>
                    <a:pt x="3348" y="14108"/>
                    <a:pt x="3482" y="14179"/>
                    <a:pt x="3704" y="14274"/>
                  </a:cubicBezTo>
                  <a:cubicBezTo>
                    <a:pt x="3237" y="14895"/>
                    <a:pt x="2742" y="15603"/>
                    <a:pt x="2259" y="16331"/>
                  </a:cubicBezTo>
                  <a:cubicBezTo>
                    <a:pt x="2279" y="16379"/>
                    <a:pt x="2307" y="16422"/>
                    <a:pt x="2335" y="16474"/>
                  </a:cubicBezTo>
                  <a:cubicBezTo>
                    <a:pt x="2279" y="16557"/>
                    <a:pt x="2228" y="16640"/>
                    <a:pt x="2180" y="16727"/>
                  </a:cubicBezTo>
                  <a:lnTo>
                    <a:pt x="10608" y="16727"/>
                  </a:lnTo>
                  <a:cubicBezTo>
                    <a:pt x="10557" y="16640"/>
                    <a:pt x="10509" y="16557"/>
                    <a:pt x="10454" y="16474"/>
                  </a:cubicBezTo>
                  <a:cubicBezTo>
                    <a:pt x="10478" y="16422"/>
                    <a:pt x="10509" y="16379"/>
                    <a:pt x="10529" y="16331"/>
                  </a:cubicBezTo>
                  <a:cubicBezTo>
                    <a:pt x="10078" y="15647"/>
                    <a:pt x="9615" y="14994"/>
                    <a:pt x="9176" y="14400"/>
                  </a:cubicBezTo>
                  <a:cubicBezTo>
                    <a:pt x="9445" y="14317"/>
                    <a:pt x="9603" y="14254"/>
                    <a:pt x="9603" y="14254"/>
                  </a:cubicBezTo>
                  <a:lnTo>
                    <a:pt x="8709" y="12616"/>
                  </a:lnTo>
                  <a:lnTo>
                    <a:pt x="8321" y="10250"/>
                  </a:lnTo>
                  <a:cubicBezTo>
                    <a:pt x="8329" y="10139"/>
                    <a:pt x="8349" y="10024"/>
                    <a:pt x="8377" y="9913"/>
                  </a:cubicBezTo>
                  <a:cubicBezTo>
                    <a:pt x="8582" y="9312"/>
                    <a:pt x="9465" y="8406"/>
                    <a:pt x="9829" y="7891"/>
                  </a:cubicBezTo>
                  <a:cubicBezTo>
                    <a:pt x="9765" y="7860"/>
                    <a:pt x="9702" y="7816"/>
                    <a:pt x="9647" y="7769"/>
                  </a:cubicBezTo>
                  <a:cubicBezTo>
                    <a:pt x="9999" y="7199"/>
                    <a:pt x="11182" y="4975"/>
                    <a:pt x="11380" y="4473"/>
                  </a:cubicBezTo>
                  <a:cubicBezTo>
                    <a:pt x="11415" y="4386"/>
                    <a:pt x="11467" y="4251"/>
                    <a:pt x="11526" y="4089"/>
                  </a:cubicBezTo>
                  <a:lnTo>
                    <a:pt x="11526" y="6000"/>
                  </a:lnTo>
                  <a:lnTo>
                    <a:pt x="12733" y="6000"/>
                  </a:lnTo>
                  <a:cubicBezTo>
                    <a:pt x="12733" y="6000"/>
                    <a:pt x="12686" y="2787"/>
                    <a:pt x="12686" y="1636"/>
                  </a:cubicBezTo>
                  <a:cubicBezTo>
                    <a:pt x="12686" y="67"/>
                    <a:pt x="12394" y="1"/>
                    <a:pt x="123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1"/>
            <p:cNvSpPr/>
            <p:nvPr/>
          </p:nvSpPr>
          <p:spPr>
            <a:xfrm>
              <a:off x="7817336" y="2575053"/>
              <a:ext cx="553236" cy="1001869"/>
            </a:xfrm>
            <a:custGeom>
              <a:avLst/>
              <a:gdLst/>
              <a:ahLst/>
              <a:cxnLst/>
              <a:rect l="l" t="t" r="r" b="b"/>
              <a:pathLst>
                <a:path w="8769" h="15880" extrusionOk="0">
                  <a:moveTo>
                    <a:pt x="1891" y="1"/>
                  </a:moveTo>
                  <a:cubicBezTo>
                    <a:pt x="1886" y="1"/>
                    <a:pt x="1881" y="1"/>
                    <a:pt x="1876" y="1"/>
                  </a:cubicBezTo>
                  <a:cubicBezTo>
                    <a:pt x="1512" y="9"/>
                    <a:pt x="1275" y="440"/>
                    <a:pt x="1184" y="773"/>
                  </a:cubicBezTo>
                  <a:cubicBezTo>
                    <a:pt x="1089" y="1101"/>
                    <a:pt x="531" y="2850"/>
                    <a:pt x="392" y="3309"/>
                  </a:cubicBezTo>
                  <a:cubicBezTo>
                    <a:pt x="214" y="3903"/>
                    <a:pt x="1" y="4049"/>
                    <a:pt x="206" y="4571"/>
                  </a:cubicBezTo>
                  <a:cubicBezTo>
                    <a:pt x="333" y="4880"/>
                    <a:pt x="879" y="6059"/>
                    <a:pt x="1263" y="6668"/>
                  </a:cubicBezTo>
                  <a:cubicBezTo>
                    <a:pt x="1188" y="6732"/>
                    <a:pt x="1109" y="6791"/>
                    <a:pt x="1025" y="6839"/>
                  </a:cubicBezTo>
                  <a:cubicBezTo>
                    <a:pt x="1413" y="7389"/>
                    <a:pt x="2414" y="8441"/>
                    <a:pt x="2442" y="8963"/>
                  </a:cubicBezTo>
                  <a:cubicBezTo>
                    <a:pt x="2442" y="9011"/>
                    <a:pt x="2450" y="9062"/>
                    <a:pt x="2442" y="9110"/>
                  </a:cubicBezTo>
                  <a:lnTo>
                    <a:pt x="2236" y="11239"/>
                  </a:lnTo>
                  <a:lnTo>
                    <a:pt x="2023" y="13458"/>
                  </a:lnTo>
                  <a:cubicBezTo>
                    <a:pt x="2189" y="13522"/>
                    <a:pt x="2355" y="13573"/>
                    <a:pt x="2529" y="13617"/>
                  </a:cubicBezTo>
                  <a:cubicBezTo>
                    <a:pt x="2430" y="14277"/>
                    <a:pt x="2339" y="15061"/>
                    <a:pt x="2272" y="15880"/>
                  </a:cubicBezTo>
                  <a:lnTo>
                    <a:pt x="4345" y="15880"/>
                  </a:lnTo>
                  <a:cubicBezTo>
                    <a:pt x="4424" y="15140"/>
                    <a:pt x="4488" y="14487"/>
                    <a:pt x="4488" y="14487"/>
                  </a:cubicBezTo>
                  <a:cubicBezTo>
                    <a:pt x="4488" y="14487"/>
                    <a:pt x="4535" y="15140"/>
                    <a:pt x="4646" y="15880"/>
                  </a:cubicBezTo>
                  <a:lnTo>
                    <a:pt x="6711" y="15880"/>
                  </a:lnTo>
                  <a:cubicBezTo>
                    <a:pt x="6609" y="15160"/>
                    <a:pt x="6486" y="14372"/>
                    <a:pt x="6343" y="13696"/>
                  </a:cubicBezTo>
                  <a:cubicBezTo>
                    <a:pt x="6707" y="13640"/>
                    <a:pt x="6929" y="13593"/>
                    <a:pt x="6929" y="13593"/>
                  </a:cubicBezTo>
                  <a:lnTo>
                    <a:pt x="6549" y="11270"/>
                  </a:lnTo>
                  <a:lnTo>
                    <a:pt x="6185" y="9050"/>
                  </a:lnTo>
                  <a:cubicBezTo>
                    <a:pt x="6193" y="8944"/>
                    <a:pt x="6209" y="8833"/>
                    <a:pt x="6237" y="8730"/>
                  </a:cubicBezTo>
                  <a:cubicBezTo>
                    <a:pt x="6430" y="8160"/>
                    <a:pt x="7261" y="7309"/>
                    <a:pt x="7602" y="6827"/>
                  </a:cubicBezTo>
                  <a:cubicBezTo>
                    <a:pt x="7550" y="6799"/>
                    <a:pt x="7503" y="6767"/>
                    <a:pt x="7459" y="6732"/>
                  </a:cubicBezTo>
                  <a:cubicBezTo>
                    <a:pt x="7839" y="6146"/>
                    <a:pt x="8433" y="4896"/>
                    <a:pt x="8563" y="4571"/>
                  </a:cubicBezTo>
                  <a:cubicBezTo>
                    <a:pt x="8769" y="4049"/>
                    <a:pt x="8559" y="3903"/>
                    <a:pt x="8373" y="3309"/>
                  </a:cubicBezTo>
                  <a:cubicBezTo>
                    <a:pt x="8235" y="2850"/>
                    <a:pt x="7681" y="1101"/>
                    <a:pt x="7590" y="773"/>
                  </a:cubicBezTo>
                  <a:cubicBezTo>
                    <a:pt x="7495" y="440"/>
                    <a:pt x="7186" y="9"/>
                    <a:pt x="6897" y="1"/>
                  </a:cubicBezTo>
                  <a:cubicBezTo>
                    <a:pt x="6893" y="1"/>
                    <a:pt x="6889" y="1"/>
                    <a:pt x="6885" y="1"/>
                  </a:cubicBezTo>
                  <a:cubicBezTo>
                    <a:pt x="6599" y="1"/>
                    <a:pt x="6407" y="408"/>
                    <a:pt x="6169" y="646"/>
                  </a:cubicBezTo>
                  <a:cubicBezTo>
                    <a:pt x="5821" y="990"/>
                    <a:pt x="6165" y="1149"/>
                    <a:pt x="6423" y="1335"/>
                  </a:cubicBezTo>
                  <a:cubicBezTo>
                    <a:pt x="6531" y="1413"/>
                    <a:pt x="6630" y="1430"/>
                    <a:pt x="6716" y="1430"/>
                  </a:cubicBezTo>
                  <a:cubicBezTo>
                    <a:pt x="6778" y="1430"/>
                    <a:pt x="6834" y="1421"/>
                    <a:pt x="6880" y="1421"/>
                  </a:cubicBezTo>
                  <a:cubicBezTo>
                    <a:pt x="6921" y="1421"/>
                    <a:pt x="6955" y="1428"/>
                    <a:pt x="6980" y="1453"/>
                  </a:cubicBezTo>
                  <a:cubicBezTo>
                    <a:pt x="7075" y="1548"/>
                    <a:pt x="7048" y="1714"/>
                    <a:pt x="7123" y="2423"/>
                  </a:cubicBezTo>
                  <a:cubicBezTo>
                    <a:pt x="7198" y="3131"/>
                    <a:pt x="7550" y="4065"/>
                    <a:pt x="7550" y="4065"/>
                  </a:cubicBezTo>
                  <a:cubicBezTo>
                    <a:pt x="7550" y="4065"/>
                    <a:pt x="6980" y="4920"/>
                    <a:pt x="6660" y="5343"/>
                  </a:cubicBezTo>
                  <a:cubicBezTo>
                    <a:pt x="6573" y="5450"/>
                    <a:pt x="6494" y="5564"/>
                    <a:pt x="6423" y="5683"/>
                  </a:cubicBezTo>
                  <a:cubicBezTo>
                    <a:pt x="6355" y="5604"/>
                    <a:pt x="6296" y="5525"/>
                    <a:pt x="6248" y="5454"/>
                  </a:cubicBezTo>
                  <a:cubicBezTo>
                    <a:pt x="6019" y="5659"/>
                    <a:pt x="5956" y="5889"/>
                    <a:pt x="5584" y="6154"/>
                  </a:cubicBezTo>
                  <a:cubicBezTo>
                    <a:pt x="5441" y="6158"/>
                    <a:pt x="5299" y="6186"/>
                    <a:pt x="5160" y="6225"/>
                  </a:cubicBezTo>
                  <a:lnTo>
                    <a:pt x="4943" y="6241"/>
                  </a:lnTo>
                  <a:cubicBezTo>
                    <a:pt x="4939" y="6118"/>
                    <a:pt x="4931" y="5996"/>
                    <a:pt x="4927" y="5901"/>
                  </a:cubicBezTo>
                  <a:cubicBezTo>
                    <a:pt x="5129" y="5762"/>
                    <a:pt x="5279" y="5564"/>
                    <a:pt x="5362" y="5335"/>
                  </a:cubicBezTo>
                  <a:cubicBezTo>
                    <a:pt x="5560" y="5335"/>
                    <a:pt x="5734" y="5248"/>
                    <a:pt x="5789" y="5066"/>
                  </a:cubicBezTo>
                  <a:cubicBezTo>
                    <a:pt x="5821" y="5073"/>
                    <a:pt x="5852" y="5076"/>
                    <a:pt x="5882" y="5076"/>
                  </a:cubicBezTo>
                  <a:cubicBezTo>
                    <a:pt x="6168" y="5076"/>
                    <a:pt x="6336" y="4781"/>
                    <a:pt x="6189" y="4516"/>
                  </a:cubicBezTo>
                  <a:cubicBezTo>
                    <a:pt x="6296" y="4476"/>
                    <a:pt x="6430" y="4453"/>
                    <a:pt x="6466" y="4318"/>
                  </a:cubicBezTo>
                  <a:cubicBezTo>
                    <a:pt x="6498" y="4184"/>
                    <a:pt x="6355" y="4041"/>
                    <a:pt x="6268" y="3990"/>
                  </a:cubicBezTo>
                  <a:cubicBezTo>
                    <a:pt x="6474" y="3820"/>
                    <a:pt x="6430" y="3491"/>
                    <a:pt x="6189" y="3384"/>
                  </a:cubicBezTo>
                  <a:cubicBezTo>
                    <a:pt x="6420" y="3153"/>
                    <a:pt x="6246" y="2772"/>
                    <a:pt x="5945" y="2772"/>
                  </a:cubicBezTo>
                  <a:cubicBezTo>
                    <a:pt x="5922" y="2772"/>
                    <a:pt x="5897" y="2774"/>
                    <a:pt x="5873" y="2779"/>
                  </a:cubicBezTo>
                  <a:cubicBezTo>
                    <a:pt x="5876" y="2522"/>
                    <a:pt x="5696" y="2349"/>
                    <a:pt x="5482" y="2349"/>
                  </a:cubicBezTo>
                  <a:cubicBezTo>
                    <a:pt x="5412" y="2349"/>
                    <a:pt x="5339" y="2367"/>
                    <a:pt x="5267" y="2407"/>
                  </a:cubicBezTo>
                  <a:cubicBezTo>
                    <a:pt x="5238" y="2191"/>
                    <a:pt x="5059" y="2072"/>
                    <a:pt x="4879" y="2072"/>
                  </a:cubicBezTo>
                  <a:cubicBezTo>
                    <a:pt x="4739" y="2072"/>
                    <a:pt x="4598" y="2144"/>
                    <a:pt x="4527" y="2300"/>
                  </a:cubicBezTo>
                  <a:cubicBezTo>
                    <a:pt x="4426" y="2161"/>
                    <a:pt x="4288" y="2040"/>
                    <a:pt x="4114" y="2040"/>
                  </a:cubicBezTo>
                  <a:cubicBezTo>
                    <a:pt x="4090" y="2040"/>
                    <a:pt x="4066" y="2042"/>
                    <a:pt x="4041" y="2047"/>
                  </a:cubicBezTo>
                  <a:cubicBezTo>
                    <a:pt x="3835" y="2086"/>
                    <a:pt x="3760" y="2201"/>
                    <a:pt x="3744" y="2352"/>
                  </a:cubicBezTo>
                  <a:cubicBezTo>
                    <a:pt x="3703" y="2335"/>
                    <a:pt x="3660" y="2327"/>
                    <a:pt x="3617" y="2327"/>
                  </a:cubicBezTo>
                  <a:cubicBezTo>
                    <a:pt x="3526" y="2327"/>
                    <a:pt x="3435" y="2362"/>
                    <a:pt x="3368" y="2427"/>
                  </a:cubicBezTo>
                  <a:cubicBezTo>
                    <a:pt x="3202" y="2569"/>
                    <a:pt x="3194" y="2795"/>
                    <a:pt x="3214" y="3004"/>
                  </a:cubicBezTo>
                  <a:cubicBezTo>
                    <a:pt x="3174" y="2984"/>
                    <a:pt x="3131" y="2974"/>
                    <a:pt x="3088" y="2974"/>
                  </a:cubicBezTo>
                  <a:cubicBezTo>
                    <a:pt x="2983" y="2974"/>
                    <a:pt x="2881" y="3034"/>
                    <a:pt x="2830" y="3135"/>
                  </a:cubicBezTo>
                  <a:cubicBezTo>
                    <a:pt x="2699" y="3341"/>
                    <a:pt x="2806" y="3566"/>
                    <a:pt x="2937" y="3744"/>
                  </a:cubicBezTo>
                  <a:cubicBezTo>
                    <a:pt x="2794" y="3752"/>
                    <a:pt x="2608" y="3867"/>
                    <a:pt x="2600" y="4045"/>
                  </a:cubicBezTo>
                  <a:cubicBezTo>
                    <a:pt x="2596" y="4223"/>
                    <a:pt x="2735" y="4302"/>
                    <a:pt x="2889" y="4425"/>
                  </a:cubicBezTo>
                  <a:cubicBezTo>
                    <a:pt x="2846" y="4536"/>
                    <a:pt x="2774" y="4603"/>
                    <a:pt x="2814" y="4738"/>
                  </a:cubicBezTo>
                  <a:cubicBezTo>
                    <a:pt x="2854" y="4872"/>
                    <a:pt x="3028" y="4959"/>
                    <a:pt x="3123" y="4991"/>
                  </a:cubicBezTo>
                  <a:cubicBezTo>
                    <a:pt x="3098" y="5155"/>
                    <a:pt x="3208" y="5246"/>
                    <a:pt x="3333" y="5246"/>
                  </a:cubicBezTo>
                  <a:cubicBezTo>
                    <a:pt x="3407" y="5246"/>
                    <a:pt x="3486" y="5215"/>
                    <a:pt x="3546" y="5149"/>
                  </a:cubicBezTo>
                  <a:cubicBezTo>
                    <a:pt x="3605" y="5394"/>
                    <a:pt x="3732" y="5616"/>
                    <a:pt x="3914" y="5798"/>
                  </a:cubicBezTo>
                  <a:cubicBezTo>
                    <a:pt x="3914" y="5838"/>
                    <a:pt x="3914" y="6083"/>
                    <a:pt x="3902" y="6241"/>
                  </a:cubicBezTo>
                  <a:cubicBezTo>
                    <a:pt x="3874" y="6253"/>
                    <a:pt x="3837" y="6257"/>
                    <a:pt x="3799" y="6257"/>
                  </a:cubicBezTo>
                  <a:cubicBezTo>
                    <a:pt x="3724" y="6257"/>
                    <a:pt x="3649" y="6241"/>
                    <a:pt x="3649" y="6241"/>
                  </a:cubicBezTo>
                  <a:cubicBezTo>
                    <a:pt x="3451" y="6202"/>
                    <a:pt x="3245" y="6178"/>
                    <a:pt x="3043" y="6166"/>
                  </a:cubicBezTo>
                  <a:cubicBezTo>
                    <a:pt x="2668" y="5901"/>
                    <a:pt x="2596" y="5667"/>
                    <a:pt x="2379" y="5466"/>
                  </a:cubicBezTo>
                  <a:cubicBezTo>
                    <a:pt x="2351" y="5505"/>
                    <a:pt x="2319" y="5549"/>
                    <a:pt x="2284" y="5588"/>
                  </a:cubicBezTo>
                  <a:cubicBezTo>
                    <a:pt x="2232" y="5505"/>
                    <a:pt x="2173" y="5426"/>
                    <a:pt x="2114" y="5343"/>
                  </a:cubicBezTo>
                  <a:cubicBezTo>
                    <a:pt x="1785" y="4920"/>
                    <a:pt x="1223" y="4065"/>
                    <a:pt x="1223" y="4065"/>
                  </a:cubicBezTo>
                  <a:cubicBezTo>
                    <a:pt x="1223" y="4065"/>
                    <a:pt x="1572" y="3135"/>
                    <a:pt x="1647" y="2423"/>
                  </a:cubicBezTo>
                  <a:cubicBezTo>
                    <a:pt x="1722" y="1711"/>
                    <a:pt x="1690" y="1548"/>
                    <a:pt x="1785" y="1453"/>
                  </a:cubicBezTo>
                  <a:cubicBezTo>
                    <a:pt x="1810" y="1429"/>
                    <a:pt x="1842" y="1422"/>
                    <a:pt x="1881" y="1422"/>
                  </a:cubicBezTo>
                  <a:cubicBezTo>
                    <a:pt x="1931" y="1422"/>
                    <a:pt x="1990" y="1433"/>
                    <a:pt x="2058" y="1433"/>
                  </a:cubicBezTo>
                  <a:cubicBezTo>
                    <a:pt x="2145" y="1433"/>
                    <a:pt x="2244" y="1415"/>
                    <a:pt x="2351" y="1335"/>
                  </a:cubicBezTo>
                  <a:cubicBezTo>
                    <a:pt x="2608" y="1141"/>
                    <a:pt x="2948" y="990"/>
                    <a:pt x="2596" y="646"/>
                  </a:cubicBezTo>
                  <a:cubicBezTo>
                    <a:pt x="2358" y="408"/>
                    <a:pt x="2240" y="1"/>
                    <a:pt x="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1"/>
            <p:cNvSpPr/>
            <p:nvPr/>
          </p:nvSpPr>
          <p:spPr>
            <a:xfrm>
              <a:off x="86371" y="2823692"/>
              <a:ext cx="553741" cy="1001680"/>
            </a:xfrm>
            <a:custGeom>
              <a:avLst/>
              <a:gdLst/>
              <a:ahLst/>
              <a:cxnLst/>
              <a:rect l="l" t="t" r="r" b="b"/>
              <a:pathLst>
                <a:path w="8777" h="15877" extrusionOk="0">
                  <a:moveTo>
                    <a:pt x="1895" y="1"/>
                  </a:moveTo>
                  <a:cubicBezTo>
                    <a:pt x="1890" y="1"/>
                    <a:pt x="1885" y="1"/>
                    <a:pt x="1880" y="1"/>
                  </a:cubicBezTo>
                  <a:cubicBezTo>
                    <a:pt x="1519" y="9"/>
                    <a:pt x="1278" y="440"/>
                    <a:pt x="1183" y="773"/>
                  </a:cubicBezTo>
                  <a:cubicBezTo>
                    <a:pt x="1088" y="1105"/>
                    <a:pt x="534" y="2850"/>
                    <a:pt x="396" y="3305"/>
                  </a:cubicBezTo>
                  <a:cubicBezTo>
                    <a:pt x="214" y="3903"/>
                    <a:pt x="0" y="4045"/>
                    <a:pt x="210" y="4571"/>
                  </a:cubicBezTo>
                  <a:cubicBezTo>
                    <a:pt x="336" y="4884"/>
                    <a:pt x="886" y="6059"/>
                    <a:pt x="1266" y="6668"/>
                  </a:cubicBezTo>
                  <a:cubicBezTo>
                    <a:pt x="1191" y="6736"/>
                    <a:pt x="1112" y="6791"/>
                    <a:pt x="1025" y="6843"/>
                  </a:cubicBezTo>
                  <a:cubicBezTo>
                    <a:pt x="1421" y="7389"/>
                    <a:pt x="2418" y="8445"/>
                    <a:pt x="2449" y="8963"/>
                  </a:cubicBezTo>
                  <a:cubicBezTo>
                    <a:pt x="2449" y="9011"/>
                    <a:pt x="2449" y="9062"/>
                    <a:pt x="2445" y="9110"/>
                  </a:cubicBezTo>
                  <a:lnTo>
                    <a:pt x="2244" y="11239"/>
                  </a:lnTo>
                  <a:lnTo>
                    <a:pt x="2030" y="13458"/>
                  </a:lnTo>
                  <a:cubicBezTo>
                    <a:pt x="2192" y="13522"/>
                    <a:pt x="2362" y="13573"/>
                    <a:pt x="2532" y="13613"/>
                  </a:cubicBezTo>
                  <a:cubicBezTo>
                    <a:pt x="2434" y="14281"/>
                    <a:pt x="2346" y="15061"/>
                    <a:pt x="2271" y="15876"/>
                  </a:cubicBezTo>
                  <a:lnTo>
                    <a:pt x="4345" y="15876"/>
                  </a:lnTo>
                  <a:cubicBezTo>
                    <a:pt x="4428" y="15140"/>
                    <a:pt x="4491" y="14487"/>
                    <a:pt x="4491" y="14487"/>
                  </a:cubicBezTo>
                  <a:cubicBezTo>
                    <a:pt x="4491" y="14487"/>
                    <a:pt x="4542" y="15140"/>
                    <a:pt x="4645" y="15876"/>
                  </a:cubicBezTo>
                  <a:lnTo>
                    <a:pt x="6711" y="15876"/>
                  </a:lnTo>
                  <a:cubicBezTo>
                    <a:pt x="6608" y="15156"/>
                    <a:pt x="6489" y="14372"/>
                    <a:pt x="6347" y="13692"/>
                  </a:cubicBezTo>
                  <a:cubicBezTo>
                    <a:pt x="6711" y="13640"/>
                    <a:pt x="6932" y="13593"/>
                    <a:pt x="6932" y="13593"/>
                  </a:cubicBezTo>
                  <a:lnTo>
                    <a:pt x="6553" y="11270"/>
                  </a:lnTo>
                  <a:lnTo>
                    <a:pt x="6189" y="9047"/>
                  </a:lnTo>
                  <a:cubicBezTo>
                    <a:pt x="6196" y="8940"/>
                    <a:pt x="6216" y="8833"/>
                    <a:pt x="6244" y="8730"/>
                  </a:cubicBezTo>
                  <a:cubicBezTo>
                    <a:pt x="6434" y="8160"/>
                    <a:pt x="7261" y="7309"/>
                    <a:pt x="7609" y="6827"/>
                  </a:cubicBezTo>
                  <a:cubicBezTo>
                    <a:pt x="7558" y="6799"/>
                    <a:pt x="7510" y="6767"/>
                    <a:pt x="7463" y="6732"/>
                  </a:cubicBezTo>
                  <a:cubicBezTo>
                    <a:pt x="7846" y="6150"/>
                    <a:pt x="8432" y="4892"/>
                    <a:pt x="8567" y="4571"/>
                  </a:cubicBezTo>
                  <a:cubicBezTo>
                    <a:pt x="8776" y="4045"/>
                    <a:pt x="8559" y="3903"/>
                    <a:pt x="8381" y="3305"/>
                  </a:cubicBezTo>
                  <a:cubicBezTo>
                    <a:pt x="8242" y="2850"/>
                    <a:pt x="7688" y="1105"/>
                    <a:pt x="7589" y="773"/>
                  </a:cubicBezTo>
                  <a:cubicBezTo>
                    <a:pt x="7494" y="440"/>
                    <a:pt x="7194" y="9"/>
                    <a:pt x="6897" y="1"/>
                  </a:cubicBezTo>
                  <a:cubicBezTo>
                    <a:pt x="6893" y="1"/>
                    <a:pt x="6888" y="1"/>
                    <a:pt x="6884" y="1"/>
                  </a:cubicBezTo>
                  <a:cubicBezTo>
                    <a:pt x="6595" y="1"/>
                    <a:pt x="6415" y="408"/>
                    <a:pt x="6173" y="650"/>
                  </a:cubicBezTo>
                  <a:cubicBezTo>
                    <a:pt x="5828" y="990"/>
                    <a:pt x="6169" y="1149"/>
                    <a:pt x="6426" y="1335"/>
                  </a:cubicBezTo>
                  <a:cubicBezTo>
                    <a:pt x="6535" y="1415"/>
                    <a:pt x="6636" y="1432"/>
                    <a:pt x="6722" y="1432"/>
                  </a:cubicBezTo>
                  <a:cubicBezTo>
                    <a:pt x="6787" y="1432"/>
                    <a:pt x="6843" y="1423"/>
                    <a:pt x="6889" y="1423"/>
                  </a:cubicBezTo>
                  <a:cubicBezTo>
                    <a:pt x="6928" y="1423"/>
                    <a:pt x="6960" y="1430"/>
                    <a:pt x="6984" y="1453"/>
                  </a:cubicBezTo>
                  <a:cubicBezTo>
                    <a:pt x="7079" y="1548"/>
                    <a:pt x="7055" y="1718"/>
                    <a:pt x="7122" y="2423"/>
                  </a:cubicBezTo>
                  <a:cubicBezTo>
                    <a:pt x="7194" y="3131"/>
                    <a:pt x="7550" y="4065"/>
                    <a:pt x="7550" y="4065"/>
                  </a:cubicBezTo>
                  <a:cubicBezTo>
                    <a:pt x="7550" y="4065"/>
                    <a:pt x="6984" y="4923"/>
                    <a:pt x="6659" y="5343"/>
                  </a:cubicBezTo>
                  <a:cubicBezTo>
                    <a:pt x="6576" y="5450"/>
                    <a:pt x="6497" y="5568"/>
                    <a:pt x="6422" y="5683"/>
                  </a:cubicBezTo>
                  <a:lnTo>
                    <a:pt x="6252" y="5454"/>
                  </a:lnTo>
                  <a:cubicBezTo>
                    <a:pt x="6026" y="5659"/>
                    <a:pt x="5955" y="5889"/>
                    <a:pt x="5591" y="6154"/>
                  </a:cubicBezTo>
                  <a:cubicBezTo>
                    <a:pt x="5445" y="6162"/>
                    <a:pt x="5298" y="6186"/>
                    <a:pt x="5160" y="6225"/>
                  </a:cubicBezTo>
                  <a:lnTo>
                    <a:pt x="4946" y="6241"/>
                  </a:lnTo>
                  <a:cubicBezTo>
                    <a:pt x="4942" y="6118"/>
                    <a:pt x="4938" y="5996"/>
                    <a:pt x="4934" y="5901"/>
                  </a:cubicBezTo>
                  <a:cubicBezTo>
                    <a:pt x="5132" y="5762"/>
                    <a:pt x="5282" y="5565"/>
                    <a:pt x="5369" y="5339"/>
                  </a:cubicBezTo>
                  <a:cubicBezTo>
                    <a:pt x="5567" y="5331"/>
                    <a:pt x="5737" y="5248"/>
                    <a:pt x="5789" y="5062"/>
                  </a:cubicBezTo>
                  <a:cubicBezTo>
                    <a:pt x="5824" y="5070"/>
                    <a:pt x="5858" y="5074"/>
                    <a:pt x="5890" y="5074"/>
                  </a:cubicBezTo>
                  <a:cubicBezTo>
                    <a:pt x="6174" y="5074"/>
                    <a:pt x="6335" y="4779"/>
                    <a:pt x="6192" y="4516"/>
                  </a:cubicBezTo>
                  <a:cubicBezTo>
                    <a:pt x="6303" y="4476"/>
                    <a:pt x="6430" y="4449"/>
                    <a:pt x="6469" y="4318"/>
                  </a:cubicBezTo>
                  <a:cubicBezTo>
                    <a:pt x="6509" y="4191"/>
                    <a:pt x="6355" y="4041"/>
                    <a:pt x="6272" y="3994"/>
                  </a:cubicBezTo>
                  <a:cubicBezTo>
                    <a:pt x="6485" y="3804"/>
                    <a:pt x="6426" y="3503"/>
                    <a:pt x="6189" y="3380"/>
                  </a:cubicBezTo>
                  <a:cubicBezTo>
                    <a:pt x="6424" y="3153"/>
                    <a:pt x="6250" y="2772"/>
                    <a:pt x="5948" y="2772"/>
                  </a:cubicBezTo>
                  <a:cubicBezTo>
                    <a:pt x="5925" y="2772"/>
                    <a:pt x="5901" y="2774"/>
                    <a:pt x="5876" y="2779"/>
                  </a:cubicBezTo>
                  <a:cubicBezTo>
                    <a:pt x="5882" y="2524"/>
                    <a:pt x="5701" y="2349"/>
                    <a:pt x="5490" y="2349"/>
                  </a:cubicBezTo>
                  <a:cubicBezTo>
                    <a:pt x="5420" y="2349"/>
                    <a:pt x="5346" y="2368"/>
                    <a:pt x="5274" y="2411"/>
                  </a:cubicBezTo>
                  <a:cubicBezTo>
                    <a:pt x="5243" y="2193"/>
                    <a:pt x="5063" y="2072"/>
                    <a:pt x="4882" y="2072"/>
                  </a:cubicBezTo>
                  <a:cubicBezTo>
                    <a:pt x="4742" y="2072"/>
                    <a:pt x="4601" y="2145"/>
                    <a:pt x="4531" y="2300"/>
                  </a:cubicBezTo>
                  <a:cubicBezTo>
                    <a:pt x="4426" y="2158"/>
                    <a:pt x="4292" y="2040"/>
                    <a:pt x="4121" y="2040"/>
                  </a:cubicBezTo>
                  <a:cubicBezTo>
                    <a:pt x="4098" y="2040"/>
                    <a:pt x="4073" y="2042"/>
                    <a:pt x="4048" y="2047"/>
                  </a:cubicBezTo>
                  <a:cubicBezTo>
                    <a:pt x="3886" y="2063"/>
                    <a:pt x="3763" y="2193"/>
                    <a:pt x="3751" y="2356"/>
                  </a:cubicBezTo>
                  <a:cubicBezTo>
                    <a:pt x="3707" y="2338"/>
                    <a:pt x="3662" y="2330"/>
                    <a:pt x="3616" y="2330"/>
                  </a:cubicBezTo>
                  <a:cubicBezTo>
                    <a:pt x="3527" y="2330"/>
                    <a:pt x="3440" y="2362"/>
                    <a:pt x="3371" y="2423"/>
                  </a:cubicBezTo>
                  <a:cubicBezTo>
                    <a:pt x="3201" y="2573"/>
                    <a:pt x="3197" y="2795"/>
                    <a:pt x="3221" y="3000"/>
                  </a:cubicBezTo>
                  <a:cubicBezTo>
                    <a:pt x="3180" y="2982"/>
                    <a:pt x="3137" y="2973"/>
                    <a:pt x="3095" y="2973"/>
                  </a:cubicBezTo>
                  <a:cubicBezTo>
                    <a:pt x="2987" y="2973"/>
                    <a:pt x="2883" y="3032"/>
                    <a:pt x="2829" y="3135"/>
                  </a:cubicBezTo>
                  <a:cubicBezTo>
                    <a:pt x="2707" y="3345"/>
                    <a:pt x="2809" y="3562"/>
                    <a:pt x="2940" y="3740"/>
                  </a:cubicBezTo>
                  <a:cubicBezTo>
                    <a:pt x="2798" y="3752"/>
                    <a:pt x="2608" y="3867"/>
                    <a:pt x="2604" y="4045"/>
                  </a:cubicBezTo>
                  <a:cubicBezTo>
                    <a:pt x="2600" y="4223"/>
                    <a:pt x="2738" y="4302"/>
                    <a:pt x="2889" y="4425"/>
                  </a:cubicBezTo>
                  <a:cubicBezTo>
                    <a:pt x="2849" y="4532"/>
                    <a:pt x="2778" y="4599"/>
                    <a:pt x="2817" y="4738"/>
                  </a:cubicBezTo>
                  <a:cubicBezTo>
                    <a:pt x="2857" y="4876"/>
                    <a:pt x="3027" y="4955"/>
                    <a:pt x="3122" y="4991"/>
                  </a:cubicBezTo>
                  <a:cubicBezTo>
                    <a:pt x="3097" y="5154"/>
                    <a:pt x="3211" y="5245"/>
                    <a:pt x="3340" y="5245"/>
                  </a:cubicBezTo>
                  <a:cubicBezTo>
                    <a:pt x="3415" y="5245"/>
                    <a:pt x="3494" y="5214"/>
                    <a:pt x="3553" y="5149"/>
                  </a:cubicBezTo>
                  <a:cubicBezTo>
                    <a:pt x="3609" y="5394"/>
                    <a:pt x="3735" y="5616"/>
                    <a:pt x="3913" y="5790"/>
                  </a:cubicBezTo>
                  <a:cubicBezTo>
                    <a:pt x="3913" y="5830"/>
                    <a:pt x="3913" y="6079"/>
                    <a:pt x="3905" y="6241"/>
                  </a:cubicBezTo>
                  <a:cubicBezTo>
                    <a:pt x="3876" y="6253"/>
                    <a:pt x="3839" y="6257"/>
                    <a:pt x="3802" y="6257"/>
                  </a:cubicBezTo>
                  <a:cubicBezTo>
                    <a:pt x="3728" y="6257"/>
                    <a:pt x="3656" y="6241"/>
                    <a:pt x="3656" y="6241"/>
                  </a:cubicBezTo>
                  <a:cubicBezTo>
                    <a:pt x="3454" y="6202"/>
                    <a:pt x="3249" y="6178"/>
                    <a:pt x="3043" y="6166"/>
                  </a:cubicBezTo>
                  <a:cubicBezTo>
                    <a:pt x="2671" y="5901"/>
                    <a:pt x="2604" y="5663"/>
                    <a:pt x="2386" y="5466"/>
                  </a:cubicBezTo>
                  <a:lnTo>
                    <a:pt x="2291" y="5588"/>
                  </a:lnTo>
                  <a:cubicBezTo>
                    <a:pt x="2236" y="5505"/>
                    <a:pt x="2176" y="5422"/>
                    <a:pt x="2113" y="5343"/>
                  </a:cubicBezTo>
                  <a:cubicBezTo>
                    <a:pt x="1792" y="4923"/>
                    <a:pt x="1223" y="4065"/>
                    <a:pt x="1223" y="4065"/>
                  </a:cubicBezTo>
                  <a:cubicBezTo>
                    <a:pt x="1223" y="4065"/>
                    <a:pt x="1579" y="3131"/>
                    <a:pt x="1650" y="2423"/>
                  </a:cubicBezTo>
                  <a:cubicBezTo>
                    <a:pt x="1717" y="1718"/>
                    <a:pt x="1698" y="1548"/>
                    <a:pt x="1792" y="1453"/>
                  </a:cubicBezTo>
                  <a:cubicBezTo>
                    <a:pt x="1818" y="1428"/>
                    <a:pt x="1850" y="1421"/>
                    <a:pt x="1890" y="1421"/>
                  </a:cubicBezTo>
                  <a:cubicBezTo>
                    <a:pt x="1937" y="1421"/>
                    <a:pt x="1994" y="1431"/>
                    <a:pt x="2059" y="1431"/>
                  </a:cubicBezTo>
                  <a:cubicBezTo>
                    <a:pt x="2144" y="1431"/>
                    <a:pt x="2243" y="1414"/>
                    <a:pt x="2350" y="1335"/>
                  </a:cubicBezTo>
                  <a:cubicBezTo>
                    <a:pt x="2608" y="1149"/>
                    <a:pt x="2948" y="990"/>
                    <a:pt x="2604" y="650"/>
                  </a:cubicBezTo>
                  <a:cubicBezTo>
                    <a:pt x="2362" y="408"/>
                    <a:pt x="2247" y="1"/>
                    <a:pt x="1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1"/>
            <p:cNvSpPr/>
            <p:nvPr/>
          </p:nvSpPr>
          <p:spPr>
            <a:xfrm>
              <a:off x="3267702" y="2719403"/>
              <a:ext cx="553489" cy="1001869"/>
            </a:xfrm>
            <a:custGeom>
              <a:avLst/>
              <a:gdLst/>
              <a:ahLst/>
              <a:cxnLst/>
              <a:rect l="l" t="t" r="r" b="b"/>
              <a:pathLst>
                <a:path w="8773" h="15880" extrusionOk="0">
                  <a:moveTo>
                    <a:pt x="1890" y="0"/>
                  </a:moveTo>
                  <a:cubicBezTo>
                    <a:pt x="1887" y="0"/>
                    <a:pt x="1884" y="0"/>
                    <a:pt x="1880" y="0"/>
                  </a:cubicBezTo>
                  <a:cubicBezTo>
                    <a:pt x="1520" y="12"/>
                    <a:pt x="1283" y="443"/>
                    <a:pt x="1184" y="772"/>
                  </a:cubicBezTo>
                  <a:cubicBezTo>
                    <a:pt x="1085" y="1104"/>
                    <a:pt x="535" y="2849"/>
                    <a:pt x="396" y="3304"/>
                  </a:cubicBezTo>
                  <a:cubicBezTo>
                    <a:pt x="214" y="3906"/>
                    <a:pt x="1" y="4048"/>
                    <a:pt x="206" y="4566"/>
                  </a:cubicBezTo>
                  <a:cubicBezTo>
                    <a:pt x="337" y="4883"/>
                    <a:pt x="887" y="6062"/>
                    <a:pt x="1267" y="6668"/>
                  </a:cubicBezTo>
                  <a:cubicBezTo>
                    <a:pt x="1196" y="6735"/>
                    <a:pt x="1117" y="6790"/>
                    <a:pt x="1029" y="6838"/>
                  </a:cubicBezTo>
                  <a:cubicBezTo>
                    <a:pt x="1421" y="7392"/>
                    <a:pt x="2418" y="8444"/>
                    <a:pt x="2450" y="8962"/>
                  </a:cubicBezTo>
                  <a:lnTo>
                    <a:pt x="2450" y="9113"/>
                  </a:lnTo>
                  <a:lnTo>
                    <a:pt x="2240" y="11238"/>
                  </a:lnTo>
                  <a:lnTo>
                    <a:pt x="2031" y="13461"/>
                  </a:lnTo>
                  <a:cubicBezTo>
                    <a:pt x="2193" y="13525"/>
                    <a:pt x="2363" y="13576"/>
                    <a:pt x="2533" y="13612"/>
                  </a:cubicBezTo>
                  <a:cubicBezTo>
                    <a:pt x="2434" y="14280"/>
                    <a:pt x="2347" y="15056"/>
                    <a:pt x="2272" y="15879"/>
                  </a:cubicBezTo>
                  <a:lnTo>
                    <a:pt x="4345" y="15879"/>
                  </a:lnTo>
                  <a:cubicBezTo>
                    <a:pt x="4428" y="15143"/>
                    <a:pt x="4492" y="14482"/>
                    <a:pt x="4492" y="14482"/>
                  </a:cubicBezTo>
                  <a:cubicBezTo>
                    <a:pt x="4492" y="14482"/>
                    <a:pt x="4543" y="15139"/>
                    <a:pt x="4646" y="15879"/>
                  </a:cubicBezTo>
                  <a:lnTo>
                    <a:pt x="6711" y="15879"/>
                  </a:lnTo>
                  <a:cubicBezTo>
                    <a:pt x="6613" y="15155"/>
                    <a:pt x="6490" y="14375"/>
                    <a:pt x="6347" y="13691"/>
                  </a:cubicBezTo>
                  <a:cubicBezTo>
                    <a:pt x="6711" y="13643"/>
                    <a:pt x="6929" y="13592"/>
                    <a:pt x="6929" y="13592"/>
                  </a:cubicBezTo>
                  <a:lnTo>
                    <a:pt x="6553" y="11273"/>
                  </a:lnTo>
                  <a:lnTo>
                    <a:pt x="6189" y="9050"/>
                  </a:lnTo>
                  <a:cubicBezTo>
                    <a:pt x="6197" y="8939"/>
                    <a:pt x="6217" y="8836"/>
                    <a:pt x="6241" y="8733"/>
                  </a:cubicBezTo>
                  <a:cubicBezTo>
                    <a:pt x="6434" y="8163"/>
                    <a:pt x="7261" y="7309"/>
                    <a:pt x="7606" y="6826"/>
                  </a:cubicBezTo>
                  <a:cubicBezTo>
                    <a:pt x="7558" y="6802"/>
                    <a:pt x="7511" y="6770"/>
                    <a:pt x="7463" y="6735"/>
                  </a:cubicBezTo>
                  <a:cubicBezTo>
                    <a:pt x="7843" y="6149"/>
                    <a:pt x="8433" y="4895"/>
                    <a:pt x="8567" y="4566"/>
                  </a:cubicBezTo>
                  <a:cubicBezTo>
                    <a:pt x="8773" y="4048"/>
                    <a:pt x="8563" y="3906"/>
                    <a:pt x="8377" y="3304"/>
                  </a:cubicBezTo>
                  <a:cubicBezTo>
                    <a:pt x="8243" y="2849"/>
                    <a:pt x="7685" y="1104"/>
                    <a:pt x="7594" y="772"/>
                  </a:cubicBezTo>
                  <a:cubicBezTo>
                    <a:pt x="7495" y="443"/>
                    <a:pt x="7194" y="12"/>
                    <a:pt x="6897" y="0"/>
                  </a:cubicBezTo>
                  <a:cubicBezTo>
                    <a:pt x="6895" y="0"/>
                    <a:pt x="6892" y="0"/>
                    <a:pt x="6889" y="0"/>
                  </a:cubicBezTo>
                  <a:cubicBezTo>
                    <a:pt x="6597" y="0"/>
                    <a:pt x="6412" y="410"/>
                    <a:pt x="6173" y="645"/>
                  </a:cubicBezTo>
                  <a:cubicBezTo>
                    <a:pt x="5829" y="989"/>
                    <a:pt x="6169" y="1148"/>
                    <a:pt x="6427" y="1338"/>
                  </a:cubicBezTo>
                  <a:cubicBezTo>
                    <a:pt x="6535" y="1416"/>
                    <a:pt x="6634" y="1433"/>
                    <a:pt x="6720" y="1433"/>
                  </a:cubicBezTo>
                  <a:cubicBezTo>
                    <a:pt x="6782" y="1433"/>
                    <a:pt x="6838" y="1424"/>
                    <a:pt x="6884" y="1424"/>
                  </a:cubicBezTo>
                  <a:cubicBezTo>
                    <a:pt x="6925" y="1424"/>
                    <a:pt x="6959" y="1431"/>
                    <a:pt x="6984" y="1456"/>
                  </a:cubicBezTo>
                  <a:cubicBezTo>
                    <a:pt x="7079" y="1547"/>
                    <a:pt x="7056" y="1714"/>
                    <a:pt x="7127" y="2426"/>
                  </a:cubicBezTo>
                  <a:cubicBezTo>
                    <a:pt x="7202" y="3138"/>
                    <a:pt x="7554" y="4068"/>
                    <a:pt x="7554" y="4068"/>
                  </a:cubicBezTo>
                  <a:cubicBezTo>
                    <a:pt x="7554" y="4068"/>
                    <a:pt x="6984" y="4923"/>
                    <a:pt x="6664" y="5342"/>
                  </a:cubicBezTo>
                  <a:cubicBezTo>
                    <a:pt x="6577" y="5449"/>
                    <a:pt x="6498" y="5564"/>
                    <a:pt x="6427" y="5678"/>
                  </a:cubicBezTo>
                  <a:cubicBezTo>
                    <a:pt x="6363" y="5607"/>
                    <a:pt x="6304" y="5528"/>
                    <a:pt x="6252" y="5457"/>
                  </a:cubicBezTo>
                  <a:cubicBezTo>
                    <a:pt x="6027" y="5659"/>
                    <a:pt x="5956" y="5892"/>
                    <a:pt x="5592" y="6153"/>
                  </a:cubicBezTo>
                  <a:cubicBezTo>
                    <a:pt x="5445" y="6161"/>
                    <a:pt x="5303" y="6189"/>
                    <a:pt x="5164" y="6228"/>
                  </a:cubicBezTo>
                  <a:lnTo>
                    <a:pt x="4947" y="6244"/>
                  </a:lnTo>
                  <a:cubicBezTo>
                    <a:pt x="4943" y="6121"/>
                    <a:pt x="4919" y="5888"/>
                    <a:pt x="4911" y="5793"/>
                  </a:cubicBezTo>
                  <a:cubicBezTo>
                    <a:pt x="4990" y="5738"/>
                    <a:pt x="5311" y="5374"/>
                    <a:pt x="5445" y="4804"/>
                  </a:cubicBezTo>
                  <a:cubicBezTo>
                    <a:pt x="5631" y="4009"/>
                    <a:pt x="5675" y="3075"/>
                    <a:pt x="5129" y="2897"/>
                  </a:cubicBezTo>
                  <a:cubicBezTo>
                    <a:pt x="4877" y="2814"/>
                    <a:pt x="4563" y="2745"/>
                    <a:pt x="4262" y="2745"/>
                  </a:cubicBezTo>
                  <a:cubicBezTo>
                    <a:pt x="3913" y="2745"/>
                    <a:pt x="3581" y="2837"/>
                    <a:pt x="3380" y="3106"/>
                  </a:cubicBezTo>
                  <a:cubicBezTo>
                    <a:pt x="3146" y="3423"/>
                    <a:pt x="3150" y="4321"/>
                    <a:pt x="3328" y="4915"/>
                  </a:cubicBezTo>
                  <a:cubicBezTo>
                    <a:pt x="3506" y="5508"/>
                    <a:pt x="3839" y="5718"/>
                    <a:pt x="3918" y="5793"/>
                  </a:cubicBezTo>
                  <a:cubicBezTo>
                    <a:pt x="3918" y="5833"/>
                    <a:pt x="3918" y="6082"/>
                    <a:pt x="3902" y="6244"/>
                  </a:cubicBezTo>
                  <a:cubicBezTo>
                    <a:pt x="3874" y="6253"/>
                    <a:pt x="3838" y="6256"/>
                    <a:pt x="3802" y="6256"/>
                  </a:cubicBezTo>
                  <a:cubicBezTo>
                    <a:pt x="3729" y="6256"/>
                    <a:pt x="3657" y="6244"/>
                    <a:pt x="3657" y="6244"/>
                  </a:cubicBezTo>
                  <a:cubicBezTo>
                    <a:pt x="3455" y="6205"/>
                    <a:pt x="3253" y="6181"/>
                    <a:pt x="3047" y="6169"/>
                  </a:cubicBezTo>
                  <a:cubicBezTo>
                    <a:pt x="2672" y="5904"/>
                    <a:pt x="2604" y="5666"/>
                    <a:pt x="2383" y="5469"/>
                  </a:cubicBezTo>
                  <a:lnTo>
                    <a:pt x="2292" y="5591"/>
                  </a:lnTo>
                  <a:cubicBezTo>
                    <a:pt x="2236" y="5508"/>
                    <a:pt x="2177" y="5421"/>
                    <a:pt x="2118" y="5342"/>
                  </a:cubicBezTo>
                  <a:cubicBezTo>
                    <a:pt x="1789" y="4923"/>
                    <a:pt x="1223" y="4068"/>
                    <a:pt x="1223" y="4068"/>
                  </a:cubicBezTo>
                  <a:cubicBezTo>
                    <a:pt x="1223" y="4068"/>
                    <a:pt x="1579" y="3134"/>
                    <a:pt x="1647" y="2426"/>
                  </a:cubicBezTo>
                  <a:cubicBezTo>
                    <a:pt x="1718" y="1718"/>
                    <a:pt x="1698" y="1551"/>
                    <a:pt x="1789" y="1456"/>
                  </a:cubicBezTo>
                  <a:cubicBezTo>
                    <a:pt x="1815" y="1431"/>
                    <a:pt x="1849" y="1424"/>
                    <a:pt x="1890" y="1424"/>
                  </a:cubicBezTo>
                  <a:cubicBezTo>
                    <a:pt x="1937" y="1424"/>
                    <a:pt x="1993" y="1433"/>
                    <a:pt x="2056" y="1433"/>
                  </a:cubicBezTo>
                  <a:cubicBezTo>
                    <a:pt x="2143" y="1433"/>
                    <a:pt x="2243" y="1416"/>
                    <a:pt x="2351" y="1338"/>
                  </a:cubicBezTo>
                  <a:cubicBezTo>
                    <a:pt x="2608" y="1148"/>
                    <a:pt x="2949" y="989"/>
                    <a:pt x="2600" y="645"/>
                  </a:cubicBezTo>
                  <a:cubicBezTo>
                    <a:pt x="2361" y="410"/>
                    <a:pt x="2243" y="0"/>
                    <a:pt x="18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4992970" y="2545652"/>
              <a:ext cx="553741" cy="1001617"/>
            </a:xfrm>
            <a:custGeom>
              <a:avLst/>
              <a:gdLst/>
              <a:ahLst/>
              <a:cxnLst/>
              <a:rect l="l" t="t" r="r" b="b"/>
              <a:pathLst>
                <a:path w="8777" h="15876" extrusionOk="0">
                  <a:moveTo>
                    <a:pt x="6885" y="0"/>
                  </a:moveTo>
                  <a:cubicBezTo>
                    <a:pt x="6595" y="0"/>
                    <a:pt x="6415" y="407"/>
                    <a:pt x="6173" y="649"/>
                  </a:cubicBezTo>
                  <a:cubicBezTo>
                    <a:pt x="5829" y="989"/>
                    <a:pt x="6169" y="1148"/>
                    <a:pt x="6426" y="1334"/>
                  </a:cubicBezTo>
                  <a:cubicBezTo>
                    <a:pt x="6535" y="1414"/>
                    <a:pt x="6636" y="1432"/>
                    <a:pt x="6723" y="1432"/>
                  </a:cubicBezTo>
                  <a:cubicBezTo>
                    <a:pt x="6787" y="1432"/>
                    <a:pt x="6843" y="1422"/>
                    <a:pt x="6890" y="1422"/>
                  </a:cubicBezTo>
                  <a:cubicBezTo>
                    <a:pt x="6928" y="1422"/>
                    <a:pt x="6960" y="1429"/>
                    <a:pt x="6984" y="1452"/>
                  </a:cubicBezTo>
                  <a:cubicBezTo>
                    <a:pt x="7079" y="1547"/>
                    <a:pt x="7055" y="1718"/>
                    <a:pt x="7130" y="2422"/>
                  </a:cubicBezTo>
                  <a:cubicBezTo>
                    <a:pt x="7202" y="3130"/>
                    <a:pt x="7554" y="4064"/>
                    <a:pt x="7554" y="4064"/>
                  </a:cubicBezTo>
                  <a:cubicBezTo>
                    <a:pt x="7554" y="4064"/>
                    <a:pt x="6984" y="4923"/>
                    <a:pt x="6660" y="5342"/>
                  </a:cubicBezTo>
                  <a:cubicBezTo>
                    <a:pt x="6576" y="5457"/>
                    <a:pt x="6497" y="5572"/>
                    <a:pt x="6426" y="5682"/>
                  </a:cubicBezTo>
                  <a:cubicBezTo>
                    <a:pt x="6363" y="5603"/>
                    <a:pt x="6303" y="5524"/>
                    <a:pt x="6252" y="5457"/>
                  </a:cubicBezTo>
                  <a:cubicBezTo>
                    <a:pt x="6026" y="5659"/>
                    <a:pt x="5955" y="5892"/>
                    <a:pt x="5591" y="6153"/>
                  </a:cubicBezTo>
                  <a:cubicBezTo>
                    <a:pt x="5445" y="6161"/>
                    <a:pt x="5298" y="6185"/>
                    <a:pt x="5160" y="6228"/>
                  </a:cubicBezTo>
                  <a:lnTo>
                    <a:pt x="4946" y="6240"/>
                  </a:lnTo>
                  <a:cubicBezTo>
                    <a:pt x="4942" y="6118"/>
                    <a:pt x="4919" y="5884"/>
                    <a:pt x="4915" y="5793"/>
                  </a:cubicBezTo>
                  <a:cubicBezTo>
                    <a:pt x="4990" y="5742"/>
                    <a:pt x="5314" y="5378"/>
                    <a:pt x="5445" y="4804"/>
                  </a:cubicBezTo>
                  <a:cubicBezTo>
                    <a:pt x="5631" y="4005"/>
                    <a:pt x="5674" y="3075"/>
                    <a:pt x="5128" y="2893"/>
                  </a:cubicBezTo>
                  <a:cubicBezTo>
                    <a:pt x="4878" y="2809"/>
                    <a:pt x="4566" y="2740"/>
                    <a:pt x="4266" y="2740"/>
                  </a:cubicBezTo>
                  <a:cubicBezTo>
                    <a:pt x="3916" y="2740"/>
                    <a:pt x="3582" y="2834"/>
                    <a:pt x="3379" y="3106"/>
                  </a:cubicBezTo>
                  <a:cubicBezTo>
                    <a:pt x="3146" y="3427"/>
                    <a:pt x="3150" y="4321"/>
                    <a:pt x="3328" y="4911"/>
                  </a:cubicBezTo>
                  <a:cubicBezTo>
                    <a:pt x="3506" y="5500"/>
                    <a:pt x="3838" y="5718"/>
                    <a:pt x="3914" y="5793"/>
                  </a:cubicBezTo>
                  <a:cubicBezTo>
                    <a:pt x="3989" y="5864"/>
                    <a:pt x="3918" y="6078"/>
                    <a:pt x="3902" y="6240"/>
                  </a:cubicBezTo>
                  <a:cubicBezTo>
                    <a:pt x="3874" y="6252"/>
                    <a:pt x="3837" y="6256"/>
                    <a:pt x="3801" y="6256"/>
                  </a:cubicBezTo>
                  <a:cubicBezTo>
                    <a:pt x="3728" y="6256"/>
                    <a:pt x="3656" y="6240"/>
                    <a:pt x="3656" y="6240"/>
                  </a:cubicBezTo>
                  <a:cubicBezTo>
                    <a:pt x="3455" y="6205"/>
                    <a:pt x="3253" y="6177"/>
                    <a:pt x="3047" y="6169"/>
                  </a:cubicBezTo>
                  <a:cubicBezTo>
                    <a:pt x="2671" y="5900"/>
                    <a:pt x="2604" y="5666"/>
                    <a:pt x="2386" y="5465"/>
                  </a:cubicBezTo>
                  <a:lnTo>
                    <a:pt x="2291" y="5587"/>
                  </a:lnTo>
                  <a:cubicBezTo>
                    <a:pt x="2236" y="5504"/>
                    <a:pt x="2177" y="5421"/>
                    <a:pt x="2113" y="5342"/>
                  </a:cubicBezTo>
                  <a:cubicBezTo>
                    <a:pt x="1793" y="4923"/>
                    <a:pt x="1223" y="4064"/>
                    <a:pt x="1223" y="4064"/>
                  </a:cubicBezTo>
                  <a:cubicBezTo>
                    <a:pt x="1223" y="4064"/>
                    <a:pt x="1579" y="3134"/>
                    <a:pt x="1646" y="2422"/>
                  </a:cubicBezTo>
                  <a:cubicBezTo>
                    <a:pt x="1718" y="1710"/>
                    <a:pt x="1698" y="1547"/>
                    <a:pt x="1793" y="1452"/>
                  </a:cubicBezTo>
                  <a:cubicBezTo>
                    <a:pt x="1816" y="1429"/>
                    <a:pt x="1848" y="1422"/>
                    <a:pt x="1887" y="1422"/>
                  </a:cubicBezTo>
                  <a:cubicBezTo>
                    <a:pt x="1934" y="1422"/>
                    <a:pt x="1990" y="1432"/>
                    <a:pt x="2054" y="1432"/>
                  </a:cubicBezTo>
                  <a:cubicBezTo>
                    <a:pt x="2141" y="1432"/>
                    <a:pt x="2241" y="1414"/>
                    <a:pt x="2351" y="1334"/>
                  </a:cubicBezTo>
                  <a:cubicBezTo>
                    <a:pt x="2608" y="1148"/>
                    <a:pt x="2948" y="989"/>
                    <a:pt x="2604" y="649"/>
                  </a:cubicBezTo>
                  <a:cubicBezTo>
                    <a:pt x="2362" y="411"/>
                    <a:pt x="2243" y="0"/>
                    <a:pt x="1895" y="0"/>
                  </a:cubicBezTo>
                  <a:cubicBezTo>
                    <a:pt x="1890" y="0"/>
                    <a:pt x="1885" y="0"/>
                    <a:pt x="1880" y="0"/>
                  </a:cubicBezTo>
                  <a:cubicBezTo>
                    <a:pt x="1520" y="8"/>
                    <a:pt x="1282" y="439"/>
                    <a:pt x="1183" y="772"/>
                  </a:cubicBezTo>
                  <a:cubicBezTo>
                    <a:pt x="1084" y="1104"/>
                    <a:pt x="534" y="2849"/>
                    <a:pt x="396" y="3308"/>
                  </a:cubicBezTo>
                  <a:cubicBezTo>
                    <a:pt x="214" y="3902"/>
                    <a:pt x="0" y="4048"/>
                    <a:pt x="210" y="4570"/>
                  </a:cubicBezTo>
                  <a:cubicBezTo>
                    <a:pt x="337" y="4883"/>
                    <a:pt x="887" y="6058"/>
                    <a:pt x="1266" y="6668"/>
                  </a:cubicBezTo>
                  <a:cubicBezTo>
                    <a:pt x="1195" y="6735"/>
                    <a:pt x="1116" y="6794"/>
                    <a:pt x="1029" y="6842"/>
                  </a:cubicBezTo>
                  <a:cubicBezTo>
                    <a:pt x="1421" y="7392"/>
                    <a:pt x="2418" y="8444"/>
                    <a:pt x="2450" y="8963"/>
                  </a:cubicBezTo>
                  <a:lnTo>
                    <a:pt x="2450" y="9109"/>
                  </a:lnTo>
                  <a:lnTo>
                    <a:pt x="2240" y="11238"/>
                  </a:lnTo>
                  <a:lnTo>
                    <a:pt x="2030" y="13457"/>
                  </a:lnTo>
                  <a:cubicBezTo>
                    <a:pt x="2192" y="13521"/>
                    <a:pt x="2362" y="13572"/>
                    <a:pt x="2533" y="13612"/>
                  </a:cubicBezTo>
                  <a:cubicBezTo>
                    <a:pt x="2434" y="14280"/>
                    <a:pt x="2347" y="15060"/>
                    <a:pt x="2271" y="15875"/>
                  </a:cubicBezTo>
                  <a:lnTo>
                    <a:pt x="4345" y="15875"/>
                  </a:lnTo>
                  <a:cubicBezTo>
                    <a:pt x="4428" y="15139"/>
                    <a:pt x="4491" y="14486"/>
                    <a:pt x="4491" y="14486"/>
                  </a:cubicBezTo>
                  <a:cubicBezTo>
                    <a:pt x="4491" y="14486"/>
                    <a:pt x="4543" y="15139"/>
                    <a:pt x="4646" y="15875"/>
                  </a:cubicBezTo>
                  <a:lnTo>
                    <a:pt x="6711" y="15875"/>
                  </a:lnTo>
                  <a:cubicBezTo>
                    <a:pt x="6612" y="15159"/>
                    <a:pt x="6489" y="14375"/>
                    <a:pt x="6347" y="13695"/>
                  </a:cubicBezTo>
                  <a:cubicBezTo>
                    <a:pt x="6711" y="13639"/>
                    <a:pt x="6929" y="13592"/>
                    <a:pt x="6929" y="13592"/>
                  </a:cubicBezTo>
                  <a:lnTo>
                    <a:pt x="6553" y="11273"/>
                  </a:lnTo>
                  <a:lnTo>
                    <a:pt x="6189" y="9046"/>
                  </a:lnTo>
                  <a:cubicBezTo>
                    <a:pt x="6197" y="8939"/>
                    <a:pt x="6216" y="8832"/>
                    <a:pt x="6244" y="8729"/>
                  </a:cubicBezTo>
                  <a:cubicBezTo>
                    <a:pt x="6434" y="8159"/>
                    <a:pt x="7261" y="7313"/>
                    <a:pt x="7609" y="6826"/>
                  </a:cubicBezTo>
                  <a:cubicBezTo>
                    <a:pt x="7558" y="6798"/>
                    <a:pt x="7510" y="6766"/>
                    <a:pt x="7463" y="6731"/>
                  </a:cubicBezTo>
                  <a:cubicBezTo>
                    <a:pt x="7847" y="6149"/>
                    <a:pt x="8432" y="4895"/>
                    <a:pt x="8567" y="4570"/>
                  </a:cubicBezTo>
                  <a:cubicBezTo>
                    <a:pt x="8776" y="4048"/>
                    <a:pt x="8563" y="3902"/>
                    <a:pt x="8381" y="3308"/>
                  </a:cubicBezTo>
                  <a:cubicBezTo>
                    <a:pt x="8242" y="2849"/>
                    <a:pt x="7688" y="1104"/>
                    <a:pt x="7593" y="772"/>
                  </a:cubicBezTo>
                  <a:cubicBezTo>
                    <a:pt x="7494" y="439"/>
                    <a:pt x="7194" y="12"/>
                    <a:pt x="6897" y="0"/>
                  </a:cubicBezTo>
                  <a:cubicBezTo>
                    <a:pt x="6893" y="0"/>
                    <a:pt x="6889" y="0"/>
                    <a:pt x="68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1015502" y="2886403"/>
              <a:ext cx="553236" cy="1002122"/>
            </a:xfrm>
            <a:custGeom>
              <a:avLst/>
              <a:gdLst/>
              <a:ahLst/>
              <a:cxnLst/>
              <a:rect l="l" t="t" r="r" b="b"/>
              <a:pathLst>
                <a:path w="8769" h="15884" extrusionOk="0">
                  <a:moveTo>
                    <a:pt x="1887" y="0"/>
                  </a:moveTo>
                  <a:cubicBezTo>
                    <a:pt x="1882" y="0"/>
                    <a:pt x="1877" y="0"/>
                    <a:pt x="1872" y="0"/>
                  </a:cubicBezTo>
                  <a:cubicBezTo>
                    <a:pt x="1512" y="8"/>
                    <a:pt x="1274" y="444"/>
                    <a:pt x="1179" y="776"/>
                  </a:cubicBezTo>
                  <a:cubicBezTo>
                    <a:pt x="1088" y="1108"/>
                    <a:pt x="527" y="2849"/>
                    <a:pt x="388" y="3308"/>
                  </a:cubicBezTo>
                  <a:cubicBezTo>
                    <a:pt x="210" y="3906"/>
                    <a:pt x="0" y="4052"/>
                    <a:pt x="206" y="4571"/>
                  </a:cubicBezTo>
                  <a:cubicBezTo>
                    <a:pt x="329" y="4883"/>
                    <a:pt x="883" y="6058"/>
                    <a:pt x="1259" y="6668"/>
                  </a:cubicBezTo>
                  <a:cubicBezTo>
                    <a:pt x="1187" y="6735"/>
                    <a:pt x="1108" y="6794"/>
                    <a:pt x="1021" y="6842"/>
                  </a:cubicBezTo>
                  <a:cubicBezTo>
                    <a:pt x="1417" y="7396"/>
                    <a:pt x="2414" y="8444"/>
                    <a:pt x="2442" y="8967"/>
                  </a:cubicBezTo>
                  <a:cubicBezTo>
                    <a:pt x="2446" y="9014"/>
                    <a:pt x="2446" y="9062"/>
                    <a:pt x="2442" y="9109"/>
                  </a:cubicBezTo>
                  <a:lnTo>
                    <a:pt x="2240" y="11238"/>
                  </a:lnTo>
                  <a:lnTo>
                    <a:pt x="2022" y="13462"/>
                  </a:lnTo>
                  <a:cubicBezTo>
                    <a:pt x="2184" y="13525"/>
                    <a:pt x="2355" y="13576"/>
                    <a:pt x="2525" y="13616"/>
                  </a:cubicBezTo>
                  <a:cubicBezTo>
                    <a:pt x="2426" y="14285"/>
                    <a:pt x="2339" y="15060"/>
                    <a:pt x="2268" y="15883"/>
                  </a:cubicBezTo>
                  <a:lnTo>
                    <a:pt x="4341" y="15883"/>
                  </a:lnTo>
                  <a:cubicBezTo>
                    <a:pt x="4420" y="15139"/>
                    <a:pt x="4483" y="14486"/>
                    <a:pt x="4483" y="14486"/>
                  </a:cubicBezTo>
                  <a:cubicBezTo>
                    <a:pt x="4483" y="14486"/>
                    <a:pt x="4539" y="15143"/>
                    <a:pt x="4642" y="15883"/>
                  </a:cubicBezTo>
                  <a:lnTo>
                    <a:pt x="6711" y="15883"/>
                  </a:lnTo>
                  <a:cubicBezTo>
                    <a:pt x="6604" y="15159"/>
                    <a:pt x="6482" y="14379"/>
                    <a:pt x="6343" y="13695"/>
                  </a:cubicBezTo>
                  <a:cubicBezTo>
                    <a:pt x="6707" y="13640"/>
                    <a:pt x="6929" y="13592"/>
                    <a:pt x="6929" y="13592"/>
                  </a:cubicBezTo>
                  <a:lnTo>
                    <a:pt x="6549" y="11273"/>
                  </a:lnTo>
                  <a:lnTo>
                    <a:pt x="6185" y="9054"/>
                  </a:lnTo>
                  <a:cubicBezTo>
                    <a:pt x="6189" y="8943"/>
                    <a:pt x="6205" y="8836"/>
                    <a:pt x="6236" y="8729"/>
                  </a:cubicBezTo>
                  <a:cubicBezTo>
                    <a:pt x="6430" y="8167"/>
                    <a:pt x="7261" y="7309"/>
                    <a:pt x="7601" y="6830"/>
                  </a:cubicBezTo>
                  <a:lnTo>
                    <a:pt x="7459" y="6739"/>
                  </a:lnTo>
                  <a:cubicBezTo>
                    <a:pt x="7839" y="6149"/>
                    <a:pt x="8432" y="4899"/>
                    <a:pt x="8559" y="4571"/>
                  </a:cubicBezTo>
                  <a:cubicBezTo>
                    <a:pt x="8769" y="4052"/>
                    <a:pt x="8555" y="3910"/>
                    <a:pt x="8373" y="3308"/>
                  </a:cubicBezTo>
                  <a:cubicBezTo>
                    <a:pt x="8234" y="2849"/>
                    <a:pt x="7681" y="1104"/>
                    <a:pt x="7586" y="776"/>
                  </a:cubicBezTo>
                  <a:cubicBezTo>
                    <a:pt x="7491" y="447"/>
                    <a:pt x="7186" y="12"/>
                    <a:pt x="6893" y="0"/>
                  </a:cubicBezTo>
                  <a:cubicBezTo>
                    <a:pt x="6890" y="0"/>
                    <a:pt x="6886" y="0"/>
                    <a:pt x="6883" y="0"/>
                  </a:cubicBezTo>
                  <a:cubicBezTo>
                    <a:pt x="6527" y="0"/>
                    <a:pt x="6408" y="410"/>
                    <a:pt x="6165" y="649"/>
                  </a:cubicBezTo>
                  <a:cubicBezTo>
                    <a:pt x="5821" y="990"/>
                    <a:pt x="6161" y="1148"/>
                    <a:pt x="6418" y="1338"/>
                  </a:cubicBezTo>
                  <a:cubicBezTo>
                    <a:pt x="6527" y="1416"/>
                    <a:pt x="6627" y="1433"/>
                    <a:pt x="6713" y="1433"/>
                  </a:cubicBezTo>
                  <a:cubicBezTo>
                    <a:pt x="6776" y="1433"/>
                    <a:pt x="6831" y="1424"/>
                    <a:pt x="6877" y="1424"/>
                  </a:cubicBezTo>
                  <a:cubicBezTo>
                    <a:pt x="6918" y="1424"/>
                    <a:pt x="6952" y="1431"/>
                    <a:pt x="6976" y="1456"/>
                  </a:cubicBezTo>
                  <a:cubicBezTo>
                    <a:pt x="7071" y="1547"/>
                    <a:pt x="7047" y="1718"/>
                    <a:pt x="7123" y="2426"/>
                  </a:cubicBezTo>
                  <a:cubicBezTo>
                    <a:pt x="7194" y="3130"/>
                    <a:pt x="7546" y="4072"/>
                    <a:pt x="7546" y="4072"/>
                  </a:cubicBezTo>
                  <a:cubicBezTo>
                    <a:pt x="7546" y="4072"/>
                    <a:pt x="6976" y="4923"/>
                    <a:pt x="6656" y="5342"/>
                  </a:cubicBezTo>
                  <a:cubicBezTo>
                    <a:pt x="6569" y="5453"/>
                    <a:pt x="6490" y="5564"/>
                    <a:pt x="6418" y="5682"/>
                  </a:cubicBezTo>
                  <a:cubicBezTo>
                    <a:pt x="6355" y="5603"/>
                    <a:pt x="6296" y="5528"/>
                    <a:pt x="6244" y="5457"/>
                  </a:cubicBezTo>
                  <a:cubicBezTo>
                    <a:pt x="6019" y="5663"/>
                    <a:pt x="5955" y="5896"/>
                    <a:pt x="5583" y="6157"/>
                  </a:cubicBezTo>
                  <a:cubicBezTo>
                    <a:pt x="5437" y="6165"/>
                    <a:pt x="5295" y="6189"/>
                    <a:pt x="5156" y="6228"/>
                  </a:cubicBezTo>
                  <a:lnTo>
                    <a:pt x="4938" y="6248"/>
                  </a:lnTo>
                  <a:cubicBezTo>
                    <a:pt x="4934" y="6118"/>
                    <a:pt x="4931" y="5995"/>
                    <a:pt x="4927" y="5900"/>
                  </a:cubicBezTo>
                  <a:cubicBezTo>
                    <a:pt x="5124" y="5762"/>
                    <a:pt x="5275" y="5564"/>
                    <a:pt x="5362" y="5338"/>
                  </a:cubicBezTo>
                  <a:cubicBezTo>
                    <a:pt x="5560" y="5338"/>
                    <a:pt x="5730" y="5251"/>
                    <a:pt x="5785" y="5065"/>
                  </a:cubicBezTo>
                  <a:cubicBezTo>
                    <a:pt x="5819" y="5073"/>
                    <a:pt x="5851" y="5076"/>
                    <a:pt x="5882" y="5076"/>
                  </a:cubicBezTo>
                  <a:cubicBezTo>
                    <a:pt x="6166" y="5076"/>
                    <a:pt x="6335" y="4783"/>
                    <a:pt x="6193" y="4515"/>
                  </a:cubicBezTo>
                  <a:cubicBezTo>
                    <a:pt x="6296" y="4476"/>
                    <a:pt x="6430" y="4452"/>
                    <a:pt x="6462" y="4321"/>
                  </a:cubicBezTo>
                  <a:cubicBezTo>
                    <a:pt x="6521" y="4115"/>
                    <a:pt x="6355" y="4040"/>
                    <a:pt x="6264" y="3993"/>
                  </a:cubicBezTo>
                  <a:cubicBezTo>
                    <a:pt x="6478" y="3807"/>
                    <a:pt x="6422" y="3506"/>
                    <a:pt x="6185" y="3383"/>
                  </a:cubicBezTo>
                  <a:cubicBezTo>
                    <a:pt x="6421" y="3155"/>
                    <a:pt x="6245" y="2772"/>
                    <a:pt x="5938" y="2772"/>
                  </a:cubicBezTo>
                  <a:cubicBezTo>
                    <a:pt x="5915" y="2772"/>
                    <a:pt x="5892" y="2774"/>
                    <a:pt x="5868" y="2778"/>
                  </a:cubicBezTo>
                  <a:cubicBezTo>
                    <a:pt x="5877" y="2523"/>
                    <a:pt x="5699" y="2350"/>
                    <a:pt x="5487" y="2350"/>
                  </a:cubicBezTo>
                  <a:cubicBezTo>
                    <a:pt x="5417" y="2350"/>
                    <a:pt x="5343" y="2369"/>
                    <a:pt x="5271" y="2410"/>
                  </a:cubicBezTo>
                  <a:cubicBezTo>
                    <a:pt x="5244" y="2186"/>
                    <a:pt x="5062" y="2064"/>
                    <a:pt x="4880" y="2064"/>
                  </a:cubicBezTo>
                  <a:cubicBezTo>
                    <a:pt x="4736" y="2064"/>
                    <a:pt x="4593" y="2139"/>
                    <a:pt x="4523" y="2299"/>
                  </a:cubicBezTo>
                  <a:cubicBezTo>
                    <a:pt x="4424" y="2158"/>
                    <a:pt x="4286" y="2041"/>
                    <a:pt x="4105" y="2041"/>
                  </a:cubicBezTo>
                  <a:cubicBezTo>
                    <a:pt x="4084" y="2041"/>
                    <a:pt x="4063" y="2043"/>
                    <a:pt x="4040" y="2046"/>
                  </a:cubicBezTo>
                  <a:cubicBezTo>
                    <a:pt x="3882" y="2070"/>
                    <a:pt x="3759" y="2196"/>
                    <a:pt x="3743" y="2355"/>
                  </a:cubicBezTo>
                  <a:cubicBezTo>
                    <a:pt x="3700" y="2338"/>
                    <a:pt x="3655" y="2329"/>
                    <a:pt x="3611" y="2329"/>
                  </a:cubicBezTo>
                  <a:cubicBezTo>
                    <a:pt x="3521" y="2329"/>
                    <a:pt x="3434" y="2364"/>
                    <a:pt x="3368" y="2430"/>
                  </a:cubicBezTo>
                  <a:cubicBezTo>
                    <a:pt x="3197" y="2572"/>
                    <a:pt x="3193" y="2798"/>
                    <a:pt x="3213" y="3008"/>
                  </a:cubicBezTo>
                  <a:cubicBezTo>
                    <a:pt x="3172" y="2988"/>
                    <a:pt x="3129" y="2979"/>
                    <a:pt x="3087" y="2979"/>
                  </a:cubicBezTo>
                  <a:cubicBezTo>
                    <a:pt x="2981" y="2979"/>
                    <a:pt x="2880" y="3036"/>
                    <a:pt x="2829" y="3134"/>
                  </a:cubicBezTo>
                  <a:cubicBezTo>
                    <a:pt x="2703" y="3344"/>
                    <a:pt x="2802" y="3565"/>
                    <a:pt x="2936" y="3744"/>
                  </a:cubicBezTo>
                  <a:cubicBezTo>
                    <a:pt x="2794" y="3755"/>
                    <a:pt x="2604" y="3866"/>
                    <a:pt x="2600" y="4044"/>
                  </a:cubicBezTo>
                  <a:cubicBezTo>
                    <a:pt x="2596" y="4226"/>
                    <a:pt x="2734" y="4309"/>
                    <a:pt x="2885" y="4428"/>
                  </a:cubicBezTo>
                  <a:cubicBezTo>
                    <a:pt x="2841" y="4535"/>
                    <a:pt x="2774" y="4606"/>
                    <a:pt x="2814" y="4737"/>
                  </a:cubicBezTo>
                  <a:cubicBezTo>
                    <a:pt x="2853" y="4871"/>
                    <a:pt x="3027" y="4962"/>
                    <a:pt x="3118" y="4990"/>
                  </a:cubicBezTo>
                  <a:cubicBezTo>
                    <a:pt x="3093" y="5156"/>
                    <a:pt x="3203" y="5246"/>
                    <a:pt x="3329" y="5246"/>
                  </a:cubicBezTo>
                  <a:cubicBezTo>
                    <a:pt x="3405" y="5246"/>
                    <a:pt x="3486" y="5215"/>
                    <a:pt x="3550" y="5148"/>
                  </a:cubicBezTo>
                  <a:cubicBezTo>
                    <a:pt x="3605" y="5394"/>
                    <a:pt x="3732" y="5619"/>
                    <a:pt x="3910" y="5797"/>
                  </a:cubicBezTo>
                  <a:cubicBezTo>
                    <a:pt x="3910" y="5837"/>
                    <a:pt x="3910" y="6086"/>
                    <a:pt x="3902" y="6248"/>
                  </a:cubicBezTo>
                  <a:cubicBezTo>
                    <a:pt x="3874" y="6257"/>
                    <a:pt x="3837" y="6261"/>
                    <a:pt x="3799" y="6261"/>
                  </a:cubicBezTo>
                  <a:cubicBezTo>
                    <a:pt x="3724" y="6261"/>
                    <a:pt x="3649" y="6248"/>
                    <a:pt x="3649" y="6248"/>
                  </a:cubicBezTo>
                  <a:cubicBezTo>
                    <a:pt x="3447" y="6205"/>
                    <a:pt x="3245" y="6181"/>
                    <a:pt x="3039" y="6169"/>
                  </a:cubicBezTo>
                  <a:cubicBezTo>
                    <a:pt x="2663" y="5900"/>
                    <a:pt x="2600" y="5671"/>
                    <a:pt x="2378" y="5473"/>
                  </a:cubicBezTo>
                  <a:cubicBezTo>
                    <a:pt x="2351" y="5512"/>
                    <a:pt x="2319" y="5552"/>
                    <a:pt x="2283" y="5587"/>
                  </a:cubicBezTo>
                  <a:lnTo>
                    <a:pt x="2109" y="5342"/>
                  </a:lnTo>
                  <a:cubicBezTo>
                    <a:pt x="1785" y="4923"/>
                    <a:pt x="1219" y="4072"/>
                    <a:pt x="1219" y="4072"/>
                  </a:cubicBezTo>
                  <a:cubicBezTo>
                    <a:pt x="1219" y="4072"/>
                    <a:pt x="1571" y="3138"/>
                    <a:pt x="1646" y="2422"/>
                  </a:cubicBezTo>
                  <a:cubicBezTo>
                    <a:pt x="1722" y="1710"/>
                    <a:pt x="1690" y="1551"/>
                    <a:pt x="1785" y="1453"/>
                  </a:cubicBezTo>
                  <a:cubicBezTo>
                    <a:pt x="1810" y="1427"/>
                    <a:pt x="1842" y="1419"/>
                    <a:pt x="1882" y="1419"/>
                  </a:cubicBezTo>
                  <a:cubicBezTo>
                    <a:pt x="1931" y="1419"/>
                    <a:pt x="1991" y="1431"/>
                    <a:pt x="2059" y="1431"/>
                  </a:cubicBezTo>
                  <a:cubicBezTo>
                    <a:pt x="2144" y="1431"/>
                    <a:pt x="2241" y="1413"/>
                    <a:pt x="2347" y="1334"/>
                  </a:cubicBezTo>
                  <a:cubicBezTo>
                    <a:pt x="2604" y="1144"/>
                    <a:pt x="2948" y="990"/>
                    <a:pt x="2600" y="649"/>
                  </a:cubicBezTo>
                  <a:cubicBezTo>
                    <a:pt x="2358" y="411"/>
                    <a:pt x="2239" y="0"/>
                    <a:pt x="18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1704764" y="2568554"/>
              <a:ext cx="841810" cy="1204136"/>
            </a:xfrm>
            <a:custGeom>
              <a:avLst/>
              <a:gdLst/>
              <a:ahLst/>
              <a:cxnLst/>
              <a:rect l="l" t="t" r="r" b="b"/>
              <a:pathLst>
                <a:path w="13343" h="19086" extrusionOk="0">
                  <a:moveTo>
                    <a:pt x="838" y="0"/>
                  </a:moveTo>
                  <a:cubicBezTo>
                    <a:pt x="663" y="0"/>
                    <a:pt x="468" y="99"/>
                    <a:pt x="249" y="294"/>
                  </a:cubicBezTo>
                  <a:cubicBezTo>
                    <a:pt x="0" y="528"/>
                    <a:pt x="0" y="1299"/>
                    <a:pt x="150" y="1671"/>
                  </a:cubicBezTo>
                  <a:cubicBezTo>
                    <a:pt x="186" y="1754"/>
                    <a:pt x="261" y="1936"/>
                    <a:pt x="348" y="2170"/>
                  </a:cubicBezTo>
                  <a:lnTo>
                    <a:pt x="447" y="2854"/>
                  </a:lnTo>
                  <a:lnTo>
                    <a:pt x="455" y="2854"/>
                  </a:lnTo>
                  <a:cubicBezTo>
                    <a:pt x="471" y="3103"/>
                    <a:pt x="511" y="3353"/>
                    <a:pt x="578" y="3594"/>
                  </a:cubicBezTo>
                  <a:cubicBezTo>
                    <a:pt x="760" y="4251"/>
                    <a:pt x="902" y="4856"/>
                    <a:pt x="1270" y="5612"/>
                  </a:cubicBezTo>
                  <a:cubicBezTo>
                    <a:pt x="1555" y="6198"/>
                    <a:pt x="1614" y="6613"/>
                    <a:pt x="1971" y="7147"/>
                  </a:cubicBezTo>
                  <a:cubicBezTo>
                    <a:pt x="2157" y="7416"/>
                    <a:pt x="2536" y="7919"/>
                    <a:pt x="2869" y="8334"/>
                  </a:cubicBezTo>
                  <a:cubicBezTo>
                    <a:pt x="3312" y="8987"/>
                    <a:pt x="3719" y="10214"/>
                    <a:pt x="3719" y="11286"/>
                  </a:cubicBezTo>
                  <a:cubicBezTo>
                    <a:pt x="3719" y="12271"/>
                    <a:pt x="3502" y="14792"/>
                    <a:pt x="3502" y="14792"/>
                  </a:cubicBezTo>
                  <a:lnTo>
                    <a:pt x="3502" y="15093"/>
                  </a:lnTo>
                  <a:cubicBezTo>
                    <a:pt x="3577" y="15148"/>
                    <a:pt x="3660" y="15196"/>
                    <a:pt x="3743" y="15243"/>
                  </a:cubicBezTo>
                  <a:cubicBezTo>
                    <a:pt x="3644" y="15520"/>
                    <a:pt x="3522" y="15841"/>
                    <a:pt x="3391" y="16181"/>
                  </a:cubicBezTo>
                  <a:lnTo>
                    <a:pt x="3304" y="16410"/>
                  </a:lnTo>
                  <a:cubicBezTo>
                    <a:pt x="3071" y="17024"/>
                    <a:pt x="2817" y="17665"/>
                    <a:pt x="2588" y="18199"/>
                  </a:cubicBezTo>
                  <a:cubicBezTo>
                    <a:pt x="2449" y="18527"/>
                    <a:pt x="2331" y="18812"/>
                    <a:pt x="2236" y="19085"/>
                  </a:cubicBezTo>
                  <a:lnTo>
                    <a:pt x="5227" y="19085"/>
                  </a:lnTo>
                  <a:lnTo>
                    <a:pt x="5358" y="18911"/>
                  </a:lnTo>
                  <a:cubicBezTo>
                    <a:pt x="5971" y="18100"/>
                    <a:pt x="6588" y="17316"/>
                    <a:pt x="6750" y="17170"/>
                  </a:cubicBezTo>
                  <a:cubicBezTo>
                    <a:pt x="6909" y="17316"/>
                    <a:pt x="7534" y="18100"/>
                    <a:pt x="8139" y="18911"/>
                  </a:cubicBezTo>
                  <a:lnTo>
                    <a:pt x="8274" y="19085"/>
                  </a:lnTo>
                  <a:lnTo>
                    <a:pt x="11265" y="19085"/>
                  </a:lnTo>
                  <a:cubicBezTo>
                    <a:pt x="11166" y="18812"/>
                    <a:pt x="11055" y="18527"/>
                    <a:pt x="10909" y="18199"/>
                  </a:cubicBezTo>
                  <a:cubicBezTo>
                    <a:pt x="10683" y="17665"/>
                    <a:pt x="10426" y="17024"/>
                    <a:pt x="10193" y="16414"/>
                  </a:cubicBezTo>
                  <a:lnTo>
                    <a:pt x="10106" y="16181"/>
                  </a:lnTo>
                  <a:cubicBezTo>
                    <a:pt x="9987" y="15872"/>
                    <a:pt x="9876" y="15575"/>
                    <a:pt x="9781" y="15318"/>
                  </a:cubicBezTo>
                  <a:lnTo>
                    <a:pt x="9951" y="15231"/>
                  </a:lnTo>
                  <a:lnTo>
                    <a:pt x="9951" y="14982"/>
                  </a:lnTo>
                  <a:cubicBezTo>
                    <a:pt x="9951" y="14982"/>
                    <a:pt x="9888" y="11987"/>
                    <a:pt x="9951" y="10989"/>
                  </a:cubicBezTo>
                  <a:cubicBezTo>
                    <a:pt x="9987" y="10451"/>
                    <a:pt x="10054" y="9474"/>
                    <a:pt x="10308" y="8849"/>
                  </a:cubicBezTo>
                  <a:cubicBezTo>
                    <a:pt x="10308" y="8841"/>
                    <a:pt x="11016" y="7682"/>
                    <a:pt x="11372" y="7151"/>
                  </a:cubicBezTo>
                  <a:cubicBezTo>
                    <a:pt x="11728" y="6621"/>
                    <a:pt x="11787" y="6202"/>
                    <a:pt x="12068" y="5616"/>
                  </a:cubicBezTo>
                  <a:cubicBezTo>
                    <a:pt x="12432" y="4860"/>
                    <a:pt x="12579" y="4259"/>
                    <a:pt x="12761" y="3598"/>
                  </a:cubicBezTo>
                  <a:cubicBezTo>
                    <a:pt x="12828" y="3357"/>
                    <a:pt x="12872" y="3107"/>
                    <a:pt x="12887" y="2858"/>
                  </a:cubicBezTo>
                  <a:lnTo>
                    <a:pt x="12994" y="2174"/>
                  </a:lnTo>
                  <a:cubicBezTo>
                    <a:pt x="13081" y="1940"/>
                    <a:pt x="13153" y="1758"/>
                    <a:pt x="13192" y="1675"/>
                  </a:cubicBezTo>
                  <a:cubicBezTo>
                    <a:pt x="13339" y="1303"/>
                    <a:pt x="13342" y="532"/>
                    <a:pt x="13085" y="298"/>
                  </a:cubicBezTo>
                  <a:cubicBezTo>
                    <a:pt x="12873" y="103"/>
                    <a:pt x="12682" y="4"/>
                    <a:pt x="12507" y="4"/>
                  </a:cubicBezTo>
                  <a:cubicBezTo>
                    <a:pt x="12264" y="4"/>
                    <a:pt x="12053" y="195"/>
                    <a:pt x="11867" y="579"/>
                  </a:cubicBezTo>
                  <a:cubicBezTo>
                    <a:pt x="11740" y="836"/>
                    <a:pt x="11918" y="1204"/>
                    <a:pt x="11934" y="1252"/>
                  </a:cubicBezTo>
                  <a:cubicBezTo>
                    <a:pt x="12029" y="1608"/>
                    <a:pt x="12132" y="1699"/>
                    <a:pt x="12148" y="1857"/>
                  </a:cubicBezTo>
                  <a:lnTo>
                    <a:pt x="11696" y="2308"/>
                  </a:lnTo>
                  <a:lnTo>
                    <a:pt x="11716" y="2332"/>
                  </a:lnTo>
                  <a:cubicBezTo>
                    <a:pt x="11487" y="2470"/>
                    <a:pt x="11281" y="2652"/>
                    <a:pt x="11119" y="2866"/>
                  </a:cubicBezTo>
                  <a:cubicBezTo>
                    <a:pt x="10727" y="3361"/>
                    <a:pt x="10850" y="3531"/>
                    <a:pt x="10256" y="4223"/>
                  </a:cubicBezTo>
                  <a:cubicBezTo>
                    <a:pt x="9924" y="4603"/>
                    <a:pt x="9924" y="5023"/>
                    <a:pt x="9504" y="5545"/>
                  </a:cubicBezTo>
                  <a:cubicBezTo>
                    <a:pt x="9184" y="5933"/>
                    <a:pt x="8871" y="6562"/>
                    <a:pt x="8733" y="6859"/>
                  </a:cubicBezTo>
                  <a:cubicBezTo>
                    <a:pt x="8543" y="7052"/>
                    <a:pt x="8337" y="7234"/>
                    <a:pt x="8116" y="7393"/>
                  </a:cubicBezTo>
                  <a:lnTo>
                    <a:pt x="8092" y="7369"/>
                  </a:lnTo>
                  <a:cubicBezTo>
                    <a:pt x="7898" y="7202"/>
                    <a:pt x="7706" y="7165"/>
                    <a:pt x="7576" y="7165"/>
                  </a:cubicBezTo>
                  <a:cubicBezTo>
                    <a:pt x="7475" y="7165"/>
                    <a:pt x="7411" y="7187"/>
                    <a:pt x="7411" y="7187"/>
                  </a:cubicBezTo>
                  <a:cubicBezTo>
                    <a:pt x="7684" y="6993"/>
                    <a:pt x="7894" y="6657"/>
                    <a:pt x="7977" y="6257"/>
                  </a:cubicBezTo>
                  <a:cubicBezTo>
                    <a:pt x="8139" y="6241"/>
                    <a:pt x="8333" y="5984"/>
                    <a:pt x="8270" y="5786"/>
                  </a:cubicBezTo>
                  <a:cubicBezTo>
                    <a:pt x="8223" y="5649"/>
                    <a:pt x="8175" y="5626"/>
                    <a:pt x="8132" y="5626"/>
                  </a:cubicBezTo>
                  <a:cubicBezTo>
                    <a:pt x="8113" y="5626"/>
                    <a:pt x="8096" y="5631"/>
                    <a:pt x="8080" y="5632"/>
                  </a:cubicBezTo>
                  <a:lnTo>
                    <a:pt x="8080" y="5624"/>
                  </a:lnTo>
                  <a:cubicBezTo>
                    <a:pt x="8080" y="5624"/>
                    <a:pt x="8096" y="4607"/>
                    <a:pt x="7961" y="4389"/>
                  </a:cubicBezTo>
                  <a:cubicBezTo>
                    <a:pt x="7763" y="4062"/>
                    <a:pt x="7308" y="3894"/>
                    <a:pt x="6861" y="3894"/>
                  </a:cubicBezTo>
                  <a:cubicBezTo>
                    <a:pt x="6442" y="3894"/>
                    <a:pt x="6030" y="4042"/>
                    <a:pt x="5840" y="4346"/>
                  </a:cubicBezTo>
                  <a:cubicBezTo>
                    <a:pt x="5639" y="4666"/>
                    <a:pt x="5662" y="5624"/>
                    <a:pt x="5662" y="5624"/>
                  </a:cubicBezTo>
                  <a:lnTo>
                    <a:pt x="5666" y="5624"/>
                  </a:lnTo>
                  <a:cubicBezTo>
                    <a:pt x="5619" y="5628"/>
                    <a:pt x="5563" y="5656"/>
                    <a:pt x="5512" y="5747"/>
                  </a:cubicBezTo>
                  <a:cubicBezTo>
                    <a:pt x="5421" y="5941"/>
                    <a:pt x="5587" y="6237"/>
                    <a:pt x="5749" y="6257"/>
                  </a:cubicBezTo>
                  <a:cubicBezTo>
                    <a:pt x="5813" y="6562"/>
                    <a:pt x="5963" y="6843"/>
                    <a:pt x="6181" y="7068"/>
                  </a:cubicBezTo>
                  <a:cubicBezTo>
                    <a:pt x="5923" y="7084"/>
                    <a:pt x="5678" y="7187"/>
                    <a:pt x="5488" y="7365"/>
                  </a:cubicBezTo>
                  <a:lnTo>
                    <a:pt x="5369" y="7464"/>
                  </a:lnTo>
                  <a:cubicBezTo>
                    <a:pt x="5275" y="7444"/>
                    <a:pt x="5172" y="7432"/>
                    <a:pt x="5073" y="7428"/>
                  </a:cubicBezTo>
                  <a:cubicBezTo>
                    <a:pt x="4641" y="7120"/>
                    <a:pt x="4637" y="6811"/>
                    <a:pt x="4455" y="6538"/>
                  </a:cubicBezTo>
                  <a:cubicBezTo>
                    <a:pt x="4297" y="6221"/>
                    <a:pt x="4068" y="5822"/>
                    <a:pt x="3842" y="5537"/>
                  </a:cubicBezTo>
                  <a:cubicBezTo>
                    <a:pt x="3415" y="5019"/>
                    <a:pt x="3415" y="4599"/>
                    <a:pt x="3086" y="4219"/>
                  </a:cubicBezTo>
                  <a:cubicBezTo>
                    <a:pt x="2493" y="3527"/>
                    <a:pt x="2616" y="3357"/>
                    <a:pt x="2232" y="2862"/>
                  </a:cubicBezTo>
                  <a:cubicBezTo>
                    <a:pt x="2062" y="2648"/>
                    <a:pt x="1860" y="2466"/>
                    <a:pt x="1626" y="2328"/>
                  </a:cubicBezTo>
                  <a:lnTo>
                    <a:pt x="1646" y="2304"/>
                  </a:lnTo>
                  <a:lnTo>
                    <a:pt x="1195" y="1853"/>
                  </a:lnTo>
                  <a:cubicBezTo>
                    <a:pt x="1211" y="1695"/>
                    <a:pt x="1314" y="1600"/>
                    <a:pt x="1413" y="1244"/>
                  </a:cubicBezTo>
                  <a:cubicBezTo>
                    <a:pt x="1425" y="1200"/>
                    <a:pt x="1607" y="828"/>
                    <a:pt x="1476" y="571"/>
                  </a:cubicBezTo>
                  <a:cubicBezTo>
                    <a:pt x="1290" y="189"/>
                    <a:pt x="1082" y="0"/>
                    <a:pt x="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4144216" y="2584011"/>
              <a:ext cx="804334" cy="1150194"/>
            </a:xfrm>
            <a:custGeom>
              <a:avLst/>
              <a:gdLst/>
              <a:ahLst/>
              <a:cxnLst/>
              <a:rect l="l" t="t" r="r" b="b"/>
              <a:pathLst>
                <a:path w="12749" h="18231" extrusionOk="0">
                  <a:moveTo>
                    <a:pt x="803" y="0"/>
                  </a:moveTo>
                  <a:cubicBezTo>
                    <a:pt x="636" y="0"/>
                    <a:pt x="452" y="94"/>
                    <a:pt x="245" y="283"/>
                  </a:cubicBezTo>
                  <a:cubicBezTo>
                    <a:pt x="0" y="504"/>
                    <a:pt x="0" y="1240"/>
                    <a:pt x="150" y="1592"/>
                  </a:cubicBezTo>
                  <a:lnTo>
                    <a:pt x="336" y="2071"/>
                  </a:lnTo>
                  <a:lnTo>
                    <a:pt x="435" y="2724"/>
                  </a:lnTo>
                  <a:cubicBezTo>
                    <a:pt x="451" y="2965"/>
                    <a:pt x="491" y="3203"/>
                    <a:pt x="554" y="3432"/>
                  </a:cubicBezTo>
                  <a:cubicBezTo>
                    <a:pt x="732" y="4061"/>
                    <a:pt x="867" y="4635"/>
                    <a:pt x="1219" y="5363"/>
                  </a:cubicBezTo>
                  <a:cubicBezTo>
                    <a:pt x="1492" y="5921"/>
                    <a:pt x="1551" y="6317"/>
                    <a:pt x="1887" y="6827"/>
                  </a:cubicBezTo>
                  <a:cubicBezTo>
                    <a:pt x="2058" y="7088"/>
                    <a:pt x="2430" y="7563"/>
                    <a:pt x="2742" y="7963"/>
                  </a:cubicBezTo>
                  <a:cubicBezTo>
                    <a:pt x="3173" y="8588"/>
                    <a:pt x="3557" y="9755"/>
                    <a:pt x="3557" y="10784"/>
                  </a:cubicBezTo>
                  <a:cubicBezTo>
                    <a:pt x="3557" y="11722"/>
                    <a:pt x="3352" y="14131"/>
                    <a:pt x="3352" y="14131"/>
                  </a:cubicBezTo>
                  <a:lnTo>
                    <a:pt x="3352" y="14424"/>
                  </a:lnTo>
                  <a:lnTo>
                    <a:pt x="3581" y="14563"/>
                  </a:lnTo>
                  <a:lnTo>
                    <a:pt x="3245" y="15457"/>
                  </a:lnTo>
                  <a:lnTo>
                    <a:pt x="3162" y="15675"/>
                  </a:lnTo>
                  <a:cubicBezTo>
                    <a:pt x="2940" y="16256"/>
                    <a:pt x="2691" y="16878"/>
                    <a:pt x="2473" y="17384"/>
                  </a:cubicBezTo>
                  <a:cubicBezTo>
                    <a:pt x="2343" y="17697"/>
                    <a:pt x="2232" y="17974"/>
                    <a:pt x="2137" y="18231"/>
                  </a:cubicBezTo>
                  <a:lnTo>
                    <a:pt x="4998" y="18231"/>
                  </a:lnTo>
                  <a:lnTo>
                    <a:pt x="5120" y="18069"/>
                  </a:lnTo>
                  <a:cubicBezTo>
                    <a:pt x="5706" y="17293"/>
                    <a:pt x="6299" y="16541"/>
                    <a:pt x="6450" y="16403"/>
                  </a:cubicBezTo>
                  <a:cubicBezTo>
                    <a:pt x="6604" y="16541"/>
                    <a:pt x="7198" y="17293"/>
                    <a:pt x="7783" y="18069"/>
                  </a:cubicBezTo>
                  <a:lnTo>
                    <a:pt x="7906" y="18231"/>
                  </a:lnTo>
                  <a:lnTo>
                    <a:pt x="10763" y="18231"/>
                  </a:lnTo>
                  <a:cubicBezTo>
                    <a:pt x="10672" y="17974"/>
                    <a:pt x="10561" y="17697"/>
                    <a:pt x="10426" y="17384"/>
                  </a:cubicBezTo>
                  <a:cubicBezTo>
                    <a:pt x="10205" y="16878"/>
                    <a:pt x="9963" y="16256"/>
                    <a:pt x="9742" y="15679"/>
                  </a:cubicBezTo>
                  <a:lnTo>
                    <a:pt x="9655" y="15457"/>
                  </a:lnTo>
                  <a:lnTo>
                    <a:pt x="9346" y="14630"/>
                  </a:lnTo>
                  <a:lnTo>
                    <a:pt x="9508" y="14551"/>
                  </a:lnTo>
                  <a:lnTo>
                    <a:pt x="9508" y="14310"/>
                  </a:lnTo>
                  <a:cubicBezTo>
                    <a:pt x="9508" y="14310"/>
                    <a:pt x="9449" y="11445"/>
                    <a:pt x="9508" y="10491"/>
                  </a:cubicBezTo>
                  <a:cubicBezTo>
                    <a:pt x="9544" y="9977"/>
                    <a:pt x="9607" y="9047"/>
                    <a:pt x="9849" y="8442"/>
                  </a:cubicBezTo>
                  <a:cubicBezTo>
                    <a:pt x="9849" y="8442"/>
                    <a:pt x="10525" y="7330"/>
                    <a:pt x="10862" y="6827"/>
                  </a:cubicBezTo>
                  <a:cubicBezTo>
                    <a:pt x="11198" y="6321"/>
                    <a:pt x="11257" y="5921"/>
                    <a:pt x="11530" y="5363"/>
                  </a:cubicBezTo>
                  <a:cubicBezTo>
                    <a:pt x="11882" y="4635"/>
                    <a:pt x="12017" y="4061"/>
                    <a:pt x="12195" y="3432"/>
                  </a:cubicBezTo>
                  <a:cubicBezTo>
                    <a:pt x="12258" y="3203"/>
                    <a:pt x="12298" y="2965"/>
                    <a:pt x="12314" y="2724"/>
                  </a:cubicBezTo>
                  <a:lnTo>
                    <a:pt x="12318" y="2724"/>
                  </a:lnTo>
                  <a:lnTo>
                    <a:pt x="12413" y="2071"/>
                  </a:lnTo>
                  <a:lnTo>
                    <a:pt x="12599" y="1592"/>
                  </a:lnTo>
                  <a:cubicBezTo>
                    <a:pt x="12749" y="1240"/>
                    <a:pt x="12749" y="504"/>
                    <a:pt x="12504" y="283"/>
                  </a:cubicBezTo>
                  <a:cubicBezTo>
                    <a:pt x="12301" y="98"/>
                    <a:pt x="12119" y="6"/>
                    <a:pt x="11952" y="6"/>
                  </a:cubicBezTo>
                  <a:cubicBezTo>
                    <a:pt x="11718" y="6"/>
                    <a:pt x="11517" y="188"/>
                    <a:pt x="11336" y="556"/>
                  </a:cubicBezTo>
                  <a:cubicBezTo>
                    <a:pt x="11218" y="797"/>
                    <a:pt x="11392" y="1153"/>
                    <a:pt x="11404" y="1193"/>
                  </a:cubicBezTo>
                  <a:cubicBezTo>
                    <a:pt x="11495" y="1533"/>
                    <a:pt x="11590" y="1628"/>
                    <a:pt x="11609" y="1778"/>
                  </a:cubicBezTo>
                  <a:lnTo>
                    <a:pt x="11178" y="2206"/>
                  </a:lnTo>
                  <a:lnTo>
                    <a:pt x="11198" y="2233"/>
                  </a:lnTo>
                  <a:cubicBezTo>
                    <a:pt x="10976" y="2364"/>
                    <a:pt x="10782" y="2534"/>
                    <a:pt x="10620" y="2736"/>
                  </a:cubicBezTo>
                  <a:cubicBezTo>
                    <a:pt x="10248" y="3211"/>
                    <a:pt x="10367" y="3369"/>
                    <a:pt x="9801" y="4034"/>
                  </a:cubicBezTo>
                  <a:cubicBezTo>
                    <a:pt x="9489" y="4398"/>
                    <a:pt x="9489" y="4805"/>
                    <a:pt x="9081" y="5300"/>
                  </a:cubicBezTo>
                  <a:cubicBezTo>
                    <a:pt x="8780" y="5668"/>
                    <a:pt x="8480" y="6273"/>
                    <a:pt x="8345" y="6550"/>
                  </a:cubicBezTo>
                  <a:cubicBezTo>
                    <a:pt x="8163" y="6736"/>
                    <a:pt x="7965" y="6910"/>
                    <a:pt x="7755" y="7065"/>
                  </a:cubicBezTo>
                  <a:cubicBezTo>
                    <a:pt x="7748" y="7053"/>
                    <a:pt x="7736" y="7049"/>
                    <a:pt x="7732" y="7041"/>
                  </a:cubicBezTo>
                  <a:cubicBezTo>
                    <a:pt x="7549" y="6881"/>
                    <a:pt x="7367" y="6846"/>
                    <a:pt x="7242" y="6846"/>
                  </a:cubicBezTo>
                  <a:cubicBezTo>
                    <a:pt x="7145" y="6846"/>
                    <a:pt x="7083" y="6867"/>
                    <a:pt x="7083" y="6867"/>
                  </a:cubicBezTo>
                  <a:cubicBezTo>
                    <a:pt x="7348" y="6685"/>
                    <a:pt x="7546" y="6360"/>
                    <a:pt x="7625" y="5976"/>
                  </a:cubicBezTo>
                  <a:cubicBezTo>
                    <a:pt x="7775" y="5961"/>
                    <a:pt x="7965" y="5715"/>
                    <a:pt x="7906" y="5529"/>
                  </a:cubicBezTo>
                  <a:cubicBezTo>
                    <a:pt x="7864" y="5400"/>
                    <a:pt x="7814" y="5377"/>
                    <a:pt x="7771" y="5377"/>
                  </a:cubicBezTo>
                  <a:cubicBezTo>
                    <a:pt x="7754" y="5377"/>
                    <a:pt x="7738" y="5381"/>
                    <a:pt x="7724" y="5383"/>
                  </a:cubicBezTo>
                  <a:lnTo>
                    <a:pt x="7724" y="5371"/>
                  </a:lnTo>
                  <a:cubicBezTo>
                    <a:pt x="7724" y="5371"/>
                    <a:pt x="7736" y="4402"/>
                    <a:pt x="7609" y="4196"/>
                  </a:cubicBezTo>
                  <a:cubicBezTo>
                    <a:pt x="7419" y="3881"/>
                    <a:pt x="6984" y="3720"/>
                    <a:pt x="6556" y="3720"/>
                  </a:cubicBezTo>
                  <a:cubicBezTo>
                    <a:pt x="6156" y="3720"/>
                    <a:pt x="5761" y="3861"/>
                    <a:pt x="5579" y="4152"/>
                  </a:cubicBezTo>
                  <a:cubicBezTo>
                    <a:pt x="5389" y="4461"/>
                    <a:pt x="5413" y="5371"/>
                    <a:pt x="5413" y="5371"/>
                  </a:cubicBezTo>
                  <a:lnTo>
                    <a:pt x="5417" y="5371"/>
                  </a:lnTo>
                  <a:cubicBezTo>
                    <a:pt x="5369" y="5379"/>
                    <a:pt x="5314" y="5403"/>
                    <a:pt x="5271" y="5490"/>
                  </a:cubicBezTo>
                  <a:cubicBezTo>
                    <a:pt x="5180" y="5672"/>
                    <a:pt x="5342" y="5957"/>
                    <a:pt x="5500" y="5980"/>
                  </a:cubicBezTo>
                  <a:cubicBezTo>
                    <a:pt x="5555" y="6273"/>
                    <a:pt x="5698" y="6542"/>
                    <a:pt x="5908" y="6752"/>
                  </a:cubicBezTo>
                  <a:cubicBezTo>
                    <a:pt x="5658" y="6768"/>
                    <a:pt x="5425" y="6867"/>
                    <a:pt x="5243" y="7033"/>
                  </a:cubicBezTo>
                  <a:cubicBezTo>
                    <a:pt x="5207" y="7069"/>
                    <a:pt x="5172" y="7100"/>
                    <a:pt x="5132" y="7128"/>
                  </a:cubicBezTo>
                  <a:cubicBezTo>
                    <a:pt x="5037" y="7112"/>
                    <a:pt x="4946" y="7100"/>
                    <a:pt x="4855" y="7096"/>
                  </a:cubicBezTo>
                  <a:cubicBezTo>
                    <a:pt x="4440" y="6799"/>
                    <a:pt x="4432" y="6503"/>
                    <a:pt x="4262" y="6246"/>
                  </a:cubicBezTo>
                  <a:cubicBezTo>
                    <a:pt x="4107" y="5945"/>
                    <a:pt x="3890" y="5561"/>
                    <a:pt x="3672" y="5292"/>
                  </a:cubicBezTo>
                  <a:cubicBezTo>
                    <a:pt x="3264" y="4797"/>
                    <a:pt x="3264" y="4394"/>
                    <a:pt x="2956" y="4026"/>
                  </a:cubicBezTo>
                  <a:cubicBezTo>
                    <a:pt x="2386" y="3365"/>
                    <a:pt x="2505" y="3207"/>
                    <a:pt x="2133" y="2732"/>
                  </a:cubicBezTo>
                  <a:cubicBezTo>
                    <a:pt x="1971" y="2530"/>
                    <a:pt x="1777" y="2356"/>
                    <a:pt x="1555" y="2225"/>
                  </a:cubicBezTo>
                  <a:lnTo>
                    <a:pt x="1575" y="2202"/>
                  </a:lnTo>
                  <a:lnTo>
                    <a:pt x="1144" y="1770"/>
                  </a:lnTo>
                  <a:cubicBezTo>
                    <a:pt x="1163" y="1624"/>
                    <a:pt x="1258" y="1529"/>
                    <a:pt x="1353" y="1189"/>
                  </a:cubicBezTo>
                  <a:cubicBezTo>
                    <a:pt x="1361" y="1149"/>
                    <a:pt x="1535" y="793"/>
                    <a:pt x="1417" y="548"/>
                  </a:cubicBezTo>
                  <a:cubicBezTo>
                    <a:pt x="1237" y="183"/>
                    <a:pt x="1037" y="0"/>
                    <a:pt x="8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5603054" y="2718015"/>
              <a:ext cx="902376" cy="1289560"/>
            </a:xfrm>
            <a:custGeom>
              <a:avLst/>
              <a:gdLst/>
              <a:ahLst/>
              <a:cxnLst/>
              <a:rect l="l" t="t" r="r" b="b"/>
              <a:pathLst>
                <a:path w="14303" h="20440" extrusionOk="0">
                  <a:moveTo>
                    <a:pt x="1607" y="7038"/>
                  </a:moveTo>
                  <a:cubicBezTo>
                    <a:pt x="1726" y="7164"/>
                    <a:pt x="1837" y="7271"/>
                    <a:pt x="1912" y="7338"/>
                  </a:cubicBezTo>
                  <a:cubicBezTo>
                    <a:pt x="1983" y="7410"/>
                    <a:pt x="1896" y="7588"/>
                    <a:pt x="1872" y="7972"/>
                  </a:cubicBezTo>
                  <a:cubicBezTo>
                    <a:pt x="1583" y="7671"/>
                    <a:pt x="1338" y="7390"/>
                    <a:pt x="1338" y="7390"/>
                  </a:cubicBezTo>
                  <a:lnTo>
                    <a:pt x="1607" y="7038"/>
                  </a:lnTo>
                  <a:close/>
                  <a:moveTo>
                    <a:pt x="7341" y="7437"/>
                  </a:moveTo>
                  <a:cubicBezTo>
                    <a:pt x="7412" y="7497"/>
                    <a:pt x="7475" y="7556"/>
                    <a:pt x="7550" y="7611"/>
                  </a:cubicBezTo>
                  <a:cubicBezTo>
                    <a:pt x="7396" y="8478"/>
                    <a:pt x="7159" y="9333"/>
                    <a:pt x="6988" y="10385"/>
                  </a:cubicBezTo>
                  <a:cubicBezTo>
                    <a:pt x="6941" y="10686"/>
                    <a:pt x="6901" y="10983"/>
                    <a:pt x="6858" y="11275"/>
                  </a:cubicBezTo>
                  <a:cubicBezTo>
                    <a:pt x="6799" y="10441"/>
                    <a:pt x="6684" y="9471"/>
                    <a:pt x="6581" y="8700"/>
                  </a:cubicBezTo>
                  <a:cubicBezTo>
                    <a:pt x="6882" y="8438"/>
                    <a:pt x="7127" y="7964"/>
                    <a:pt x="7341" y="7437"/>
                  </a:cubicBezTo>
                  <a:close/>
                  <a:moveTo>
                    <a:pt x="6692" y="12565"/>
                  </a:moveTo>
                  <a:lnTo>
                    <a:pt x="6692" y="12565"/>
                  </a:lnTo>
                  <a:cubicBezTo>
                    <a:pt x="6688" y="12633"/>
                    <a:pt x="6680" y="12700"/>
                    <a:pt x="6672" y="12763"/>
                  </a:cubicBezTo>
                  <a:cubicBezTo>
                    <a:pt x="6723" y="12799"/>
                    <a:pt x="6775" y="12827"/>
                    <a:pt x="6830" y="12850"/>
                  </a:cubicBezTo>
                  <a:lnTo>
                    <a:pt x="6652" y="13741"/>
                  </a:lnTo>
                  <a:cubicBezTo>
                    <a:pt x="6620" y="13923"/>
                    <a:pt x="6581" y="14207"/>
                    <a:pt x="6545" y="14473"/>
                  </a:cubicBezTo>
                  <a:cubicBezTo>
                    <a:pt x="6529" y="14591"/>
                    <a:pt x="6514" y="14710"/>
                    <a:pt x="6506" y="14809"/>
                  </a:cubicBezTo>
                  <a:cubicBezTo>
                    <a:pt x="6486" y="14987"/>
                    <a:pt x="6470" y="15110"/>
                    <a:pt x="6470" y="15110"/>
                  </a:cubicBezTo>
                  <a:cubicBezTo>
                    <a:pt x="6529" y="15185"/>
                    <a:pt x="6593" y="15256"/>
                    <a:pt x="6668" y="15315"/>
                  </a:cubicBezTo>
                  <a:cubicBezTo>
                    <a:pt x="6632" y="15482"/>
                    <a:pt x="6601" y="15652"/>
                    <a:pt x="6565" y="15822"/>
                  </a:cubicBezTo>
                  <a:cubicBezTo>
                    <a:pt x="6474" y="15339"/>
                    <a:pt x="6411" y="14856"/>
                    <a:pt x="6387" y="14366"/>
                  </a:cubicBezTo>
                  <a:cubicBezTo>
                    <a:pt x="6355" y="13752"/>
                    <a:pt x="6347" y="13210"/>
                    <a:pt x="6343" y="12751"/>
                  </a:cubicBezTo>
                  <a:cubicBezTo>
                    <a:pt x="6462" y="12696"/>
                    <a:pt x="6581" y="12633"/>
                    <a:pt x="6692" y="12565"/>
                  </a:cubicBezTo>
                  <a:close/>
                  <a:moveTo>
                    <a:pt x="7008" y="17943"/>
                  </a:moveTo>
                  <a:cubicBezTo>
                    <a:pt x="7167" y="18018"/>
                    <a:pt x="7333" y="18073"/>
                    <a:pt x="7503" y="18097"/>
                  </a:cubicBezTo>
                  <a:cubicBezTo>
                    <a:pt x="7531" y="18548"/>
                    <a:pt x="7534" y="18987"/>
                    <a:pt x="7491" y="19300"/>
                  </a:cubicBezTo>
                  <a:cubicBezTo>
                    <a:pt x="7475" y="19395"/>
                    <a:pt x="7420" y="19478"/>
                    <a:pt x="7341" y="19537"/>
                  </a:cubicBezTo>
                  <a:lnTo>
                    <a:pt x="7079" y="19664"/>
                  </a:lnTo>
                  <a:cubicBezTo>
                    <a:pt x="7075" y="19664"/>
                    <a:pt x="7068" y="19664"/>
                    <a:pt x="7068" y="19660"/>
                  </a:cubicBezTo>
                  <a:lnTo>
                    <a:pt x="6838" y="19549"/>
                  </a:lnTo>
                  <a:cubicBezTo>
                    <a:pt x="6981" y="19466"/>
                    <a:pt x="7111" y="19355"/>
                    <a:pt x="7218" y="19229"/>
                  </a:cubicBezTo>
                  <a:cubicBezTo>
                    <a:pt x="7174" y="18797"/>
                    <a:pt x="7103" y="18366"/>
                    <a:pt x="7008" y="17943"/>
                  </a:cubicBezTo>
                  <a:close/>
                  <a:moveTo>
                    <a:pt x="4719" y="0"/>
                  </a:moveTo>
                  <a:cubicBezTo>
                    <a:pt x="4584" y="0"/>
                    <a:pt x="4445" y="44"/>
                    <a:pt x="4318" y="153"/>
                  </a:cubicBezTo>
                  <a:cubicBezTo>
                    <a:pt x="4176" y="65"/>
                    <a:pt x="4039" y="27"/>
                    <a:pt x="3913" y="27"/>
                  </a:cubicBezTo>
                  <a:cubicBezTo>
                    <a:pt x="3565" y="27"/>
                    <a:pt x="3296" y="312"/>
                    <a:pt x="3218" y="628"/>
                  </a:cubicBezTo>
                  <a:cubicBezTo>
                    <a:pt x="3198" y="683"/>
                    <a:pt x="3186" y="746"/>
                    <a:pt x="3182" y="806"/>
                  </a:cubicBezTo>
                  <a:lnTo>
                    <a:pt x="3178" y="806"/>
                  </a:lnTo>
                  <a:cubicBezTo>
                    <a:pt x="3158" y="893"/>
                    <a:pt x="3150" y="984"/>
                    <a:pt x="3158" y="1079"/>
                  </a:cubicBezTo>
                  <a:cubicBezTo>
                    <a:pt x="3154" y="1193"/>
                    <a:pt x="3142" y="1312"/>
                    <a:pt x="3127" y="1427"/>
                  </a:cubicBezTo>
                  <a:cubicBezTo>
                    <a:pt x="3051" y="1443"/>
                    <a:pt x="2992" y="1498"/>
                    <a:pt x="2968" y="1573"/>
                  </a:cubicBezTo>
                  <a:cubicBezTo>
                    <a:pt x="2933" y="1672"/>
                    <a:pt x="2972" y="1791"/>
                    <a:pt x="3044" y="1878"/>
                  </a:cubicBezTo>
                  <a:cubicBezTo>
                    <a:pt x="2964" y="2198"/>
                    <a:pt x="2846" y="2503"/>
                    <a:pt x="2691" y="2792"/>
                  </a:cubicBezTo>
                  <a:cubicBezTo>
                    <a:pt x="2573" y="3010"/>
                    <a:pt x="3047" y="2986"/>
                    <a:pt x="2810" y="3322"/>
                  </a:cubicBezTo>
                  <a:cubicBezTo>
                    <a:pt x="2735" y="3437"/>
                    <a:pt x="2715" y="3579"/>
                    <a:pt x="2755" y="3714"/>
                  </a:cubicBezTo>
                  <a:cubicBezTo>
                    <a:pt x="2466" y="3817"/>
                    <a:pt x="2141" y="3967"/>
                    <a:pt x="1920" y="4153"/>
                  </a:cubicBezTo>
                  <a:cubicBezTo>
                    <a:pt x="1880" y="4185"/>
                    <a:pt x="1845" y="4220"/>
                    <a:pt x="1813" y="4256"/>
                  </a:cubicBezTo>
                  <a:cubicBezTo>
                    <a:pt x="1718" y="4367"/>
                    <a:pt x="1599" y="4521"/>
                    <a:pt x="1469" y="4691"/>
                  </a:cubicBezTo>
                  <a:cubicBezTo>
                    <a:pt x="1342" y="4865"/>
                    <a:pt x="1105" y="5202"/>
                    <a:pt x="911" y="5491"/>
                  </a:cubicBezTo>
                  <a:lnTo>
                    <a:pt x="863" y="5562"/>
                  </a:lnTo>
                  <a:cubicBezTo>
                    <a:pt x="847" y="5590"/>
                    <a:pt x="828" y="5613"/>
                    <a:pt x="812" y="5641"/>
                  </a:cubicBezTo>
                  <a:lnTo>
                    <a:pt x="788" y="5673"/>
                  </a:lnTo>
                  <a:lnTo>
                    <a:pt x="610" y="5938"/>
                  </a:lnTo>
                  <a:lnTo>
                    <a:pt x="697" y="6037"/>
                  </a:lnTo>
                  <a:cubicBezTo>
                    <a:pt x="650" y="6108"/>
                    <a:pt x="317" y="6626"/>
                    <a:pt x="119" y="6982"/>
                  </a:cubicBezTo>
                  <a:cubicBezTo>
                    <a:pt x="1" y="7200"/>
                    <a:pt x="159" y="7398"/>
                    <a:pt x="357" y="7952"/>
                  </a:cubicBezTo>
                  <a:cubicBezTo>
                    <a:pt x="440" y="8185"/>
                    <a:pt x="1188" y="8735"/>
                    <a:pt x="1801" y="9115"/>
                  </a:cubicBezTo>
                  <a:cubicBezTo>
                    <a:pt x="1746" y="10065"/>
                    <a:pt x="1678" y="11196"/>
                    <a:pt x="1639" y="12011"/>
                  </a:cubicBezTo>
                  <a:lnTo>
                    <a:pt x="1639" y="12039"/>
                  </a:lnTo>
                  <a:cubicBezTo>
                    <a:pt x="1627" y="12182"/>
                    <a:pt x="1623" y="12308"/>
                    <a:pt x="1619" y="12427"/>
                  </a:cubicBezTo>
                  <a:cubicBezTo>
                    <a:pt x="1793" y="12637"/>
                    <a:pt x="2141" y="12799"/>
                    <a:pt x="2549" y="12918"/>
                  </a:cubicBezTo>
                  <a:cubicBezTo>
                    <a:pt x="2525" y="13654"/>
                    <a:pt x="2497" y="14413"/>
                    <a:pt x="2470" y="14797"/>
                  </a:cubicBezTo>
                  <a:cubicBezTo>
                    <a:pt x="2399" y="15869"/>
                    <a:pt x="1785" y="19047"/>
                    <a:pt x="1785" y="19047"/>
                  </a:cubicBezTo>
                  <a:cubicBezTo>
                    <a:pt x="1955" y="19229"/>
                    <a:pt x="2157" y="19383"/>
                    <a:pt x="2375" y="19502"/>
                  </a:cubicBezTo>
                  <a:lnTo>
                    <a:pt x="2359" y="19510"/>
                  </a:lnTo>
                  <a:lnTo>
                    <a:pt x="2054" y="19660"/>
                  </a:lnTo>
                  <a:cubicBezTo>
                    <a:pt x="1853" y="19735"/>
                    <a:pt x="1599" y="19802"/>
                    <a:pt x="1318" y="19901"/>
                  </a:cubicBezTo>
                  <a:lnTo>
                    <a:pt x="1306" y="19901"/>
                  </a:lnTo>
                  <a:lnTo>
                    <a:pt x="1223" y="19933"/>
                  </a:lnTo>
                  <a:cubicBezTo>
                    <a:pt x="895" y="20060"/>
                    <a:pt x="784" y="20313"/>
                    <a:pt x="1140" y="20313"/>
                  </a:cubicBezTo>
                  <a:lnTo>
                    <a:pt x="855" y="20313"/>
                  </a:lnTo>
                  <a:lnTo>
                    <a:pt x="855" y="20436"/>
                  </a:lnTo>
                  <a:lnTo>
                    <a:pt x="3400" y="20436"/>
                  </a:lnTo>
                  <a:lnTo>
                    <a:pt x="3400" y="20313"/>
                  </a:lnTo>
                  <a:lnTo>
                    <a:pt x="3182" y="20313"/>
                  </a:lnTo>
                  <a:cubicBezTo>
                    <a:pt x="3384" y="20313"/>
                    <a:pt x="3388" y="20032"/>
                    <a:pt x="3388" y="19747"/>
                  </a:cubicBezTo>
                  <a:cubicBezTo>
                    <a:pt x="3590" y="19743"/>
                    <a:pt x="3787" y="19704"/>
                    <a:pt x="3973" y="19628"/>
                  </a:cubicBezTo>
                  <a:cubicBezTo>
                    <a:pt x="4049" y="18081"/>
                    <a:pt x="4155" y="15165"/>
                    <a:pt x="4231" y="13151"/>
                  </a:cubicBezTo>
                  <a:lnTo>
                    <a:pt x="4480" y="13151"/>
                  </a:lnTo>
                  <a:lnTo>
                    <a:pt x="4986" y="19660"/>
                  </a:lnTo>
                  <a:cubicBezTo>
                    <a:pt x="5228" y="19727"/>
                    <a:pt x="5477" y="19771"/>
                    <a:pt x="5730" y="19783"/>
                  </a:cubicBezTo>
                  <a:cubicBezTo>
                    <a:pt x="5734" y="20052"/>
                    <a:pt x="5742" y="20317"/>
                    <a:pt x="5936" y="20317"/>
                  </a:cubicBezTo>
                  <a:lnTo>
                    <a:pt x="5722" y="20317"/>
                  </a:lnTo>
                  <a:lnTo>
                    <a:pt x="5722" y="20440"/>
                  </a:lnTo>
                  <a:lnTo>
                    <a:pt x="8350" y="20440"/>
                  </a:lnTo>
                  <a:lnTo>
                    <a:pt x="8350" y="20317"/>
                  </a:lnTo>
                  <a:lnTo>
                    <a:pt x="8168" y="20317"/>
                  </a:lnTo>
                  <a:cubicBezTo>
                    <a:pt x="8405" y="20281"/>
                    <a:pt x="8314" y="19775"/>
                    <a:pt x="8350" y="19470"/>
                  </a:cubicBezTo>
                  <a:cubicBezTo>
                    <a:pt x="8365" y="19363"/>
                    <a:pt x="8405" y="18687"/>
                    <a:pt x="8449" y="17816"/>
                  </a:cubicBezTo>
                  <a:cubicBezTo>
                    <a:pt x="8621" y="17716"/>
                    <a:pt x="8806" y="17632"/>
                    <a:pt x="9172" y="17632"/>
                  </a:cubicBezTo>
                  <a:cubicBezTo>
                    <a:pt x="9284" y="17632"/>
                    <a:pt x="9413" y="17640"/>
                    <a:pt x="9564" y="17658"/>
                  </a:cubicBezTo>
                  <a:cubicBezTo>
                    <a:pt x="9651" y="17666"/>
                    <a:pt x="9734" y="17682"/>
                    <a:pt x="9814" y="17709"/>
                  </a:cubicBezTo>
                  <a:cubicBezTo>
                    <a:pt x="9861" y="18631"/>
                    <a:pt x="9901" y="19363"/>
                    <a:pt x="9913" y="19470"/>
                  </a:cubicBezTo>
                  <a:cubicBezTo>
                    <a:pt x="9952" y="19783"/>
                    <a:pt x="9853" y="20317"/>
                    <a:pt x="10126" y="20317"/>
                  </a:cubicBezTo>
                  <a:lnTo>
                    <a:pt x="9916" y="20317"/>
                  </a:lnTo>
                  <a:lnTo>
                    <a:pt x="9916" y="20440"/>
                  </a:lnTo>
                  <a:lnTo>
                    <a:pt x="12386" y="20440"/>
                  </a:lnTo>
                  <a:lnTo>
                    <a:pt x="12386" y="20317"/>
                  </a:lnTo>
                  <a:lnTo>
                    <a:pt x="12120" y="20317"/>
                  </a:lnTo>
                  <a:cubicBezTo>
                    <a:pt x="12461" y="20317"/>
                    <a:pt x="12350" y="20075"/>
                    <a:pt x="12029" y="19953"/>
                  </a:cubicBezTo>
                  <a:lnTo>
                    <a:pt x="11950" y="19921"/>
                  </a:lnTo>
                  <a:lnTo>
                    <a:pt x="11942" y="19921"/>
                  </a:lnTo>
                  <a:cubicBezTo>
                    <a:pt x="11669" y="19822"/>
                    <a:pt x="11420" y="19759"/>
                    <a:pt x="11230" y="19684"/>
                  </a:cubicBezTo>
                  <a:lnTo>
                    <a:pt x="10925" y="19541"/>
                  </a:lnTo>
                  <a:cubicBezTo>
                    <a:pt x="10846" y="19486"/>
                    <a:pt x="10791" y="19399"/>
                    <a:pt x="10779" y="19304"/>
                  </a:cubicBezTo>
                  <a:cubicBezTo>
                    <a:pt x="10728" y="18972"/>
                    <a:pt x="10740" y="18497"/>
                    <a:pt x="10763" y="18018"/>
                  </a:cubicBezTo>
                  <a:lnTo>
                    <a:pt x="10763" y="18018"/>
                  </a:lnTo>
                  <a:cubicBezTo>
                    <a:pt x="10918" y="18050"/>
                    <a:pt x="11072" y="18065"/>
                    <a:pt x="11230" y="18065"/>
                  </a:cubicBezTo>
                  <a:cubicBezTo>
                    <a:pt x="12105" y="18065"/>
                    <a:pt x="12805" y="17519"/>
                    <a:pt x="12805" y="17519"/>
                  </a:cubicBezTo>
                  <a:lnTo>
                    <a:pt x="12738" y="17143"/>
                  </a:lnTo>
                  <a:cubicBezTo>
                    <a:pt x="12718" y="17045"/>
                    <a:pt x="12690" y="16934"/>
                    <a:pt x="12666" y="16807"/>
                  </a:cubicBezTo>
                  <a:cubicBezTo>
                    <a:pt x="12579" y="16376"/>
                    <a:pt x="12445" y="15778"/>
                    <a:pt x="12267" y="15133"/>
                  </a:cubicBezTo>
                  <a:lnTo>
                    <a:pt x="12457" y="15034"/>
                  </a:lnTo>
                  <a:lnTo>
                    <a:pt x="12417" y="14817"/>
                  </a:lnTo>
                  <a:cubicBezTo>
                    <a:pt x="12401" y="14730"/>
                    <a:pt x="12382" y="14619"/>
                    <a:pt x="12350" y="14484"/>
                  </a:cubicBezTo>
                  <a:cubicBezTo>
                    <a:pt x="12271" y="14081"/>
                    <a:pt x="12144" y="13483"/>
                    <a:pt x="11966" y="12815"/>
                  </a:cubicBezTo>
                  <a:lnTo>
                    <a:pt x="12105" y="12743"/>
                  </a:lnTo>
                  <a:cubicBezTo>
                    <a:pt x="12093" y="12605"/>
                    <a:pt x="12073" y="12470"/>
                    <a:pt x="12049" y="12336"/>
                  </a:cubicBezTo>
                  <a:cubicBezTo>
                    <a:pt x="12025" y="12205"/>
                    <a:pt x="12002" y="12071"/>
                    <a:pt x="11970" y="11944"/>
                  </a:cubicBezTo>
                  <a:cubicBezTo>
                    <a:pt x="11851" y="11398"/>
                    <a:pt x="11693" y="10892"/>
                    <a:pt x="11626" y="10496"/>
                  </a:cubicBezTo>
                  <a:cubicBezTo>
                    <a:pt x="11396" y="9159"/>
                    <a:pt x="11183" y="8379"/>
                    <a:pt x="11020" y="7873"/>
                  </a:cubicBezTo>
                  <a:cubicBezTo>
                    <a:pt x="11040" y="7841"/>
                    <a:pt x="11048" y="7801"/>
                    <a:pt x="11052" y="7766"/>
                  </a:cubicBezTo>
                  <a:cubicBezTo>
                    <a:pt x="11080" y="7453"/>
                    <a:pt x="11032" y="6955"/>
                    <a:pt x="10747" y="6907"/>
                  </a:cubicBezTo>
                  <a:lnTo>
                    <a:pt x="10704" y="6907"/>
                  </a:lnTo>
                  <a:cubicBezTo>
                    <a:pt x="10700" y="6860"/>
                    <a:pt x="10696" y="6804"/>
                    <a:pt x="10696" y="6757"/>
                  </a:cubicBezTo>
                  <a:lnTo>
                    <a:pt x="10696" y="6282"/>
                  </a:lnTo>
                  <a:lnTo>
                    <a:pt x="10688" y="6282"/>
                  </a:lnTo>
                  <a:lnTo>
                    <a:pt x="10688" y="6128"/>
                  </a:lnTo>
                  <a:cubicBezTo>
                    <a:pt x="10906" y="6452"/>
                    <a:pt x="11163" y="6824"/>
                    <a:pt x="11420" y="7232"/>
                  </a:cubicBezTo>
                  <a:cubicBezTo>
                    <a:pt x="11610" y="7520"/>
                    <a:pt x="12457" y="9309"/>
                    <a:pt x="12639" y="10357"/>
                  </a:cubicBezTo>
                  <a:cubicBezTo>
                    <a:pt x="12682" y="10615"/>
                    <a:pt x="12623" y="10923"/>
                    <a:pt x="12568" y="11097"/>
                  </a:cubicBezTo>
                  <a:cubicBezTo>
                    <a:pt x="12544" y="11178"/>
                    <a:pt x="12566" y="11212"/>
                    <a:pt x="12603" y="11212"/>
                  </a:cubicBezTo>
                  <a:cubicBezTo>
                    <a:pt x="12646" y="11212"/>
                    <a:pt x="12710" y="11167"/>
                    <a:pt x="12746" y="11097"/>
                  </a:cubicBezTo>
                  <a:cubicBezTo>
                    <a:pt x="12815" y="10975"/>
                    <a:pt x="12880" y="10641"/>
                    <a:pt x="12984" y="10641"/>
                  </a:cubicBezTo>
                  <a:cubicBezTo>
                    <a:pt x="12988" y="10641"/>
                    <a:pt x="12991" y="10642"/>
                    <a:pt x="12995" y="10642"/>
                  </a:cubicBezTo>
                  <a:cubicBezTo>
                    <a:pt x="13102" y="10666"/>
                    <a:pt x="13442" y="11161"/>
                    <a:pt x="13703" y="11287"/>
                  </a:cubicBezTo>
                  <a:cubicBezTo>
                    <a:pt x="13803" y="11335"/>
                    <a:pt x="13922" y="11365"/>
                    <a:pt x="14024" y="11365"/>
                  </a:cubicBezTo>
                  <a:cubicBezTo>
                    <a:pt x="14184" y="11365"/>
                    <a:pt x="14303" y="11291"/>
                    <a:pt x="14237" y="11097"/>
                  </a:cubicBezTo>
                  <a:cubicBezTo>
                    <a:pt x="14127" y="10781"/>
                    <a:pt x="13395" y="10001"/>
                    <a:pt x="13252" y="9823"/>
                  </a:cubicBezTo>
                  <a:cubicBezTo>
                    <a:pt x="13098" y="9317"/>
                    <a:pt x="12508" y="7176"/>
                    <a:pt x="12457" y="7018"/>
                  </a:cubicBezTo>
                  <a:cubicBezTo>
                    <a:pt x="12049" y="5910"/>
                    <a:pt x="11432" y="5047"/>
                    <a:pt x="11234" y="4561"/>
                  </a:cubicBezTo>
                  <a:cubicBezTo>
                    <a:pt x="11036" y="4070"/>
                    <a:pt x="10799" y="3848"/>
                    <a:pt x="10625" y="3718"/>
                  </a:cubicBezTo>
                  <a:lnTo>
                    <a:pt x="10625" y="3651"/>
                  </a:lnTo>
                  <a:lnTo>
                    <a:pt x="10530" y="3619"/>
                  </a:lnTo>
                  <a:cubicBezTo>
                    <a:pt x="10510" y="3089"/>
                    <a:pt x="10478" y="2507"/>
                    <a:pt x="10423" y="2048"/>
                  </a:cubicBezTo>
                  <a:lnTo>
                    <a:pt x="10423" y="2048"/>
                  </a:lnTo>
                  <a:cubicBezTo>
                    <a:pt x="10534" y="2146"/>
                    <a:pt x="10644" y="2179"/>
                    <a:pt x="10743" y="2179"/>
                  </a:cubicBezTo>
                  <a:cubicBezTo>
                    <a:pt x="10966" y="2179"/>
                    <a:pt x="11135" y="2009"/>
                    <a:pt x="11135" y="2009"/>
                  </a:cubicBezTo>
                  <a:lnTo>
                    <a:pt x="11135" y="2009"/>
                  </a:lnTo>
                  <a:cubicBezTo>
                    <a:pt x="11135" y="2009"/>
                    <a:pt x="11119" y="2012"/>
                    <a:pt x="11094" y="2012"/>
                  </a:cubicBezTo>
                  <a:cubicBezTo>
                    <a:pt x="11001" y="2012"/>
                    <a:pt x="10780" y="1970"/>
                    <a:pt x="10724" y="1585"/>
                  </a:cubicBezTo>
                  <a:cubicBezTo>
                    <a:pt x="10688" y="1356"/>
                    <a:pt x="10502" y="1257"/>
                    <a:pt x="10360" y="1217"/>
                  </a:cubicBezTo>
                  <a:cubicBezTo>
                    <a:pt x="10352" y="1178"/>
                    <a:pt x="10348" y="1138"/>
                    <a:pt x="10340" y="1091"/>
                  </a:cubicBezTo>
                  <a:cubicBezTo>
                    <a:pt x="10332" y="1043"/>
                    <a:pt x="10324" y="1000"/>
                    <a:pt x="10308" y="952"/>
                  </a:cubicBezTo>
                  <a:cubicBezTo>
                    <a:pt x="10284" y="857"/>
                    <a:pt x="10249" y="762"/>
                    <a:pt x="10209" y="671"/>
                  </a:cubicBezTo>
                  <a:lnTo>
                    <a:pt x="10193" y="647"/>
                  </a:lnTo>
                  <a:cubicBezTo>
                    <a:pt x="10049" y="337"/>
                    <a:pt x="9662" y="78"/>
                    <a:pt x="9237" y="78"/>
                  </a:cubicBezTo>
                  <a:cubicBezTo>
                    <a:pt x="8941" y="78"/>
                    <a:pt x="8626" y="203"/>
                    <a:pt x="8361" y="525"/>
                  </a:cubicBezTo>
                  <a:lnTo>
                    <a:pt x="8302" y="604"/>
                  </a:lnTo>
                  <a:cubicBezTo>
                    <a:pt x="8247" y="683"/>
                    <a:pt x="8203" y="770"/>
                    <a:pt x="8172" y="861"/>
                  </a:cubicBezTo>
                  <a:cubicBezTo>
                    <a:pt x="8148" y="932"/>
                    <a:pt x="8128" y="1004"/>
                    <a:pt x="8108" y="1071"/>
                  </a:cubicBezTo>
                  <a:cubicBezTo>
                    <a:pt x="8088" y="1142"/>
                    <a:pt x="8073" y="1241"/>
                    <a:pt x="8065" y="1308"/>
                  </a:cubicBezTo>
                  <a:cubicBezTo>
                    <a:pt x="8053" y="1379"/>
                    <a:pt x="8049" y="1542"/>
                    <a:pt x="8049" y="1542"/>
                  </a:cubicBezTo>
                  <a:lnTo>
                    <a:pt x="8069" y="1542"/>
                  </a:lnTo>
                  <a:cubicBezTo>
                    <a:pt x="7958" y="2001"/>
                    <a:pt x="7906" y="2863"/>
                    <a:pt x="7875" y="3611"/>
                  </a:cubicBezTo>
                  <a:lnTo>
                    <a:pt x="7800" y="3635"/>
                  </a:lnTo>
                  <a:lnTo>
                    <a:pt x="7728" y="3659"/>
                  </a:lnTo>
                  <a:lnTo>
                    <a:pt x="7728" y="3670"/>
                  </a:lnTo>
                  <a:cubicBezTo>
                    <a:pt x="7534" y="3761"/>
                    <a:pt x="7202" y="3999"/>
                    <a:pt x="7068" y="4565"/>
                  </a:cubicBezTo>
                  <a:cubicBezTo>
                    <a:pt x="6981" y="4446"/>
                    <a:pt x="6890" y="4335"/>
                    <a:pt x="6822" y="4256"/>
                  </a:cubicBezTo>
                  <a:cubicBezTo>
                    <a:pt x="6743" y="4169"/>
                    <a:pt x="6656" y="4094"/>
                    <a:pt x="6553" y="4034"/>
                  </a:cubicBezTo>
                  <a:cubicBezTo>
                    <a:pt x="6320" y="3888"/>
                    <a:pt x="6067" y="3769"/>
                    <a:pt x="5801" y="3682"/>
                  </a:cubicBezTo>
                  <a:cubicBezTo>
                    <a:pt x="5770" y="3552"/>
                    <a:pt x="5722" y="3421"/>
                    <a:pt x="5671" y="3298"/>
                  </a:cubicBezTo>
                  <a:cubicBezTo>
                    <a:pt x="5564" y="3069"/>
                    <a:pt x="5896" y="3049"/>
                    <a:pt x="5801" y="2792"/>
                  </a:cubicBezTo>
                  <a:cubicBezTo>
                    <a:pt x="5651" y="2377"/>
                    <a:pt x="5544" y="2119"/>
                    <a:pt x="5497" y="1961"/>
                  </a:cubicBezTo>
                  <a:cubicBezTo>
                    <a:pt x="5611" y="1878"/>
                    <a:pt x="5699" y="1712"/>
                    <a:pt x="5655" y="1573"/>
                  </a:cubicBezTo>
                  <a:cubicBezTo>
                    <a:pt x="5631" y="1498"/>
                    <a:pt x="5572" y="1447"/>
                    <a:pt x="5497" y="1427"/>
                  </a:cubicBezTo>
                  <a:lnTo>
                    <a:pt x="5497" y="1379"/>
                  </a:lnTo>
                  <a:cubicBezTo>
                    <a:pt x="5497" y="1379"/>
                    <a:pt x="5501" y="1269"/>
                    <a:pt x="5501" y="1122"/>
                  </a:cubicBezTo>
                  <a:lnTo>
                    <a:pt x="5501" y="1102"/>
                  </a:lnTo>
                  <a:cubicBezTo>
                    <a:pt x="5497" y="873"/>
                    <a:pt x="5473" y="556"/>
                    <a:pt x="5382" y="390"/>
                  </a:cubicBezTo>
                  <a:cubicBezTo>
                    <a:pt x="5277" y="199"/>
                    <a:pt x="5007" y="0"/>
                    <a:pt x="4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2749982" y="2793913"/>
              <a:ext cx="712286" cy="1315742"/>
            </a:xfrm>
            <a:custGeom>
              <a:avLst/>
              <a:gdLst/>
              <a:ahLst/>
              <a:cxnLst/>
              <a:rect l="l" t="t" r="r" b="b"/>
              <a:pathLst>
                <a:path w="11290" h="20855" extrusionOk="0">
                  <a:moveTo>
                    <a:pt x="5654" y="1"/>
                  </a:moveTo>
                  <a:cubicBezTo>
                    <a:pt x="4825" y="1"/>
                    <a:pt x="4529" y="564"/>
                    <a:pt x="4464" y="833"/>
                  </a:cubicBezTo>
                  <a:lnTo>
                    <a:pt x="4432" y="833"/>
                  </a:lnTo>
                  <a:lnTo>
                    <a:pt x="4432" y="1253"/>
                  </a:lnTo>
                  <a:cubicBezTo>
                    <a:pt x="4377" y="1656"/>
                    <a:pt x="4254" y="2044"/>
                    <a:pt x="4064" y="2400"/>
                  </a:cubicBezTo>
                  <a:cubicBezTo>
                    <a:pt x="3759" y="2966"/>
                    <a:pt x="3925" y="2954"/>
                    <a:pt x="4103" y="3271"/>
                  </a:cubicBezTo>
                  <a:cubicBezTo>
                    <a:pt x="4282" y="3587"/>
                    <a:pt x="3692" y="3476"/>
                    <a:pt x="3846" y="4074"/>
                  </a:cubicBezTo>
                  <a:cubicBezTo>
                    <a:pt x="3601" y="4181"/>
                    <a:pt x="3371" y="4319"/>
                    <a:pt x="3221" y="4489"/>
                  </a:cubicBezTo>
                  <a:cubicBezTo>
                    <a:pt x="3075" y="4656"/>
                    <a:pt x="1915" y="7516"/>
                    <a:pt x="1809" y="7865"/>
                  </a:cubicBezTo>
                  <a:cubicBezTo>
                    <a:pt x="1698" y="8217"/>
                    <a:pt x="906" y="9716"/>
                    <a:pt x="906" y="9716"/>
                  </a:cubicBezTo>
                  <a:cubicBezTo>
                    <a:pt x="1029" y="9942"/>
                    <a:pt x="1179" y="10156"/>
                    <a:pt x="1350" y="10349"/>
                  </a:cubicBezTo>
                  <a:cubicBezTo>
                    <a:pt x="1247" y="10512"/>
                    <a:pt x="1128" y="10702"/>
                    <a:pt x="986" y="10907"/>
                  </a:cubicBezTo>
                  <a:cubicBezTo>
                    <a:pt x="744" y="11275"/>
                    <a:pt x="0" y="11730"/>
                    <a:pt x="250" y="11932"/>
                  </a:cubicBezTo>
                  <a:cubicBezTo>
                    <a:pt x="297" y="11971"/>
                    <a:pt x="355" y="11987"/>
                    <a:pt x="419" y="11987"/>
                  </a:cubicBezTo>
                  <a:cubicBezTo>
                    <a:pt x="689" y="11987"/>
                    <a:pt x="1073" y="11698"/>
                    <a:pt x="1274" y="11564"/>
                  </a:cubicBezTo>
                  <a:cubicBezTo>
                    <a:pt x="1385" y="11491"/>
                    <a:pt x="1475" y="11447"/>
                    <a:pt x="1538" y="11447"/>
                  </a:cubicBezTo>
                  <a:cubicBezTo>
                    <a:pt x="1615" y="11447"/>
                    <a:pt x="1653" y="11512"/>
                    <a:pt x="1642" y="11671"/>
                  </a:cubicBezTo>
                  <a:cubicBezTo>
                    <a:pt x="1623" y="11956"/>
                    <a:pt x="1991" y="12284"/>
                    <a:pt x="1991" y="12284"/>
                  </a:cubicBezTo>
                  <a:cubicBezTo>
                    <a:pt x="1991" y="12284"/>
                    <a:pt x="2086" y="11394"/>
                    <a:pt x="2133" y="10789"/>
                  </a:cubicBezTo>
                  <a:cubicBezTo>
                    <a:pt x="2165" y="10792"/>
                    <a:pt x="2197" y="10793"/>
                    <a:pt x="2226" y="10793"/>
                  </a:cubicBezTo>
                  <a:cubicBezTo>
                    <a:pt x="2565" y="10793"/>
                    <a:pt x="2742" y="10622"/>
                    <a:pt x="2742" y="10622"/>
                  </a:cubicBezTo>
                  <a:cubicBezTo>
                    <a:pt x="2742" y="10622"/>
                    <a:pt x="3178" y="8391"/>
                    <a:pt x="3379" y="7663"/>
                  </a:cubicBezTo>
                  <a:cubicBezTo>
                    <a:pt x="3462" y="7362"/>
                    <a:pt x="3795" y="6480"/>
                    <a:pt x="3795" y="6480"/>
                  </a:cubicBezTo>
                  <a:lnTo>
                    <a:pt x="3795" y="6480"/>
                  </a:lnTo>
                  <a:lnTo>
                    <a:pt x="3462" y="11853"/>
                  </a:lnTo>
                  <a:cubicBezTo>
                    <a:pt x="3546" y="11924"/>
                    <a:pt x="3633" y="11988"/>
                    <a:pt x="3724" y="12047"/>
                  </a:cubicBezTo>
                  <a:cubicBezTo>
                    <a:pt x="3625" y="13740"/>
                    <a:pt x="3348" y="17939"/>
                    <a:pt x="3067" y="19581"/>
                  </a:cubicBezTo>
                  <a:cubicBezTo>
                    <a:pt x="3241" y="19755"/>
                    <a:pt x="3447" y="19893"/>
                    <a:pt x="3676" y="19984"/>
                  </a:cubicBezTo>
                  <a:lnTo>
                    <a:pt x="3490" y="20079"/>
                  </a:lnTo>
                  <a:cubicBezTo>
                    <a:pt x="3292" y="20154"/>
                    <a:pt x="3031" y="20218"/>
                    <a:pt x="2750" y="20321"/>
                  </a:cubicBezTo>
                  <a:lnTo>
                    <a:pt x="2742" y="20321"/>
                  </a:lnTo>
                  <a:lnTo>
                    <a:pt x="2663" y="20352"/>
                  </a:lnTo>
                  <a:cubicBezTo>
                    <a:pt x="2331" y="20475"/>
                    <a:pt x="2224" y="20728"/>
                    <a:pt x="2572" y="20728"/>
                  </a:cubicBezTo>
                  <a:lnTo>
                    <a:pt x="2295" y="20728"/>
                  </a:lnTo>
                  <a:lnTo>
                    <a:pt x="2295" y="20855"/>
                  </a:lnTo>
                  <a:lnTo>
                    <a:pt x="4836" y="20855"/>
                  </a:lnTo>
                  <a:lnTo>
                    <a:pt x="4836" y="20728"/>
                  </a:lnTo>
                  <a:lnTo>
                    <a:pt x="4622" y="20728"/>
                  </a:lnTo>
                  <a:cubicBezTo>
                    <a:pt x="4843" y="20728"/>
                    <a:pt x="4824" y="20376"/>
                    <a:pt x="4824" y="20067"/>
                  </a:cubicBezTo>
                  <a:cubicBezTo>
                    <a:pt x="4915" y="20052"/>
                    <a:pt x="5006" y="20024"/>
                    <a:pt x="5097" y="19996"/>
                  </a:cubicBezTo>
                  <a:cubicBezTo>
                    <a:pt x="5259" y="17903"/>
                    <a:pt x="5492" y="14567"/>
                    <a:pt x="5619" y="12668"/>
                  </a:cubicBezTo>
                  <a:lnTo>
                    <a:pt x="5892" y="12668"/>
                  </a:lnTo>
                  <a:cubicBezTo>
                    <a:pt x="6141" y="14805"/>
                    <a:pt x="6584" y="18683"/>
                    <a:pt x="6679" y="19996"/>
                  </a:cubicBezTo>
                  <a:cubicBezTo>
                    <a:pt x="6838" y="20063"/>
                    <a:pt x="7000" y="20115"/>
                    <a:pt x="7170" y="20147"/>
                  </a:cubicBezTo>
                  <a:cubicBezTo>
                    <a:pt x="7170" y="20431"/>
                    <a:pt x="7170" y="20728"/>
                    <a:pt x="7372" y="20728"/>
                  </a:cubicBezTo>
                  <a:lnTo>
                    <a:pt x="7158" y="20728"/>
                  </a:lnTo>
                  <a:lnTo>
                    <a:pt x="7158" y="20855"/>
                  </a:lnTo>
                  <a:lnTo>
                    <a:pt x="9694" y="20855"/>
                  </a:lnTo>
                  <a:lnTo>
                    <a:pt x="9694" y="20728"/>
                  </a:lnTo>
                  <a:lnTo>
                    <a:pt x="9417" y="20728"/>
                  </a:lnTo>
                  <a:cubicBezTo>
                    <a:pt x="9770" y="20728"/>
                    <a:pt x="9663" y="20475"/>
                    <a:pt x="9330" y="20352"/>
                  </a:cubicBezTo>
                  <a:lnTo>
                    <a:pt x="9251" y="20321"/>
                  </a:lnTo>
                  <a:lnTo>
                    <a:pt x="9239" y="20321"/>
                  </a:lnTo>
                  <a:cubicBezTo>
                    <a:pt x="8959" y="20218"/>
                    <a:pt x="8701" y="20154"/>
                    <a:pt x="8503" y="20079"/>
                  </a:cubicBezTo>
                  <a:lnTo>
                    <a:pt x="8377" y="20016"/>
                  </a:lnTo>
                  <a:cubicBezTo>
                    <a:pt x="8598" y="19905"/>
                    <a:pt x="8761" y="19751"/>
                    <a:pt x="8836" y="19581"/>
                  </a:cubicBezTo>
                  <a:cubicBezTo>
                    <a:pt x="8480" y="17674"/>
                    <a:pt x="8021" y="13729"/>
                    <a:pt x="7835" y="12083"/>
                  </a:cubicBezTo>
                  <a:cubicBezTo>
                    <a:pt x="7926" y="12023"/>
                    <a:pt x="8013" y="11960"/>
                    <a:pt x="8092" y="11893"/>
                  </a:cubicBezTo>
                  <a:lnTo>
                    <a:pt x="7510" y="6298"/>
                  </a:lnTo>
                  <a:lnTo>
                    <a:pt x="7510" y="6298"/>
                  </a:lnTo>
                  <a:cubicBezTo>
                    <a:pt x="7510" y="6298"/>
                    <a:pt x="7926" y="7552"/>
                    <a:pt x="8033" y="7975"/>
                  </a:cubicBezTo>
                  <a:cubicBezTo>
                    <a:pt x="8203" y="8628"/>
                    <a:pt x="8575" y="10622"/>
                    <a:pt x="8575" y="10622"/>
                  </a:cubicBezTo>
                  <a:cubicBezTo>
                    <a:pt x="8575" y="10622"/>
                    <a:pt x="8747" y="10791"/>
                    <a:pt x="9082" y="10791"/>
                  </a:cubicBezTo>
                  <a:cubicBezTo>
                    <a:pt x="9106" y="10791"/>
                    <a:pt x="9131" y="10791"/>
                    <a:pt x="9156" y="10789"/>
                  </a:cubicBezTo>
                  <a:cubicBezTo>
                    <a:pt x="9208" y="11394"/>
                    <a:pt x="9299" y="12284"/>
                    <a:pt x="9299" y="12284"/>
                  </a:cubicBezTo>
                  <a:cubicBezTo>
                    <a:pt x="9299" y="12284"/>
                    <a:pt x="9671" y="11956"/>
                    <a:pt x="9647" y="11671"/>
                  </a:cubicBezTo>
                  <a:cubicBezTo>
                    <a:pt x="9634" y="11513"/>
                    <a:pt x="9672" y="11448"/>
                    <a:pt x="9750" y="11448"/>
                  </a:cubicBezTo>
                  <a:cubicBezTo>
                    <a:pt x="9814" y="11448"/>
                    <a:pt x="9906" y="11493"/>
                    <a:pt x="10019" y="11568"/>
                  </a:cubicBezTo>
                  <a:cubicBezTo>
                    <a:pt x="10216" y="11699"/>
                    <a:pt x="10598" y="11990"/>
                    <a:pt x="10867" y="11990"/>
                  </a:cubicBezTo>
                  <a:cubicBezTo>
                    <a:pt x="10933" y="11990"/>
                    <a:pt x="10992" y="11973"/>
                    <a:pt x="11040" y="11932"/>
                  </a:cubicBezTo>
                  <a:cubicBezTo>
                    <a:pt x="11289" y="11726"/>
                    <a:pt x="10545" y="11275"/>
                    <a:pt x="10304" y="10907"/>
                  </a:cubicBezTo>
                  <a:cubicBezTo>
                    <a:pt x="10165" y="10706"/>
                    <a:pt x="10051" y="10528"/>
                    <a:pt x="9948" y="10369"/>
                  </a:cubicBezTo>
                  <a:cubicBezTo>
                    <a:pt x="10126" y="10171"/>
                    <a:pt x="10284" y="9950"/>
                    <a:pt x="10415" y="9716"/>
                  </a:cubicBezTo>
                  <a:cubicBezTo>
                    <a:pt x="10415" y="9716"/>
                    <a:pt x="9623" y="8225"/>
                    <a:pt x="9509" y="7869"/>
                  </a:cubicBezTo>
                  <a:cubicBezTo>
                    <a:pt x="9449" y="7671"/>
                    <a:pt x="8523" y="4818"/>
                    <a:pt x="8230" y="4489"/>
                  </a:cubicBezTo>
                  <a:cubicBezTo>
                    <a:pt x="8088" y="4331"/>
                    <a:pt x="7870" y="4193"/>
                    <a:pt x="7633" y="4082"/>
                  </a:cubicBezTo>
                  <a:cubicBezTo>
                    <a:pt x="7692" y="3912"/>
                    <a:pt x="7720" y="3730"/>
                    <a:pt x="7716" y="3548"/>
                  </a:cubicBezTo>
                  <a:cubicBezTo>
                    <a:pt x="7716" y="3211"/>
                    <a:pt x="7427" y="3089"/>
                    <a:pt x="7518" y="2899"/>
                  </a:cubicBezTo>
                  <a:cubicBezTo>
                    <a:pt x="7736" y="2475"/>
                    <a:pt x="7415" y="2056"/>
                    <a:pt x="7174" y="1688"/>
                  </a:cubicBezTo>
                  <a:cubicBezTo>
                    <a:pt x="7099" y="1336"/>
                    <a:pt x="7020" y="1154"/>
                    <a:pt x="6956" y="1055"/>
                  </a:cubicBezTo>
                  <a:lnTo>
                    <a:pt x="6956" y="833"/>
                  </a:lnTo>
                  <a:lnTo>
                    <a:pt x="6925" y="833"/>
                  </a:lnTo>
                  <a:cubicBezTo>
                    <a:pt x="6857" y="552"/>
                    <a:pt x="6616" y="38"/>
                    <a:pt x="5730" y="2"/>
                  </a:cubicBezTo>
                  <a:cubicBezTo>
                    <a:pt x="5704" y="1"/>
                    <a:pt x="5679" y="1"/>
                    <a:pt x="56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2373774" y="2724072"/>
              <a:ext cx="697523" cy="1277509"/>
            </a:xfrm>
            <a:custGeom>
              <a:avLst/>
              <a:gdLst/>
              <a:ahLst/>
              <a:cxnLst/>
              <a:rect l="l" t="t" r="r" b="b"/>
              <a:pathLst>
                <a:path w="11056" h="20249" extrusionOk="0">
                  <a:moveTo>
                    <a:pt x="5609" y="1"/>
                  </a:moveTo>
                  <a:cubicBezTo>
                    <a:pt x="5335" y="1"/>
                    <a:pt x="5039" y="88"/>
                    <a:pt x="4824" y="330"/>
                  </a:cubicBezTo>
                  <a:cubicBezTo>
                    <a:pt x="4634" y="547"/>
                    <a:pt x="4511" y="817"/>
                    <a:pt x="4464" y="1105"/>
                  </a:cubicBezTo>
                  <a:lnTo>
                    <a:pt x="4456" y="1141"/>
                  </a:lnTo>
                  <a:lnTo>
                    <a:pt x="4424" y="1283"/>
                  </a:lnTo>
                  <a:lnTo>
                    <a:pt x="4396" y="1430"/>
                  </a:lnTo>
                  <a:cubicBezTo>
                    <a:pt x="4305" y="1897"/>
                    <a:pt x="4254" y="2676"/>
                    <a:pt x="4226" y="3377"/>
                  </a:cubicBezTo>
                  <a:lnTo>
                    <a:pt x="3906" y="3460"/>
                  </a:lnTo>
                  <a:cubicBezTo>
                    <a:pt x="3906" y="3460"/>
                    <a:pt x="3605" y="3495"/>
                    <a:pt x="3387" y="3638"/>
                  </a:cubicBezTo>
                  <a:cubicBezTo>
                    <a:pt x="3170" y="3780"/>
                    <a:pt x="2794" y="4940"/>
                    <a:pt x="2584" y="5640"/>
                  </a:cubicBezTo>
                  <a:cubicBezTo>
                    <a:pt x="2541" y="5790"/>
                    <a:pt x="2497" y="5933"/>
                    <a:pt x="2454" y="6071"/>
                  </a:cubicBezTo>
                  <a:cubicBezTo>
                    <a:pt x="2335" y="6443"/>
                    <a:pt x="2224" y="6764"/>
                    <a:pt x="2129" y="7021"/>
                  </a:cubicBezTo>
                  <a:cubicBezTo>
                    <a:pt x="2038" y="7278"/>
                    <a:pt x="1959" y="7460"/>
                    <a:pt x="1911" y="7575"/>
                  </a:cubicBezTo>
                  <a:cubicBezTo>
                    <a:pt x="1563" y="8382"/>
                    <a:pt x="1128" y="9522"/>
                    <a:pt x="1128" y="9522"/>
                  </a:cubicBezTo>
                  <a:lnTo>
                    <a:pt x="1187" y="9557"/>
                  </a:lnTo>
                  <a:cubicBezTo>
                    <a:pt x="1128" y="9676"/>
                    <a:pt x="1061" y="9791"/>
                    <a:pt x="990" y="9897"/>
                  </a:cubicBezTo>
                  <a:cubicBezTo>
                    <a:pt x="796" y="10174"/>
                    <a:pt x="566" y="10558"/>
                    <a:pt x="368" y="10827"/>
                  </a:cubicBezTo>
                  <a:cubicBezTo>
                    <a:pt x="170" y="11100"/>
                    <a:pt x="0" y="11393"/>
                    <a:pt x="151" y="11449"/>
                  </a:cubicBezTo>
                  <a:cubicBezTo>
                    <a:pt x="193" y="11463"/>
                    <a:pt x="236" y="11470"/>
                    <a:pt x="280" y="11470"/>
                  </a:cubicBezTo>
                  <a:cubicBezTo>
                    <a:pt x="527" y="11470"/>
                    <a:pt x="783" y="11239"/>
                    <a:pt x="958" y="10879"/>
                  </a:cubicBezTo>
                  <a:cubicBezTo>
                    <a:pt x="1040" y="10706"/>
                    <a:pt x="1141" y="10589"/>
                    <a:pt x="1215" y="10589"/>
                  </a:cubicBezTo>
                  <a:cubicBezTo>
                    <a:pt x="1248" y="10589"/>
                    <a:pt x="1276" y="10613"/>
                    <a:pt x="1294" y="10665"/>
                  </a:cubicBezTo>
                  <a:cubicBezTo>
                    <a:pt x="1354" y="10835"/>
                    <a:pt x="1377" y="11021"/>
                    <a:pt x="1603" y="11096"/>
                  </a:cubicBezTo>
                  <a:cubicBezTo>
                    <a:pt x="1627" y="11104"/>
                    <a:pt x="1645" y="11108"/>
                    <a:pt x="1660" y="11108"/>
                  </a:cubicBezTo>
                  <a:cubicBezTo>
                    <a:pt x="1780" y="11108"/>
                    <a:pt x="1603" y="10844"/>
                    <a:pt x="1603" y="10590"/>
                  </a:cubicBezTo>
                  <a:cubicBezTo>
                    <a:pt x="1603" y="10333"/>
                    <a:pt x="1638" y="10076"/>
                    <a:pt x="1706" y="9830"/>
                  </a:cubicBezTo>
                  <a:lnTo>
                    <a:pt x="1848" y="9890"/>
                  </a:lnTo>
                  <a:cubicBezTo>
                    <a:pt x="2003" y="9949"/>
                    <a:pt x="2165" y="9981"/>
                    <a:pt x="2327" y="9988"/>
                  </a:cubicBezTo>
                  <a:lnTo>
                    <a:pt x="2972" y="9988"/>
                  </a:lnTo>
                  <a:cubicBezTo>
                    <a:pt x="2972" y="9988"/>
                    <a:pt x="3534" y="7009"/>
                    <a:pt x="3605" y="6491"/>
                  </a:cubicBezTo>
                  <a:cubicBezTo>
                    <a:pt x="3652" y="6131"/>
                    <a:pt x="3740" y="5778"/>
                    <a:pt x="3862" y="5438"/>
                  </a:cubicBezTo>
                  <a:cubicBezTo>
                    <a:pt x="3918" y="6028"/>
                    <a:pt x="3910" y="6681"/>
                    <a:pt x="3882" y="7531"/>
                  </a:cubicBezTo>
                  <a:cubicBezTo>
                    <a:pt x="3842" y="8687"/>
                    <a:pt x="3197" y="11219"/>
                    <a:pt x="2928" y="12679"/>
                  </a:cubicBezTo>
                  <a:cubicBezTo>
                    <a:pt x="2972" y="12778"/>
                    <a:pt x="3047" y="12865"/>
                    <a:pt x="3138" y="12924"/>
                  </a:cubicBezTo>
                  <a:cubicBezTo>
                    <a:pt x="2810" y="15109"/>
                    <a:pt x="2754" y="16699"/>
                    <a:pt x="2754" y="16699"/>
                  </a:cubicBezTo>
                  <a:cubicBezTo>
                    <a:pt x="2754" y="16699"/>
                    <a:pt x="3095" y="16952"/>
                    <a:pt x="3799" y="17119"/>
                  </a:cubicBezTo>
                  <a:cubicBezTo>
                    <a:pt x="3858" y="17811"/>
                    <a:pt x="3906" y="18614"/>
                    <a:pt x="3838" y="19113"/>
                  </a:cubicBezTo>
                  <a:cubicBezTo>
                    <a:pt x="3823" y="19208"/>
                    <a:pt x="3771" y="19295"/>
                    <a:pt x="3688" y="19350"/>
                  </a:cubicBezTo>
                  <a:lnTo>
                    <a:pt x="3391" y="19493"/>
                  </a:lnTo>
                  <a:cubicBezTo>
                    <a:pt x="3194" y="19564"/>
                    <a:pt x="2948" y="19631"/>
                    <a:pt x="2675" y="19730"/>
                  </a:cubicBezTo>
                  <a:lnTo>
                    <a:pt x="2663" y="19730"/>
                  </a:lnTo>
                  <a:cubicBezTo>
                    <a:pt x="2640" y="19738"/>
                    <a:pt x="2612" y="19750"/>
                    <a:pt x="2584" y="19762"/>
                  </a:cubicBezTo>
                  <a:cubicBezTo>
                    <a:pt x="2264" y="19881"/>
                    <a:pt x="2157" y="20126"/>
                    <a:pt x="2497" y="20126"/>
                  </a:cubicBezTo>
                  <a:lnTo>
                    <a:pt x="2228" y="20126"/>
                  </a:lnTo>
                  <a:lnTo>
                    <a:pt x="2228" y="20249"/>
                  </a:lnTo>
                  <a:lnTo>
                    <a:pt x="4697" y="20249"/>
                  </a:lnTo>
                  <a:lnTo>
                    <a:pt x="4697" y="20126"/>
                  </a:lnTo>
                  <a:lnTo>
                    <a:pt x="4491" y="20126"/>
                  </a:lnTo>
                  <a:cubicBezTo>
                    <a:pt x="4760" y="20126"/>
                    <a:pt x="4661" y="19592"/>
                    <a:pt x="4701" y="19275"/>
                  </a:cubicBezTo>
                  <a:cubicBezTo>
                    <a:pt x="4713" y="19156"/>
                    <a:pt x="4760" y="18302"/>
                    <a:pt x="4816" y="17261"/>
                  </a:cubicBezTo>
                  <a:cubicBezTo>
                    <a:pt x="4939" y="17267"/>
                    <a:pt x="5066" y="17272"/>
                    <a:pt x="5200" y="17272"/>
                  </a:cubicBezTo>
                  <a:cubicBezTo>
                    <a:pt x="5316" y="17272"/>
                    <a:pt x="5437" y="17268"/>
                    <a:pt x="5564" y="17261"/>
                  </a:cubicBezTo>
                  <a:lnTo>
                    <a:pt x="6145" y="17222"/>
                  </a:lnTo>
                  <a:cubicBezTo>
                    <a:pt x="6201" y="18278"/>
                    <a:pt x="6252" y="19156"/>
                    <a:pt x="6264" y="19275"/>
                  </a:cubicBezTo>
                  <a:cubicBezTo>
                    <a:pt x="6300" y="19592"/>
                    <a:pt x="6201" y="20126"/>
                    <a:pt x="6474" y="20126"/>
                  </a:cubicBezTo>
                  <a:lnTo>
                    <a:pt x="6264" y="20126"/>
                  </a:lnTo>
                  <a:lnTo>
                    <a:pt x="6264" y="20249"/>
                  </a:lnTo>
                  <a:lnTo>
                    <a:pt x="8737" y="20249"/>
                  </a:lnTo>
                  <a:lnTo>
                    <a:pt x="8737" y="20126"/>
                  </a:lnTo>
                  <a:lnTo>
                    <a:pt x="8468" y="20126"/>
                  </a:lnTo>
                  <a:cubicBezTo>
                    <a:pt x="8808" y="20126"/>
                    <a:pt x="8697" y="19881"/>
                    <a:pt x="8377" y="19762"/>
                  </a:cubicBezTo>
                  <a:cubicBezTo>
                    <a:pt x="8353" y="19750"/>
                    <a:pt x="8325" y="19738"/>
                    <a:pt x="8298" y="19730"/>
                  </a:cubicBezTo>
                  <a:lnTo>
                    <a:pt x="8290" y="19730"/>
                  </a:lnTo>
                  <a:cubicBezTo>
                    <a:pt x="8017" y="19631"/>
                    <a:pt x="7768" y="19564"/>
                    <a:pt x="7578" y="19493"/>
                  </a:cubicBezTo>
                  <a:lnTo>
                    <a:pt x="7273" y="19350"/>
                  </a:lnTo>
                  <a:cubicBezTo>
                    <a:pt x="7198" y="19295"/>
                    <a:pt x="7142" y="19208"/>
                    <a:pt x="7127" y="19113"/>
                  </a:cubicBezTo>
                  <a:cubicBezTo>
                    <a:pt x="7055" y="18614"/>
                    <a:pt x="7107" y="17799"/>
                    <a:pt x="7166" y="17107"/>
                  </a:cubicBezTo>
                  <a:cubicBezTo>
                    <a:pt x="7965" y="16980"/>
                    <a:pt x="8393" y="16842"/>
                    <a:pt x="8393" y="16842"/>
                  </a:cubicBezTo>
                  <a:cubicBezTo>
                    <a:pt x="8393" y="16842"/>
                    <a:pt x="8143" y="14713"/>
                    <a:pt x="7863" y="12865"/>
                  </a:cubicBezTo>
                  <a:cubicBezTo>
                    <a:pt x="7946" y="12810"/>
                    <a:pt x="8009" y="12731"/>
                    <a:pt x="8052" y="12640"/>
                  </a:cubicBezTo>
                  <a:cubicBezTo>
                    <a:pt x="7779" y="11179"/>
                    <a:pt x="7134" y="8647"/>
                    <a:pt x="7095" y="7492"/>
                  </a:cubicBezTo>
                  <a:cubicBezTo>
                    <a:pt x="7067" y="6526"/>
                    <a:pt x="7055" y="5822"/>
                    <a:pt x="7142" y="5169"/>
                  </a:cubicBezTo>
                  <a:cubicBezTo>
                    <a:pt x="7253" y="5454"/>
                    <a:pt x="7439" y="5968"/>
                    <a:pt x="7502" y="6491"/>
                  </a:cubicBezTo>
                  <a:cubicBezTo>
                    <a:pt x="7566" y="7013"/>
                    <a:pt x="8136" y="9988"/>
                    <a:pt x="8136" y="9988"/>
                  </a:cubicBezTo>
                  <a:lnTo>
                    <a:pt x="8769" y="9988"/>
                  </a:lnTo>
                  <a:cubicBezTo>
                    <a:pt x="8935" y="9981"/>
                    <a:pt x="9097" y="9949"/>
                    <a:pt x="9255" y="9890"/>
                  </a:cubicBezTo>
                  <a:lnTo>
                    <a:pt x="9354" y="9846"/>
                  </a:lnTo>
                  <a:cubicBezTo>
                    <a:pt x="9418" y="10087"/>
                    <a:pt x="9453" y="10341"/>
                    <a:pt x="9453" y="10590"/>
                  </a:cubicBezTo>
                  <a:cubicBezTo>
                    <a:pt x="9453" y="10844"/>
                    <a:pt x="9273" y="11108"/>
                    <a:pt x="9395" y="11108"/>
                  </a:cubicBezTo>
                  <a:cubicBezTo>
                    <a:pt x="9410" y="11108"/>
                    <a:pt x="9429" y="11104"/>
                    <a:pt x="9453" y="11096"/>
                  </a:cubicBezTo>
                  <a:cubicBezTo>
                    <a:pt x="9675" y="11021"/>
                    <a:pt x="9699" y="10827"/>
                    <a:pt x="9758" y="10665"/>
                  </a:cubicBezTo>
                  <a:cubicBezTo>
                    <a:pt x="9776" y="10615"/>
                    <a:pt x="9804" y="10593"/>
                    <a:pt x="9837" y="10593"/>
                  </a:cubicBezTo>
                  <a:cubicBezTo>
                    <a:pt x="9911" y="10593"/>
                    <a:pt x="10012" y="10706"/>
                    <a:pt x="10094" y="10879"/>
                  </a:cubicBezTo>
                  <a:cubicBezTo>
                    <a:pt x="10266" y="11239"/>
                    <a:pt x="10526" y="11470"/>
                    <a:pt x="10773" y="11470"/>
                  </a:cubicBezTo>
                  <a:cubicBezTo>
                    <a:pt x="10817" y="11470"/>
                    <a:pt x="10860" y="11463"/>
                    <a:pt x="10901" y="11449"/>
                  </a:cubicBezTo>
                  <a:cubicBezTo>
                    <a:pt x="11056" y="11393"/>
                    <a:pt x="10874" y="11096"/>
                    <a:pt x="10676" y="10827"/>
                  </a:cubicBezTo>
                  <a:cubicBezTo>
                    <a:pt x="10478" y="10562"/>
                    <a:pt x="10256" y="10170"/>
                    <a:pt x="10066" y="9894"/>
                  </a:cubicBezTo>
                  <a:cubicBezTo>
                    <a:pt x="9995" y="9791"/>
                    <a:pt x="9932" y="9688"/>
                    <a:pt x="9877" y="9577"/>
                  </a:cubicBezTo>
                  <a:lnTo>
                    <a:pt x="9975" y="9518"/>
                  </a:lnTo>
                  <a:cubicBezTo>
                    <a:pt x="9975" y="9518"/>
                    <a:pt x="9536" y="8374"/>
                    <a:pt x="9188" y="7571"/>
                  </a:cubicBezTo>
                  <a:cubicBezTo>
                    <a:pt x="9141" y="7456"/>
                    <a:pt x="9065" y="7266"/>
                    <a:pt x="8970" y="7017"/>
                  </a:cubicBezTo>
                  <a:cubicBezTo>
                    <a:pt x="8879" y="6764"/>
                    <a:pt x="8765" y="6435"/>
                    <a:pt x="8650" y="6067"/>
                  </a:cubicBezTo>
                  <a:cubicBezTo>
                    <a:pt x="8602" y="5929"/>
                    <a:pt x="8559" y="5782"/>
                    <a:pt x="8515" y="5636"/>
                  </a:cubicBezTo>
                  <a:cubicBezTo>
                    <a:pt x="8310" y="4932"/>
                    <a:pt x="7934" y="3776"/>
                    <a:pt x="7716" y="3634"/>
                  </a:cubicBezTo>
                  <a:cubicBezTo>
                    <a:pt x="7582" y="3551"/>
                    <a:pt x="7431" y="3495"/>
                    <a:pt x="7277" y="3468"/>
                  </a:cubicBezTo>
                  <a:lnTo>
                    <a:pt x="7020" y="3400"/>
                  </a:lnTo>
                  <a:cubicBezTo>
                    <a:pt x="6964" y="2692"/>
                    <a:pt x="6865" y="1754"/>
                    <a:pt x="6707" y="1406"/>
                  </a:cubicBezTo>
                  <a:lnTo>
                    <a:pt x="6695" y="1264"/>
                  </a:lnTo>
                  <a:lnTo>
                    <a:pt x="6687" y="1129"/>
                  </a:lnTo>
                  <a:lnTo>
                    <a:pt x="6687" y="1034"/>
                  </a:lnTo>
                  <a:lnTo>
                    <a:pt x="6676" y="1034"/>
                  </a:lnTo>
                  <a:cubicBezTo>
                    <a:pt x="6679" y="698"/>
                    <a:pt x="6517" y="381"/>
                    <a:pt x="6244" y="179"/>
                  </a:cubicBezTo>
                  <a:cubicBezTo>
                    <a:pt x="6109" y="79"/>
                    <a:pt x="5869" y="1"/>
                    <a:pt x="5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2316867" y="1959732"/>
              <a:ext cx="253433" cy="286366"/>
            </a:xfrm>
            <a:custGeom>
              <a:avLst/>
              <a:gdLst/>
              <a:ahLst/>
              <a:cxnLst/>
              <a:rect l="l" t="t" r="r" b="b"/>
              <a:pathLst>
                <a:path w="4017" h="4539" extrusionOk="0">
                  <a:moveTo>
                    <a:pt x="1720" y="1085"/>
                  </a:moveTo>
                  <a:cubicBezTo>
                    <a:pt x="1780" y="1085"/>
                    <a:pt x="1831" y="1090"/>
                    <a:pt x="1868" y="1101"/>
                  </a:cubicBezTo>
                  <a:cubicBezTo>
                    <a:pt x="2157" y="1192"/>
                    <a:pt x="2196" y="1615"/>
                    <a:pt x="1789" y="1623"/>
                  </a:cubicBezTo>
                  <a:cubicBezTo>
                    <a:pt x="1787" y="1623"/>
                    <a:pt x="1785" y="1623"/>
                    <a:pt x="1783" y="1623"/>
                  </a:cubicBezTo>
                  <a:cubicBezTo>
                    <a:pt x="1498" y="1623"/>
                    <a:pt x="1079" y="1329"/>
                    <a:pt x="863" y="1219"/>
                  </a:cubicBezTo>
                  <a:cubicBezTo>
                    <a:pt x="945" y="1193"/>
                    <a:pt x="1432" y="1085"/>
                    <a:pt x="1720" y="1085"/>
                  </a:cubicBezTo>
                  <a:close/>
                  <a:moveTo>
                    <a:pt x="822" y="0"/>
                  </a:moveTo>
                  <a:cubicBezTo>
                    <a:pt x="460" y="0"/>
                    <a:pt x="121" y="137"/>
                    <a:pt x="99" y="539"/>
                  </a:cubicBezTo>
                  <a:cubicBezTo>
                    <a:pt x="79" y="824"/>
                    <a:pt x="218" y="1061"/>
                    <a:pt x="435" y="1247"/>
                  </a:cubicBezTo>
                  <a:cubicBezTo>
                    <a:pt x="230" y="1397"/>
                    <a:pt x="75" y="1595"/>
                    <a:pt x="56" y="1833"/>
                  </a:cubicBezTo>
                  <a:cubicBezTo>
                    <a:pt x="0" y="2474"/>
                    <a:pt x="685" y="3198"/>
                    <a:pt x="1148" y="3542"/>
                  </a:cubicBezTo>
                  <a:cubicBezTo>
                    <a:pt x="1907" y="4104"/>
                    <a:pt x="2722" y="4219"/>
                    <a:pt x="3589" y="4511"/>
                  </a:cubicBezTo>
                  <a:cubicBezTo>
                    <a:pt x="3645" y="4530"/>
                    <a:pt x="3701" y="4538"/>
                    <a:pt x="3750" y="4538"/>
                  </a:cubicBezTo>
                  <a:cubicBezTo>
                    <a:pt x="3926" y="4538"/>
                    <a:pt x="4017" y="4424"/>
                    <a:pt x="3735" y="4211"/>
                  </a:cubicBezTo>
                  <a:cubicBezTo>
                    <a:pt x="3352" y="3930"/>
                    <a:pt x="2861" y="3993"/>
                    <a:pt x="2402" y="3894"/>
                  </a:cubicBezTo>
                  <a:cubicBezTo>
                    <a:pt x="1702" y="3744"/>
                    <a:pt x="1061" y="3431"/>
                    <a:pt x="621" y="2850"/>
                  </a:cubicBezTo>
                  <a:cubicBezTo>
                    <a:pt x="317" y="2454"/>
                    <a:pt x="56" y="1809"/>
                    <a:pt x="661" y="1405"/>
                  </a:cubicBezTo>
                  <a:cubicBezTo>
                    <a:pt x="1050" y="1629"/>
                    <a:pt x="1535" y="1826"/>
                    <a:pt x="1894" y="1826"/>
                  </a:cubicBezTo>
                  <a:cubicBezTo>
                    <a:pt x="1966" y="1826"/>
                    <a:pt x="2033" y="1818"/>
                    <a:pt x="2093" y="1801"/>
                  </a:cubicBezTo>
                  <a:cubicBezTo>
                    <a:pt x="2279" y="1750"/>
                    <a:pt x="2335" y="1635"/>
                    <a:pt x="2291" y="1425"/>
                  </a:cubicBezTo>
                  <a:cubicBezTo>
                    <a:pt x="2203" y="1044"/>
                    <a:pt x="1902" y="902"/>
                    <a:pt x="1543" y="902"/>
                  </a:cubicBezTo>
                  <a:cubicBezTo>
                    <a:pt x="1276" y="902"/>
                    <a:pt x="977" y="980"/>
                    <a:pt x="708" y="1097"/>
                  </a:cubicBezTo>
                  <a:cubicBezTo>
                    <a:pt x="590" y="1014"/>
                    <a:pt x="412" y="871"/>
                    <a:pt x="372" y="796"/>
                  </a:cubicBezTo>
                  <a:cubicBezTo>
                    <a:pt x="210" y="451"/>
                    <a:pt x="397" y="362"/>
                    <a:pt x="668" y="362"/>
                  </a:cubicBezTo>
                  <a:cubicBezTo>
                    <a:pt x="959" y="362"/>
                    <a:pt x="1346" y="464"/>
                    <a:pt x="1511" y="464"/>
                  </a:cubicBezTo>
                  <a:cubicBezTo>
                    <a:pt x="1512" y="464"/>
                    <a:pt x="1514" y="464"/>
                    <a:pt x="1516" y="464"/>
                  </a:cubicBezTo>
                  <a:cubicBezTo>
                    <a:pt x="1828" y="460"/>
                    <a:pt x="1848" y="369"/>
                    <a:pt x="1595" y="202"/>
                  </a:cubicBezTo>
                  <a:cubicBezTo>
                    <a:pt x="1426" y="91"/>
                    <a:pt x="1116" y="0"/>
                    <a:pt x="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4398344" y="2020930"/>
              <a:ext cx="326049" cy="225484"/>
            </a:xfrm>
            <a:custGeom>
              <a:avLst/>
              <a:gdLst/>
              <a:ahLst/>
              <a:cxnLst/>
              <a:rect l="l" t="t" r="r" b="b"/>
              <a:pathLst>
                <a:path w="5168" h="3574" extrusionOk="0">
                  <a:moveTo>
                    <a:pt x="2050" y="819"/>
                  </a:moveTo>
                  <a:cubicBezTo>
                    <a:pt x="2356" y="819"/>
                    <a:pt x="2511" y="1211"/>
                    <a:pt x="2121" y="1337"/>
                  </a:cubicBezTo>
                  <a:cubicBezTo>
                    <a:pt x="2066" y="1355"/>
                    <a:pt x="2001" y="1363"/>
                    <a:pt x="1931" y="1363"/>
                  </a:cubicBezTo>
                  <a:cubicBezTo>
                    <a:pt x="1662" y="1363"/>
                    <a:pt x="1312" y="1255"/>
                    <a:pt x="1124" y="1227"/>
                  </a:cubicBezTo>
                  <a:cubicBezTo>
                    <a:pt x="1203" y="1167"/>
                    <a:pt x="1820" y="819"/>
                    <a:pt x="2046" y="819"/>
                  </a:cubicBezTo>
                  <a:cubicBezTo>
                    <a:pt x="2047" y="819"/>
                    <a:pt x="2049" y="819"/>
                    <a:pt x="2050" y="819"/>
                  </a:cubicBezTo>
                  <a:close/>
                  <a:moveTo>
                    <a:pt x="1207" y="0"/>
                  </a:moveTo>
                  <a:cubicBezTo>
                    <a:pt x="718" y="0"/>
                    <a:pt x="54" y="230"/>
                    <a:pt x="194" y="799"/>
                  </a:cubicBezTo>
                  <a:cubicBezTo>
                    <a:pt x="261" y="1076"/>
                    <a:pt x="463" y="1258"/>
                    <a:pt x="720" y="1373"/>
                  </a:cubicBezTo>
                  <a:cubicBezTo>
                    <a:pt x="570" y="1583"/>
                    <a:pt x="483" y="1812"/>
                    <a:pt x="534" y="2046"/>
                  </a:cubicBezTo>
                  <a:cubicBezTo>
                    <a:pt x="669" y="2675"/>
                    <a:pt x="1531" y="3169"/>
                    <a:pt x="2077" y="3355"/>
                  </a:cubicBezTo>
                  <a:cubicBezTo>
                    <a:pt x="2597" y="3540"/>
                    <a:pt x="3092" y="3574"/>
                    <a:pt x="3594" y="3574"/>
                  </a:cubicBezTo>
                  <a:cubicBezTo>
                    <a:pt x="3883" y="3574"/>
                    <a:pt x="4174" y="3563"/>
                    <a:pt x="4474" y="3563"/>
                  </a:cubicBezTo>
                  <a:cubicBezTo>
                    <a:pt x="4547" y="3563"/>
                    <a:pt x="4619" y="3564"/>
                    <a:pt x="4693" y="3565"/>
                  </a:cubicBezTo>
                  <a:cubicBezTo>
                    <a:pt x="4696" y="3565"/>
                    <a:pt x="4699" y="3565"/>
                    <a:pt x="4702" y="3565"/>
                  </a:cubicBezTo>
                  <a:cubicBezTo>
                    <a:pt x="4970" y="3565"/>
                    <a:pt x="5167" y="3389"/>
                    <a:pt x="4748" y="3237"/>
                  </a:cubicBezTo>
                  <a:cubicBezTo>
                    <a:pt x="4628" y="3194"/>
                    <a:pt x="4507" y="3178"/>
                    <a:pt x="4386" y="3178"/>
                  </a:cubicBezTo>
                  <a:cubicBezTo>
                    <a:pt x="4055" y="3178"/>
                    <a:pt x="3722" y="3299"/>
                    <a:pt x="3383" y="3328"/>
                  </a:cubicBezTo>
                  <a:cubicBezTo>
                    <a:pt x="3266" y="3337"/>
                    <a:pt x="3150" y="3343"/>
                    <a:pt x="3034" y="3343"/>
                  </a:cubicBezTo>
                  <a:cubicBezTo>
                    <a:pt x="2440" y="3343"/>
                    <a:pt x="1865" y="3207"/>
                    <a:pt x="1365" y="2849"/>
                  </a:cubicBezTo>
                  <a:cubicBezTo>
                    <a:pt x="970" y="2560"/>
                    <a:pt x="522" y="2026"/>
                    <a:pt x="985" y="1456"/>
                  </a:cubicBezTo>
                  <a:lnTo>
                    <a:pt x="985" y="1456"/>
                  </a:lnTo>
                  <a:cubicBezTo>
                    <a:pt x="1247" y="1519"/>
                    <a:pt x="1538" y="1561"/>
                    <a:pt x="1804" y="1561"/>
                  </a:cubicBezTo>
                  <a:cubicBezTo>
                    <a:pt x="2071" y="1561"/>
                    <a:pt x="2311" y="1519"/>
                    <a:pt x="2469" y="1417"/>
                  </a:cubicBezTo>
                  <a:cubicBezTo>
                    <a:pt x="2635" y="1310"/>
                    <a:pt x="2655" y="1187"/>
                    <a:pt x="2548" y="1001"/>
                  </a:cubicBezTo>
                  <a:cubicBezTo>
                    <a:pt x="2411" y="764"/>
                    <a:pt x="2209" y="669"/>
                    <a:pt x="1984" y="669"/>
                  </a:cubicBezTo>
                  <a:cubicBezTo>
                    <a:pt x="1645" y="669"/>
                    <a:pt x="1251" y="883"/>
                    <a:pt x="938" y="1151"/>
                  </a:cubicBezTo>
                  <a:cubicBezTo>
                    <a:pt x="799" y="1108"/>
                    <a:pt x="590" y="1021"/>
                    <a:pt x="530" y="962"/>
                  </a:cubicBezTo>
                  <a:cubicBezTo>
                    <a:pt x="0" y="380"/>
                    <a:pt x="1231" y="404"/>
                    <a:pt x="1523" y="309"/>
                  </a:cubicBezTo>
                  <a:cubicBezTo>
                    <a:pt x="1812" y="218"/>
                    <a:pt x="1808" y="123"/>
                    <a:pt x="1520" y="40"/>
                  </a:cubicBezTo>
                  <a:cubicBezTo>
                    <a:pt x="1435" y="14"/>
                    <a:pt x="1326" y="0"/>
                    <a:pt x="12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1"/>
            <p:cNvSpPr/>
            <p:nvPr/>
          </p:nvSpPr>
          <p:spPr>
            <a:xfrm>
              <a:off x="8204017" y="1731850"/>
              <a:ext cx="326301" cy="225610"/>
            </a:xfrm>
            <a:custGeom>
              <a:avLst/>
              <a:gdLst/>
              <a:ahLst/>
              <a:cxnLst/>
              <a:rect l="l" t="t" r="r" b="b"/>
              <a:pathLst>
                <a:path w="5172" h="3576" extrusionOk="0">
                  <a:moveTo>
                    <a:pt x="2056" y="823"/>
                  </a:moveTo>
                  <a:cubicBezTo>
                    <a:pt x="2362" y="823"/>
                    <a:pt x="2513" y="1212"/>
                    <a:pt x="2122" y="1337"/>
                  </a:cubicBezTo>
                  <a:cubicBezTo>
                    <a:pt x="2067" y="1356"/>
                    <a:pt x="2002" y="1363"/>
                    <a:pt x="1931" y="1363"/>
                  </a:cubicBezTo>
                  <a:cubicBezTo>
                    <a:pt x="1664" y="1363"/>
                    <a:pt x="1315" y="1258"/>
                    <a:pt x="1124" y="1227"/>
                  </a:cubicBezTo>
                  <a:cubicBezTo>
                    <a:pt x="1208" y="1163"/>
                    <a:pt x="1825" y="823"/>
                    <a:pt x="2046" y="823"/>
                  </a:cubicBezTo>
                  <a:cubicBezTo>
                    <a:pt x="2050" y="823"/>
                    <a:pt x="2053" y="823"/>
                    <a:pt x="2056" y="823"/>
                  </a:cubicBezTo>
                  <a:close/>
                  <a:moveTo>
                    <a:pt x="1223" y="0"/>
                  </a:moveTo>
                  <a:cubicBezTo>
                    <a:pt x="730" y="0"/>
                    <a:pt x="53" y="228"/>
                    <a:pt x="195" y="803"/>
                  </a:cubicBezTo>
                  <a:cubicBezTo>
                    <a:pt x="262" y="1076"/>
                    <a:pt x="464" y="1262"/>
                    <a:pt x="729" y="1373"/>
                  </a:cubicBezTo>
                  <a:cubicBezTo>
                    <a:pt x="571" y="1583"/>
                    <a:pt x="483" y="1816"/>
                    <a:pt x="535" y="2050"/>
                  </a:cubicBezTo>
                  <a:cubicBezTo>
                    <a:pt x="669" y="2675"/>
                    <a:pt x="1532" y="3169"/>
                    <a:pt x="2078" y="3359"/>
                  </a:cubicBezTo>
                  <a:cubicBezTo>
                    <a:pt x="2592" y="3541"/>
                    <a:pt x="3079" y="3575"/>
                    <a:pt x="3574" y="3575"/>
                  </a:cubicBezTo>
                  <a:cubicBezTo>
                    <a:pt x="3873" y="3575"/>
                    <a:pt x="4175" y="3563"/>
                    <a:pt x="4487" y="3563"/>
                  </a:cubicBezTo>
                  <a:cubicBezTo>
                    <a:pt x="4556" y="3563"/>
                    <a:pt x="4627" y="3564"/>
                    <a:pt x="4698" y="3565"/>
                  </a:cubicBezTo>
                  <a:cubicBezTo>
                    <a:pt x="4703" y="3565"/>
                    <a:pt x="4709" y="3565"/>
                    <a:pt x="4715" y="3565"/>
                  </a:cubicBezTo>
                  <a:cubicBezTo>
                    <a:pt x="4979" y="3565"/>
                    <a:pt x="5171" y="3388"/>
                    <a:pt x="4753" y="3241"/>
                  </a:cubicBezTo>
                  <a:cubicBezTo>
                    <a:pt x="4631" y="3198"/>
                    <a:pt x="4508" y="3182"/>
                    <a:pt x="4386" y="3182"/>
                  </a:cubicBezTo>
                  <a:cubicBezTo>
                    <a:pt x="4055" y="3182"/>
                    <a:pt x="3721" y="3299"/>
                    <a:pt x="3384" y="3328"/>
                  </a:cubicBezTo>
                  <a:cubicBezTo>
                    <a:pt x="3266" y="3338"/>
                    <a:pt x="3148" y="3343"/>
                    <a:pt x="3031" y="3343"/>
                  </a:cubicBezTo>
                  <a:cubicBezTo>
                    <a:pt x="2440" y="3343"/>
                    <a:pt x="1865" y="3209"/>
                    <a:pt x="1370" y="2849"/>
                  </a:cubicBezTo>
                  <a:cubicBezTo>
                    <a:pt x="970" y="2564"/>
                    <a:pt x="531" y="2022"/>
                    <a:pt x="986" y="1460"/>
                  </a:cubicBezTo>
                  <a:lnTo>
                    <a:pt x="986" y="1460"/>
                  </a:lnTo>
                  <a:cubicBezTo>
                    <a:pt x="1249" y="1521"/>
                    <a:pt x="1542" y="1562"/>
                    <a:pt x="1809" y="1562"/>
                  </a:cubicBezTo>
                  <a:cubicBezTo>
                    <a:pt x="2075" y="1562"/>
                    <a:pt x="2315" y="1521"/>
                    <a:pt x="2474" y="1421"/>
                  </a:cubicBezTo>
                  <a:cubicBezTo>
                    <a:pt x="2636" y="1310"/>
                    <a:pt x="2656" y="1187"/>
                    <a:pt x="2549" y="997"/>
                  </a:cubicBezTo>
                  <a:cubicBezTo>
                    <a:pt x="2415" y="764"/>
                    <a:pt x="2216" y="671"/>
                    <a:pt x="1991" y="671"/>
                  </a:cubicBezTo>
                  <a:cubicBezTo>
                    <a:pt x="1651" y="671"/>
                    <a:pt x="1253" y="885"/>
                    <a:pt x="939" y="1151"/>
                  </a:cubicBezTo>
                  <a:cubicBezTo>
                    <a:pt x="800" y="1108"/>
                    <a:pt x="590" y="1025"/>
                    <a:pt x="535" y="965"/>
                  </a:cubicBezTo>
                  <a:cubicBezTo>
                    <a:pt x="1" y="380"/>
                    <a:pt x="1231" y="404"/>
                    <a:pt x="1528" y="309"/>
                  </a:cubicBezTo>
                  <a:cubicBezTo>
                    <a:pt x="1825" y="210"/>
                    <a:pt x="1817" y="123"/>
                    <a:pt x="1524" y="36"/>
                  </a:cubicBezTo>
                  <a:cubicBezTo>
                    <a:pt x="1442" y="13"/>
                    <a:pt x="1338" y="0"/>
                    <a:pt x="1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1"/>
            <p:cNvSpPr/>
            <p:nvPr/>
          </p:nvSpPr>
          <p:spPr>
            <a:xfrm>
              <a:off x="5382869" y="2153294"/>
              <a:ext cx="365291" cy="196021"/>
            </a:xfrm>
            <a:custGeom>
              <a:avLst/>
              <a:gdLst/>
              <a:ahLst/>
              <a:cxnLst/>
              <a:rect l="l" t="t" r="r" b="b"/>
              <a:pathLst>
                <a:path w="5790" h="3107" extrusionOk="0">
                  <a:moveTo>
                    <a:pt x="2950" y="377"/>
                  </a:moveTo>
                  <a:cubicBezTo>
                    <a:pt x="3150" y="377"/>
                    <a:pt x="3261" y="606"/>
                    <a:pt x="3139" y="976"/>
                  </a:cubicBezTo>
                  <a:cubicBezTo>
                    <a:pt x="3067" y="1139"/>
                    <a:pt x="2909" y="1487"/>
                    <a:pt x="2794" y="1625"/>
                  </a:cubicBezTo>
                  <a:cubicBezTo>
                    <a:pt x="2604" y="1851"/>
                    <a:pt x="2359" y="2021"/>
                    <a:pt x="2082" y="2124"/>
                  </a:cubicBezTo>
                  <a:cubicBezTo>
                    <a:pt x="2003" y="1950"/>
                    <a:pt x="2043" y="1416"/>
                    <a:pt x="2387" y="838"/>
                  </a:cubicBezTo>
                  <a:cubicBezTo>
                    <a:pt x="2583" y="517"/>
                    <a:pt x="2794" y="377"/>
                    <a:pt x="2950" y="377"/>
                  </a:cubicBezTo>
                  <a:close/>
                  <a:moveTo>
                    <a:pt x="4782" y="1"/>
                  </a:moveTo>
                  <a:cubicBezTo>
                    <a:pt x="4080" y="1"/>
                    <a:pt x="3706" y="1046"/>
                    <a:pt x="3613" y="1582"/>
                  </a:cubicBezTo>
                  <a:cubicBezTo>
                    <a:pt x="3611" y="1595"/>
                    <a:pt x="3622" y="1602"/>
                    <a:pt x="3633" y="1602"/>
                  </a:cubicBezTo>
                  <a:cubicBezTo>
                    <a:pt x="3641" y="1602"/>
                    <a:pt x="3650" y="1598"/>
                    <a:pt x="3653" y="1590"/>
                  </a:cubicBezTo>
                  <a:cubicBezTo>
                    <a:pt x="3732" y="1348"/>
                    <a:pt x="4136" y="478"/>
                    <a:pt x="4456" y="260"/>
                  </a:cubicBezTo>
                  <a:cubicBezTo>
                    <a:pt x="4509" y="224"/>
                    <a:pt x="4569" y="208"/>
                    <a:pt x="4631" y="208"/>
                  </a:cubicBezTo>
                  <a:cubicBezTo>
                    <a:pt x="4947" y="208"/>
                    <a:pt x="5333" y="634"/>
                    <a:pt x="5244" y="1123"/>
                  </a:cubicBezTo>
                  <a:cubicBezTo>
                    <a:pt x="5188" y="1447"/>
                    <a:pt x="5034" y="2148"/>
                    <a:pt x="3348" y="2856"/>
                  </a:cubicBezTo>
                  <a:cubicBezTo>
                    <a:pt x="3148" y="2911"/>
                    <a:pt x="2983" y="2934"/>
                    <a:pt x="2846" y="2934"/>
                  </a:cubicBezTo>
                  <a:cubicBezTo>
                    <a:pt x="2252" y="2934"/>
                    <a:pt x="2193" y="2501"/>
                    <a:pt x="2141" y="2353"/>
                  </a:cubicBezTo>
                  <a:cubicBezTo>
                    <a:pt x="2585" y="2140"/>
                    <a:pt x="2957" y="1796"/>
                    <a:pt x="3198" y="1368"/>
                  </a:cubicBezTo>
                  <a:cubicBezTo>
                    <a:pt x="3396" y="996"/>
                    <a:pt x="3669" y="165"/>
                    <a:pt x="2988" y="134"/>
                  </a:cubicBezTo>
                  <a:cubicBezTo>
                    <a:pt x="2977" y="133"/>
                    <a:pt x="2966" y="133"/>
                    <a:pt x="2955" y="133"/>
                  </a:cubicBezTo>
                  <a:cubicBezTo>
                    <a:pt x="2210" y="133"/>
                    <a:pt x="1849" y="1460"/>
                    <a:pt x="1845" y="2029"/>
                  </a:cubicBezTo>
                  <a:cubicBezTo>
                    <a:pt x="1845" y="2084"/>
                    <a:pt x="1845" y="2140"/>
                    <a:pt x="1849" y="2187"/>
                  </a:cubicBezTo>
                  <a:cubicBezTo>
                    <a:pt x="1750" y="2207"/>
                    <a:pt x="1651" y="2217"/>
                    <a:pt x="1552" y="2217"/>
                  </a:cubicBezTo>
                  <a:cubicBezTo>
                    <a:pt x="900" y="2217"/>
                    <a:pt x="298" y="1784"/>
                    <a:pt x="250" y="941"/>
                  </a:cubicBezTo>
                  <a:cubicBezTo>
                    <a:pt x="246" y="919"/>
                    <a:pt x="227" y="907"/>
                    <a:pt x="208" y="907"/>
                  </a:cubicBezTo>
                  <a:cubicBezTo>
                    <a:pt x="192" y="907"/>
                    <a:pt x="176" y="915"/>
                    <a:pt x="167" y="933"/>
                  </a:cubicBezTo>
                  <a:cubicBezTo>
                    <a:pt x="1" y="1712"/>
                    <a:pt x="575" y="2377"/>
                    <a:pt x="1354" y="2456"/>
                  </a:cubicBezTo>
                  <a:cubicBezTo>
                    <a:pt x="1405" y="2461"/>
                    <a:pt x="1456" y="2463"/>
                    <a:pt x="1507" y="2463"/>
                  </a:cubicBezTo>
                  <a:cubicBezTo>
                    <a:pt x="1634" y="2463"/>
                    <a:pt x="1760" y="2449"/>
                    <a:pt x="1884" y="2421"/>
                  </a:cubicBezTo>
                  <a:cubicBezTo>
                    <a:pt x="1994" y="2913"/>
                    <a:pt x="2330" y="3106"/>
                    <a:pt x="2758" y="3106"/>
                  </a:cubicBezTo>
                  <a:cubicBezTo>
                    <a:pt x="3706" y="3106"/>
                    <a:pt x="5101" y="2154"/>
                    <a:pt x="5461" y="1388"/>
                  </a:cubicBezTo>
                  <a:cubicBezTo>
                    <a:pt x="5790" y="676"/>
                    <a:pt x="5513" y="62"/>
                    <a:pt x="4840" y="3"/>
                  </a:cubicBezTo>
                  <a:cubicBezTo>
                    <a:pt x="4820" y="2"/>
                    <a:pt x="4801" y="1"/>
                    <a:pt x="4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1"/>
            <p:cNvSpPr/>
            <p:nvPr/>
          </p:nvSpPr>
          <p:spPr>
            <a:xfrm>
              <a:off x="7344537" y="2272219"/>
              <a:ext cx="317090" cy="272423"/>
            </a:xfrm>
            <a:custGeom>
              <a:avLst/>
              <a:gdLst/>
              <a:ahLst/>
              <a:cxnLst/>
              <a:rect l="l" t="t" r="r" b="b"/>
              <a:pathLst>
                <a:path w="5026" h="4318" extrusionOk="0">
                  <a:moveTo>
                    <a:pt x="3051" y="1896"/>
                  </a:moveTo>
                  <a:cubicBezTo>
                    <a:pt x="3324" y="1896"/>
                    <a:pt x="3593" y="1963"/>
                    <a:pt x="3835" y="2095"/>
                  </a:cubicBezTo>
                  <a:cubicBezTo>
                    <a:pt x="3759" y="2269"/>
                    <a:pt x="3336" y="2597"/>
                    <a:pt x="2667" y="2724"/>
                  </a:cubicBezTo>
                  <a:cubicBezTo>
                    <a:pt x="2561" y="2745"/>
                    <a:pt x="2465" y="2754"/>
                    <a:pt x="2379" y="2754"/>
                  </a:cubicBezTo>
                  <a:cubicBezTo>
                    <a:pt x="1796" y="2754"/>
                    <a:pt x="1716" y="2317"/>
                    <a:pt x="2272" y="2075"/>
                  </a:cubicBezTo>
                  <a:cubicBezTo>
                    <a:pt x="2446" y="2020"/>
                    <a:pt x="2806" y="1905"/>
                    <a:pt x="2984" y="1897"/>
                  </a:cubicBezTo>
                  <a:cubicBezTo>
                    <a:pt x="3006" y="1896"/>
                    <a:pt x="3028" y="1896"/>
                    <a:pt x="3051" y="1896"/>
                  </a:cubicBezTo>
                  <a:close/>
                  <a:moveTo>
                    <a:pt x="1603" y="0"/>
                  </a:moveTo>
                  <a:cubicBezTo>
                    <a:pt x="1388" y="0"/>
                    <a:pt x="1192" y="23"/>
                    <a:pt x="1029" y="73"/>
                  </a:cubicBezTo>
                  <a:cubicBezTo>
                    <a:pt x="277" y="302"/>
                    <a:pt x="0" y="923"/>
                    <a:pt x="412" y="1462"/>
                  </a:cubicBezTo>
                  <a:cubicBezTo>
                    <a:pt x="562" y="1658"/>
                    <a:pt x="805" y="1731"/>
                    <a:pt x="1075" y="1731"/>
                  </a:cubicBezTo>
                  <a:cubicBezTo>
                    <a:pt x="1546" y="1731"/>
                    <a:pt x="2102" y="1508"/>
                    <a:pt x="2398" y="1319"/>
                  </a:cubicBezTo>
                  <a:cubicBezTo>
                    <a:pt x="2422" y="1316"/>
                    <a:pt x="2408" y="1280"/>
                    <a:pt x="2393" y="1280"/>
                  </a:cubicBezTo>
                  <a:cubicBezTo>
                    <a:pt x="2391" y="1280"/>
                    <a:pt x="2389" y="1281"/>
                    <a:pt x="2386" y="1284"/>
                  </a:cubicBezTo>
                  <a:cubicBezTo>
                    <a:pt x="2186" y="1372"/>
                    <a:pt x="1480" y="1588"/>
                    <a:pt x="1046" y="1588"/>
                  </a:cubicBezTo>
                  <a:cubicBezTo>
                    <a:pt x="973" y="1588"/>
                    <a:pt x="909" y="1582"/>
                    <a:pt x="855" y="1568"/>
                  </a:cubicBezTo>
                  <a:cubicBezTo>
                    <a:pt x="479" y="1477"/>
                    <a:pt x="467" y="726"/>
                    <a:pt x="974" y="413"/>
                  </a:cubicBezTo>
                  <a:cubicBezTo>
                    <a:pt x="1119" y="321"/>
                    <a:pt x="1361" y="180"/>
                    <a:pt x="1798" y="180"/>
                  </a:cubicBezTo>
                  <a:cubicBezTo>
                    <a:pt x="2192" y="180"/>
                    <a:pt x="2744" y="295"/>
                    <a:pt x="3526" y="666"/>
                  </a:cubicBezTo>
                  <a:cubicBezTo>
                    <a:pt x="4464" y="1260"/>
                    <a:pt x="4056" y="1727"/>
                    <a:pt x="3961" y="1901"/>
                  </a:cubicBezTo>
                  <a:cubicBezTo>
                    <a:pt x="3668" y="1775"/>
                    <a:pt x="3353" y="1712"/>
                    <a:pt x="3036" y="1712"/>
                  </a:cubicBezTo>
                  <a:cubicBezTo>
                    <a:pt x="2865" y="1712"/>
                    <a:pt x="2694" y="1730"/>
                    <a:pt x="2525" y="1766"/>
                  </a:cubicBezTo>
                  <a:cubicBezTo>
                    <a:pt x="2117" y="1865"/>
                    <a:pt x="1310" y="2217"/>
                    <a:pt x="1749" y="2752"/>
                  </a:cubicBezTo>
                  <a:cubicBezTo>
                    <a:pt x="1876" y="2907"/>
                    <a:pt x="2077" y="2969"/>
                    <a:pt x="2308" y="2969"/>
                  </a:cubicBezTo>
                  <a:cubicBezTo>
                    <a:pt x="2870" y="2969"/>
                    <a:pt x="3612" y="2604"/>
                    <a:pt x="3918" y="2332"/>
                  </a:cubicBezTo>
                  <a:cubicBezTo>
                    <a:pt x="3965" y="2297"/>
                    <a:pt x="3997" y="2257"/>
                    <a:pt x="4036" y="2221"/>
                  </a:cubicBezTo>
                  <a:cubicBezTo>
                    <a:pt x="4650" y="2688"/>
                    <a:pt x="4863" y="3559"/>
                    <a:pt x="4175" y="4247"/>
                  </a:cubicBezTo>
                  <a:cubicBezTo>
                    <a:pt x="4154" y="4275"/>
                    <a:pt x="4176" y="4317"/>
                    <a:pt x="4210" y="4317"/>
                  </a:cubicBezTo>
                  <a:cubicBezTo>
                    <a:pt x="4215" y="4317"/>
                    <a:pt x="4221" y="4317"/>
                    <a:pt x="4226" y="4314"/>
                  </a:cubicBezTo>
                  <a:cubicBezTo>
                    <a:pt x="4919" y="3915"/>
                    <a:pt x="5026" y="3048"/>
                    <a:pt x="4567" y="2411"/>
                  </a:cubicBezTo>
                  <a:cubicBezTo>
                    <a:pt x="4460" y="2269"/>
                    <a:pt x="4333" y="2142"/>
                    <a:pt x="4187" y="2039"/>
                  </a:cubicBezTo>
                  <a:cubicBezTo>
                    <a:pt x="4995" y="901"/>
                    <a:pt x="2939" y="0"/>
                    <a:pt x="1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1"/>
            <p:cNvSpPr/>
            <p:nvPr/>
          </p:nvSpPr>
          <p:spPr>
            <a:xfrm>
              <a:off x="285799" y="2030394"/>
              <a:ext cx="287438" cy="287249"/>
            </a:xfrm>
            <a:custGeom>
              <a:avLst/>
              <a:gdLst/>
              <a:ahLst/>
              <a:cxnLst/>
              <a:rect l="l" t="t" r="r" b="b"/>
              <a:pathLst>
                <a:path w="4556" h="4553" extrusionOk="0">
                  <a:moveTo>
                    <a:pt x="2335" y="1397"/>
                  </a:moveTo>
                  <a:cubicBezTo>
                    <a:pt x="2351" y="1421"/>
                    <a:pt x="2363" y="1449"/>
                    <a:pt x="2375" y="1476"/>
                  </a:cubicBezTo>
                  <a:cubicBezTo>
                    <a:pt x="2673" y="1983"/>
                    <a:pt x="2319" y="3010"/>
                    <a:pt x="1953" y="3010"/>
                  </a:cubicBezTo>
                  <a:cubicBezTo>
                    <a:pt x="1867" y="3010"/>
                    <a:pt x="1781" y="2954"/>
                    <a:pt x="1702" y="2822"/>
                  </a:cubicBezTo>
                  <a:cubicBezTo>
                    <a:pt x="1524" y="2521"/>
                    <a:pt x="1520" y="1642"/>
                    <a:pt x="2335" y="1397"/>
                  </a:cubicBezTo>
                  <a:close/>
                  <a:moveTo>
                    <a:pt x="960" y="0"/>
                  </a:moveTo>
                  <a:cubicBezTo>
                    <a:pt x="742" y="0"/>
                    <a:pt x="556" y="101"/>
                    <a:pt x="412" y="345"/>
                  </a:cubicBezTo>
                  <a:cubicBezTo>
                    <a:pt x="1" y="1029"/>
                    <a:pt x="24" y="1813"/>
                    <a:pt x="408" y="2283"/>
                  </a:cubicBezTo>
                  <a:cubicBezTo>
                    <a:pt x="410" y="2287"/>
                    <a:pt x="414" y="2288"/>
                    <a:pt x="417" y="2288"/>
                  </a:cubicBezTo>
                  <a:cubicBezTo>
                    <a:pt x="425" y="2288"/>
                    <a:pt x="435" y="2279"/>
                    <a:pt x="432" y="2268"/>
                  </a:cubicBezTo>
                  <a:cubicBezTo>
                    <a:pt x="278" y="1757"/>
                    <a:pt x="214" y="1445"/>
                    <a:pt x="361" y="906"/>
                  </a:cubicBezTo>
                  <a:cubicBezTo>
                    <a:pt x="457" y="561"/>
                    <a:pt x="687" y="307"/>
                    <a:pt x="1023" y="307"/>
                  </a:cubicBezTo>
                  <a:cubicBezTo>
                    <a:pt x="1211" y="307"/>
                    <a:pt x="1432" y="387"/>
                    <a:pt x="1682" y="574"/>
                  </a:cubicBezTo>
                  <a:cubicBezTo>
                    <a:pt x="1742" y="626"/>
                    <a:pt x="1797" y="681"/>
                    <a:pt x="1844" y="740"/>
                  </a:cubicBezTo>
                  <a:cubicBezTo>
                    <a:pt x="2003" y="875"/>
                    <a:pt x="2137" y="1041"/>
                    <a:pt x="2240" y="1223"/>
                  </a:cubicBezTo>
                  <a:cubicBezTo>
                    <a:pt x="1864" y="1373"/>
                    <a:pt x="1599" y="1706"/>
                    <a:pt x="1508" y="2133"/>
                  </a:cubicBezTo>
                  <a:cubicBezTo>
                    <a:pt x="1427" y="2528"/>
                    <a:pt x="1521" y="3172"/>
                    <a:pt x="2004" y="3172"/>
                  </a:cubicBezTo>
                  <a:cubicBezTo>
                    <a:pt x="2039" y="3172"/>
                    <a:pt x="2075" y="3169"/>
                    <a:pt x="2113" y="3162"/>
                  </a:cubicBezTo>
                  <a:cubicBezTo>
                    <a:pt x="2691" y="3059"/>
                    <a:pt x="2786" y="2264"/>
                    <a:pt x="2723" y="1840"/>
                  </a:cubicBezTo>
                  <a:cubicBezTo>
                    <a:pt x="2687" y="1662"/>
                    <a:pt x="2628" y="1484"/>
                    <a:pt x="2549" y="1322"/>
                  </a:cubicBezTo>
                  <a:cubicBezTo>
                    <a:pt x="2598" y="1312"/>
                    <a:pt x="2647" y="1307"/>
                    <a:pt x="2696" y="1307"/>
                  </a:cubicBezTo>
                  <a:cubicBezTo>
                    <a:pt x="3336" y="1307"/>
                    <a:pt x="3943" y="2111"/>
                    <a:pt x="4072" y="2651"/>
                  </a:cubicBezTo>
                  <a:cubicBezTo>
                    <a:pt x="4211" y="3237"/>
                    <a:pt x="4120" y="3890"/>
                    <a:pt x="4131" y="4491"/>
                  </a:cubicBezTo>
                  <a:cubicBezTo>
                    <a:pt x="4131" y="4533"/>
                    <a:pt x="4157" y="4553"/>
                    <a:pt x="4186" y="4553"/>
                  </a:cubicBezTo>
                  <a:cubicBezTo>
                    <a:pt x="4220" y="4553"/>
                    <a:pt x="4259" y="4526"/>
                    <a:pt x="4270" y="4480"/>
                  </a:cubicBezTo>
                  <a:cubicBezTo>
                    <a:pt x="4556" y="3302"/>
                    <a:pt x="4340" y="1132"/>
                    <a:pt x="2736" y="1132"/>
                  </a:cubicBezTo>
                  <a:cubicBezTo>
                    <a:pt x="2697" y="1132"/>
                    <a:pt x="2657" y="1133"/>
                    <a:pt x="2616" y="1136"/>
                  </a:cubicBezTo>
                  <a:lnTo>
                    <a:pt x="2466" y="1160"/>
                  </a:lnTo>
                  <a:cubicBezTo>
                    <a:pt x="2228" y="732"/>
                    <a:pt x="1864" y="333"/>
                    <a:pt x="1504" y="155"/>
                  </a:cubicBezTo>
                  <a:cubicBezTo>
                    <a:pt x="1307" y="58"/>
                    <a:pt x="1124" y="0"/>
                    <a:pt x="9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1"/>
            <p:cNvSpPr/>
            <p:nvPr/>
          </p:nvSpPr>
          <p:spPr>
            <a:xfrm>
              <a:off x="3283663" y="2379472"/>
              <a:ext cx="40756" cy="35772"/>
            </a:xfrm>
            <a:custGeom>
              <a:avLst/>
              <a:gdLst/>
              <a:ahLst/>
              <a:cxnLst/>
              <a:rect l="l" t="t" r="r" b="b"/>
              <a:pathLst>
                <a:path w="646" h="567" extrusionOk="0">
                  <a:moveTo>
                    <a:pt x="482" y="1"/>
                  </a:moveTo>
                  <a:cubicBezTo>
                    <a:pt x="397" y="1"/>
                    <a:pt x="283" y="57"/>
                    <a:pt x="187" y="153"/>
                  </a:cubicBezTo>
                  <a:cubicBezTo>
                    <a:pt x="48" y="292"/>
                    <a:pt x="1" y="458"/>
                    <a:pt x="68" y="533"/>
                  </a:cubicBezTo>
                  <a:cubicBezTo>
                    <a:pt x="90" y="556"/>
                    <a:pt x="122" y="567"/>
                    <a:pt x="159" y="567"/>
                  </a:cubicBezTo>
                  <a:cubicBezTo>
                    <a:pt x="244" y="567"/>
                    <a:pt x="360" y="511"/>
                    <a:pt x="456" y="414"/>
                  </a:cubicBezTo>
                  <a:cubicBezTo>
                    <a:pt x="594" y="276"/>
                    <a:pt x="646" y="106"/>
                    <a:pt x="575" y="35"/>
                  </a:cubicBezTo>
                  <a:cubicBezTo>
                    <a:pt x="552" y="12"/>
                    <a:pt x="520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1"/>
            <p:cNvSpPr/>
            <p:nvPr/>
          </p:nvSpPr>
          <p:spPr>
            <a:xfrm>
              <a:off x="5957811" y="2275626"/>
              <a:ext cx="40756" cy="35709"/>
            </a:xfrm>
            <a:custGeom>
              <a:avLst/>
              <a:gdLst/>
              <a:ahLst/>
              <a:cxnLst/>
              <a:rect l="l" t="t" r="r" b="b"/>
              <a:pathLst>
                <a:path w="646" h="566" extrusionOk="0">
                  <a:moveTo>
                    <a:pt x="487" y="0"/>
                  </a:moveTo>
                  <a:cubicBezTo>
                    <a:pt x="403" y="0"/>
                    <a:pt x="287" y="53"/>
                    <a:pt x="190" y="149"/>
                  </a:cubicBezTo>
                  <a:cubicBezTo>
                    <a:pt x="52" y="288"/>
                    <a:pt x="0" y="458"/>
                    <a:pt x="72" y="533"/>
                  </a:cubicBezTo>
                  <a:cubicBezTo>
                    <a:pt x="92" y="555"/>
                    <a:pt x="123" y="565"/>
                    <a:pt x="159" y="565"/>
                  </a:cubicBezTo>
                  <a:cubicBezTo>
                    <a:pt x="243" y="565"/>
                    <a:pt x="359" y="511"/>
                    <a:pt x="455" y="414"/>
                  </a:cubicBezTo>
                  <a:cubicBezTo>
                    <a:pt x="594" y="276"/>
                    <a:pt x="645" y="102"/>
                    <a:pt x="574" y="31"/>
                  </a:cubicBezTo>
                  <a:cubicBezTo>
                    <a:pt x="554" y="10"/>
                    <a:pt x="523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1"/>
            <p:cNvSpPr/>
            <p:nvPr/>
          </p:nvSpPr>
          <p:spPr>
            <a:xfrm>
              <a:off x="7911719" y="1968754"/>
              <a:ext cx="40756" cy="35898"/>
            </a:xfrm>
            <a:custGeom>
              <a:avLst/>
              <a:gdLst/>
              <a:ahLst/>
              <a:cxnLst/>
              <a:rect l="l" t="t" r="r" b="b"/>
              <a:pathLst>
                <a:path w="646" h="569" extrusionOk="0">
                  <a:moveTo>
                    <a:pt x="157" y="1"/>
                  </a:moveTo>
                  <a:cubicBezTo>
                    <a:pt x="121" y="1"/>
                    <a:pt x="90" y="11"/>
                    <a:pt x="68" y="32"/>
                  </a:cubicBezTo>
                  <a:cubicBezTo>
                    <a:pt x="0" y="107"/>
                    <a:pt x="48" y="281"/>
                    <a:pt x="186" y="419"/>
                  </a:cubicBezTo>
                  <a:cubicBezTo>
                    <a:pt x="283" y="516"/>
                    <a:pt x="397" y="568"/>
                    <a:pt x="482" y="568"/>
                  </a:cubicBezTo>
                  <a:cubicBezTo>
                    <a:pt x="520" y="568"/>
                    <a:pt x="551" y="559"/>
                    <a:pt x="574" y="538"/>
                  </a:cubicBezTo>
                  <a:cubicBezTo>
                    <a:pt x="645" y="471"/>
                    <a:pt x="594" y="293"/>
                    <a:pt x="455" y="154"/>
                  </a:cubicBezTo>
                  <a:cubicBezTo>
                    <a:pt x="358" y="57"/>
                    <a:pt x="243" y="1"/>
                    <a:pt x="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1"/>
            <p:cNvSpPr/>
            <p:nvPr/>
          </p:nvSpPr>
          <p:spPr>
            <a:xfrm>
              <a:off x="7187253" y="1986861"/>
              <a:ext cx="40756" cy="35709"/>
            </a:xfrm>
            <a:custGeom>
              <a:avLst/>
              <a:gdLst/>
              <a:ahLst/>
              <a:cxnLst/>
              <a:rect l="l" t="t" r="r" b="b"/>
              <a:pathLst>
                <a:path w="646" h="566" extrusionOk="0">
                  <a:moveTo>
                    <a:pt x="484" y="1"/>
                  </a:moveTo>
                  <a:cubicBezTo>
                    <a:pt x="400" y="1"/>
                    <a:pt x="286" y="53"/>
                    <a:pt x="191" y="148"/>
                  </a:cubicBezTo>
                  <a:cubicBezTo>
                    <a:pt x="52" y="287"/>
                    <a:pt x="1" y="461"/>
                    <a:pt x="72" y="532"/>
                  </a:cubicBezTo>
                  <a:cubicBezTo>
                    <a:pt x="92" y="555"/>
                    <a:pt x="123" y="566"/>
                    <a:pt x="160" y="566"/>
                  </a:cubicBezTo>
                  <a:cubicBezTo>
                    <a:pt x="244" y="566"/>
                    <a:pt x="359" y="510"/>
                    <a:pt x="456" y="413"/>
                  </a:cubicBezTo>
                  <a:cubicBezTo>
                    <a:pt x="594" y="275"/>
                    <a:pt x="646" y="105"/>
                    <a:pt x="574" y="34"/>
                  </a:cubicBezTo>
                  <a:cubicBezTo>
                    <a:pt x="553" y="11"/>
                    <a:pt x="522" y="1"/>
                    <a:pt x="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1"/>
            <p:cNvSpPr/>
            <p:nvPr/>
          </p:nvSpPr>
          <p:spPr>
            <a:xfrm>
              <a:off x="8278905" y="2404078"/>
              <a:ext cx="40504" cy="35709"/>
            </a:xfrm>
            <a:custGeom>
              <a:avLst/>
              <a:gdLst/>
              <a:ahLst/>
              <a:cxnLst/>
              <a:rect l="l" t="t" r="r" b="b"/>
              <a:pathLst>
                <a:path w="642" h="566" extrusionOk="0">
                  <a:moveTo>
                    <a:pt x="484" y="0"/>
                  </a:moveTo>
                  <a:cubicBezTo>
                    <a:pt x="399" y="0"/>
                    <a:pt x="283" y="55"/>
                    <a:pt x="187" y="151"/>
                  </a:cubicBezTo>
                  <a:cubicBezTo>
                    <a:pt x="48" y="290"/>
                    <a:pt x="1" y="464"/>
                    <a:pt x="68" y="535"/>
                  </a:cubicBezTo>
                  <a:cubicBezTo>
                    <a:pt x="90" y="555"/>
                    <a:pt x="121" y="565"/>
                    <a:pt x="158" y="565"/>
                  </a:cubicBezTo>
                  <a:cubicBezTo>
                    <a:pt x="243" y="565"/>
                    <a:pt x="359" y="513"/>
                    <a:pt x="456" y="416"/>
                  </a:cubicBezTo>
                  <a:cubicBezTo>
                    <a:pt x="594" y="274"/>
                    <a:pt x="642" y="108"/>
                    <a:pt x="575" y="32"/>
                  </a:cubicBezTo>
                  <a:cubicBezTo>
                    <a:pt x="553" y="11"/>
                    <a:pt x="521" y="0"/>
                    <a:pt x="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1"/>
            <p:cNvSpPr/>
            <p:nvPr/>
          </p:nvSpPr>
          <p:spPr>
            <a:xfrm>
              <a:off x="3199312" y="2914605"/>
              <a:ext cx="41008" cy="36151"/>
            </a:xfrm>
            <a:custGeom>
              <a:avLst/>
              <a:gdLst/>
              <a:ahLst/>
              <a:cxnLst/>
              <a:rect l="l" t="t" r="r" b="b"/>
              <a:pathLst>
                <a:path w="650" h="573" extrusionOk="0">
                  <a:moveTo>
                    <a:pt x="483" y="0"/>
                  </a:moveTo>
                  <a:cubicBezTo>
                    <a:pt x="399" y="0"/>
                    <a:pt x="287" y="54"/>
                    <a:pt x="190" y="151"/>
                  </a:cubicBezTo>
                  <a:cubicBezTo>
                    <a:pt x="52" y="289"/>
                    <a:pt x="1" y="463"/>
                    <a:pt x="72" y="539"/>
                  </a:cubicBezTo>
                  <a:cubicBezTo>
                    <a:pt x="92" y="562"/>
                    <a:pt x="123" y="572"/>
                    <a:pt x="160" y="572"/>
                  </a:cubicBezTo>
                  <a:cubicBezTo>
                    <a:pt x="244" y="572"/>
                    <a:pt x="359" y="516"/>
                    <a:pt x="456" y="420"/>
                  </a:cubicBezTo>
                  <a:cubicBezTo>
                    <a:pt x="594" y="281"/>
                    <a:pt x="649" y="107"/>
                    <a:pt x="574" y="32"/>
                  </a:cubicBezTo>
                  <a:cubicBezTo>
                    <a:pt x="551" y="11"/>
                    <a:pt x="520" y="0"/>
                    <a:pt x="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1"/>
            <p:cNvSpPr/>
            <p:nvPr/>
          </p:nvSpPr>
          <p:spPr>
            <a:xfrm>
              <a:off x="4029581" y="2706028"/>
              <a:ext cx="41008" cy="35520"/>
            </a:xfrm>
            <a:custGeom>
              <a:avLst/>
              <a:gdLst/>
              <a:ahLst/>
              <a:cxnLst/>
              <a:rect l="l" t="t" r="r" b="b"/>
              <a:pathLst>
                <a:path w="650" h="563" extrusionOk="0">
                  <a:moveTo>
                    <a:pt x="486" y="0"/>
                  </a:moveTo>
                  <a:cubicBezTo>
                    <a:pt x="403" y="0"/>
                    <a:pt x="291" y="52"/>
                    <a:pt x="195" y="149"/>
                  </a:cubicBezTo>
                  <a:cubicBezTo>
                    <a:pt x="56" y="287"/>
                    <a:pt x="1" y="454"/>
                    <a:pt x="76" y="529"/>
                  </a:cubicBezTo>
                  <a:cubicBezTo>
                    <a:pt x="99" y="552"/>
                    <a:pt x="131" y="562"/>
                    <a:pt x="169" y="562"/>
                  </a:cubicBezTo>
                  <a:cubicBezTo>
                    <a:pt x="254" y="562"/>
                    <a:pt x="368" y="506"/>
                    <a:pt x="464" y="410"/>
                  </a:cubicBezTo>
                  <a:cubicBezTo>
                    <a:pt x="602" y="272"/>
                    <a:pt x="650" y="101"/>
                    <a:pt x="575" y="30"/>
                  </a:cubicBezTo>
                  <a:cubicBezTo>
                    <a:pt x="553" y="10"/>
                    <a:pt x="522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1"/>
            <p:cNvSpPr/>
            <p:nvPr/>
          </p:nvSpPr>
          <p:spPr>
            <a:xfrm>
              <a:off x="2214976" y="2607166"/>
              <a:ext cx="40504" cy="35772"/>
            </a:xfrm>
            <a:custGeom>
              <a:avLst/>
              <a:gdLst/>
              <a:ahLst/>
              <a:cxnLst/>
              <a:rect l="l" t="t" r="r" b="b"/>
              <a:pathLst>
                <a:path w="642" h="567" extrusionOk="0">
                  <a:moveTo>
                    <a:pt x="165" y="1"/>
                  </a:moveTo>
                  <a:cubicBezTo>
                    <a:pt x="127" y="1"/>
                    <a:pt x="95" y="11"/>
                    <a:pt x="72" y="34"/>
                  </a:cubicBezTo>
                  <a:cubicBezTo>
                    <a:pt x="1" y="109"/>
                    <a:pt x="52" y="276"/>
                    <a:pt x="191" y="414"/>
                  </a:cubicBezTo>
                  <a:cubicBezTo>
                    <a:pt x="287" y="510"/>
                    <a:pt x="401" y="567"/>
                    <a:pt x="485" y="567"/>
                  </a:cubicBezTo>
                  <a:cubicBezTo>
                    <a:pt x="522" y="567"/>
                    <a:pt x="553" y="556"/>
                    <a:pt x="575" y="533"/>
                  </a:cubicBezTo>
                  <a:cubicBezTo>
                    <a:pt x="642" y="458"/>
                    <a:pt x="598" y="291"/>
                    <a:pt x="460" y="153"/>
                  </a:cubicBezTo>
                  <a:cubicBezTo>
                    <a:pt x="364" y="57"/>
                    <a:pt x="250" y="1"/>
                    <a:pt x="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1"/>
            <p:cNvSpPr/>
            <p:nvPr/>
          </p:nvSpPr>
          <p:spPr>
            <a:xfrm>
              <a:off x="6455846" y="2404078"/>
              <a:ext cx="41261" cy="35772"/>
            </a:xfrm>
            <a:custGeom>
              <a:avLst/>
              <a:gdLst/>
              <a:ahLst/>
              <a:cxnLst/>
              <a:rect l="l" t="t" r="r" b="b"/>
              <a:pathLst>
                <a:path w="654" h="567" extrusionOk="0">
                  <a:moveTo>
                    <a:pt x="167" y="0"/>
                  </a:moveTo>
                  <a:cubicBezTo>
                    <a:pt x="130" y="0"/>
                    <a:pt x="98" y="11"/>
                    <a:pt x="75" y="32"/>
                  </a:cubicBezTo>
                  <a:cubicBezTo>
                    <a:pt x="0" y="108"/>
                    <a:pt x="56" y="278"/>
                    <a:pt x="194" y="416"/>
                  </a:cubicBezTo>
                  <a:cubicBezTo>
                    <a:pt x="291" y="511"/>
                    <a:pt x="406" y="566"/>
                    <a:pt x="492" y="566"/>
                  </a:cubicBezTo>
                  <a:cubicBezTo>
                    <a:pt x="528" y="566"/>
                    <a:pt x="559" y="556"/>
                    <a:pt x="582" y="535"/>
                  </a:cubicBezTo>
                  <a:cubicBezTo>
                    <a:pt x="653" y="460"/>
                    <a:pt x="602" y="290"/>
                    <a:pt x="463" y="151"/>
                  </a:cubicBezTo>
                  <a:cubicBezTo>
                    <a:pt x="367" y="55"/>
                    <a:pt x="25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1"/>
            <p:cNvSpPr/>
            <p:nvPr/>
          </p:nvSpPr>
          <p:spPr>
            <a:xfrm>
              <a:off x="2626893" y="259946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38" y="1"/>
                  </a:moveTo>
                  <a:cubicBezTo>
                    <a:pt x="183" y="1"/>
                    <a:pt x="136" y="16"/>
                    <a:pt x="103" y="49"/>
                  </a:cubicBezTo>
                  <a:cubicBezTo>
                    <a:pt x="1" y="152"/>
                    <a:pt x="80" y="398"/>
                    <a:pt x="278" y="595"/>
                  </a:cubicBezTo>
                  <a:cubicBezTo>
                    <a:pt x="415" y="733"/>
                    <a:pt x="576" y="813"/>
                    <a:pt x="696" y="813"/>
                  </a:cubicBezTo>
                  <a:cubicBezTo>
                    <a:pt x="748" y="813"/>
                    <a:pt x="792" y="798"/>
                    <a:pt x="824" y="766"/>
                  </a:cubicBezTo>
                  <a:cubicBezTo>
                    <a:pt x="930" y="655"/>
                    <a:pt x="855" y="413"/>
                    <a:pt x="657" y="216"/>
                  </a:cubicBezTo>
                  <a:cubicBezTo>
                    <a:pt x="521" y="79"/>
                    <a:pt x="359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1"/>
            <p:cNvSpPr/>
            <p:nvPr/>
          </p:nvSpPr>
          <p:spPr>
            <a:xfrm>
              <a:off x="1924445" y="2975172"/>
              <a:ext cx="58674" cy="51229"/>
            </a:xfrm>
            <a:custGeom>
              <a:avLst/>
              <a:gdLst/>
              <a:ahLst/>
              <a:cxnLst/>
              <a:rect l="l" t="t" r="r" b="b"/>
              <a:pathLst>
                <a:path w="930" h="812" extrusionOk="0">
                  <a:moveTo>
                    <a:pt x="239" y="1"/>
                  </a:moveTo>
                  <a:cubicBezTo>
                    <a:pt x="184" y="1"/>
                    <a:pt x="137" y="16"/>
                    <a:pt x="103" y="49"/>
                  </a:cubicBezTo>
                  <a:cubicBezTo>
                    <a:pt x="0" y="152"/>
                    <a:pt x="79" y="398"/>
                    <a:pt x="277" y="596"/>
                  </a:cubicBezTo>
                  <a:cubicBezTo>
                    <a:pt x="415" y="733"/>
                    <a:pt x="576" y="812"/>
                    <a:pt x="697" y="812"/>
                  </a:cubicBezTo>
                  <a:cubicBezTo>
                    <a:pt x="750" y="812"/>
                    <a:pt x="795" y="797"/>
                    <a:pt x="827" y="766"/>
                  </a:cubicBezTo>
                  <a:cubicBezTo>
                    <a:pt x="930" y="659"/>
                    <a:pt x="855" y="414"/>
                    <a:pt x="657" y="216"/>
                  </a:cubicBezTo>
                  <a:cubicBezTo>
                    <a:pt x="520" y="79"/>
                    <a:pt x="361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1"/>
            <p:cNvSpPr/>
            <p:nvPr/>
          </p:nvSpPr>
          <p:spPr>
            <a:xfrm>
              <a:off x="1293352" y="1997902"/>
              <a:ext cx="58737" cy="51545"/>
            </a:xfrm>
            <a:custGeom>
              <a:avLst/>
              <a:gdLst/>
              <a:ahLst/>
              <a:cxnLst/>
              <a:rect l="l" t="t" r="r" b="b"/>
              <a:pathLst>
                <a:path w="931" h="817" extrusionOk="0">
                  <a:moveTo>
                    <a:pt x="239" y="1"/>
                  </a:moveTo>
                  <a:cubicBezTo>
                    <a:pt x="185" y="1"/>
                    <a:pt x="140" y="16"/>
                    <a:pt x="107" y="48"/>
                  </a:cubicBezTo>
                  <a:cubicBezTo>
                    <a:pt x="0" y="155"/>
                    <a:pt x="79" y="397"/>
                    <a:pt x="277" y="602"/>
                  </a:cubicBezTo>
                  <a:cubicBezTo>
                    <a:pt x="413" y="741"/>
                    <a:pt x="574" y="816"/>
                    <a:pt x="694" y="816"/>
                  </a:cubicBezTo>
                  <a:cubicBezTo>
                    <a:pt x="749" y="816"/>
                    <a:pt x="795" y="801"/>
                    <a:pt x="827" y="769"/>
                  </a:cubicBezTo>
                  <a:cubicBezTo>
                    <a:pt x="930" y="666"/>
                    <a:pt x="859" y="416"/>
                    <a:pt x="661" y="219"/>
                  </a:cubicBezTo>
                  <a:cubicBezTo>
                    <a:pt x="523" y="81"/>
                    <a:pt x="361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1"/>
            <p:cNvSpPr/>
            <p:nvPr/>
          </p:nvSpPr>
          <p:spPr>
            <a:xfrm>
              <a:off x="1262627" y="259946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39" y="1"/>
                  </a:moveTo>
                  <a:cubicBezTo>
                    <a:pt x="185" y="1"/>
                    <a:pt x="139" y="16"/>
                    <a:pt x="107" y="49"/>
                  </a:cubicBezTo>
                  <a:cubicBezTo>
                    <a:pt x="1" y="152"/>
                    <a:pt x="80" y="398"/>
                    <a:pt x="278" y="595"/>
                  </a:cubicBezTo>
                  <a:cubicBezTo>
                    <a:pt x="415" y="733"/>
                    <a:pt x="576" y="813"/>
                    <a:pt x="696" y="813"/>
                  </a:cubicBezTo>
                  <a:cubicBezTo>
                    <a:pt x="748" y="813"/>
                    <a:pt x="792" y="798"/>
                    <a:pt x="824" y="766"/>
                  </a:cubicBezTo>
                  <a:cubicBezTo>
                    <a:pt x="930" y="655"/>
                    <a:pt x="855" y="413"/>
                    <a:pt x="657" y="216"/>
                  </a:cubicBezTo>
                  <a:cubicBezTo>
                    <a:pt x="521" y="79"/>
                    <a:pt x="359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1"/>
            <p:cNvSpPr/>
            <p:nvPr/>
          </p:nvSpPr>
          <p:spPr>
            <a:xfrm>
              <a:off x="7057981" y="2638017"/>
              <a:ext cx="58169" cy="51355"/>
            </a:xfrm>
            <a:custGeom>
              <a:avLst/>
              <a:gdLst/>
              <a:ahLst/>
              <a:cxnLst/>
              <a:rect l="l" t="t" r="r" b="b"/>
              <a:pathLst>
                <a:path w="922" h="814" extrusionOk="0">
                  <a:moveTo>
                    <a:pt x="232" y="0"/>
                  </a:moveTo>
                  <a:cubicBezTo>
                    <a:pt x="179" y="0"/>
                    <a:pt x="134" y="15"/>
                    <a:pt x="103" y="48"/>
                  </a:cubicBezTo>
                  <a:cubicBezTo>
                    <a:pt x="0" y="155"/>
                    <a:pt x="71" y="400"/>
                    <a:pt x="269" y="598"/>
                  </a:cubicBezTo>
                  <a:cubicBezTo>
                    <a:pt x="407" y="736"/>
                    <a:pt x="570" y="814"/>
                    <a:pt x="691" y="814"/>
                  </a:cubicBezTo>
                  <a:cubicBezTo>
                    <a:pt x="743" y="814"/>
                    <a:pt x="788" y="799"/>
                    <a:pt x="819" y="768"/>
                  </a:cubicBezTo>
                  <a:cubicBezTo>
                    <a:pt x="922" y="661"/>
                    <a:pt x="851" y="416"/>
                    <a:pt x="653" y="218"/>
                  </a:cubicBezTo>
                  <a:cubicBezTo>
                    <a:pt x="515" y="80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1"/>
            <p:cNvSpPr/>
            <p:nvPr/>
          </p:nvSpPr>
          <p:spPr>
            <a:xfrm>
              <a:off x="2667081" y="2329253"/>
              <a:ext cx="58737" cy="51608"/>
            </a:xfrm>
            <a:custGeom>
              <a:avLst/>
              <a:gdLst/>
              <a:ahLst/>
              <a:cxnLst/>
              <a:rect l="l" t="t" r="r" b="b"/>
              <a:pathLst>
                <a:path w="931" h="818" extrusionOk="0">
                  <a:moveTo>
                    <a:pt x="700" y="0"/>
                  </a:moveTo>
                  <a:cubicBezTo>
                    <a:pt x="578" y="0"/>
                    <a:pt x="416" y="83"/>
                    <a:pt x="278" y="221"/>
                  </a:cubicBezTo>
                  <a:cubicBezTo>
                    <a:pt x="76" y="419"/>
                    <a:pt x="1" y="664"/>
                    <a:pt x="103" y="771"/>
                  </a:cubicBezTo>
                  <a:cubicBezTo>
                    <a:pt x="135" y="802"/>
                    <a:pt x="179" y="817"/>
                    <a:pt x="232" y="817"/>
                  </a:cubicBezTo>
                  <a:cubicBezTo>
                    <a:pt x="353" y="817"/>
                    <a:pt x="516" y="739"/>
                    <a:pt x="653" y="601"/>
                  </a:cubicBezTo>
                  <a:cubicBezTo>
                    <a:pt x="851" y="403"/>
                    <a:pt x="930" y="158"/>
                    <a:pt x="828" y="47"/>
                  </a:cubicBezTo>
                  <a:cubicBezTo>
                    <a:pt x="796" y="15"/>
                    <a:pt x="751" y="0"/>
                    <a:pt x="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1"/>
            <p:cNvSpPr/>
            <p:nvPr/>
          </p:nvSpPr>
          <p:spPr>
            <a:xfrm>
              <a:off x="231605" y="2375687"/>
              <a:ext cx="58737" cy="51545"/>
            </a:xfrm>
            <a:custGeom>
              <a:avLst/>
              <a:gdLst/>
              <a:ahLst/>
              <a:cxnLst/>
              <a:rect l="l" t="t" r="r" b="b"/>
              <a:pathLst>
                <a:path w="931" h="817" extrusionOk="0">
                  <a:moveTo>
                    <a:pt x="238" y="0"/>
                  </a:moveTo>
                  <a:cubicBezTo>
                    <a:pt x="185" y="0"/>
                    <a:pt x="139" y="16"/>
                    <a:pt x="108" y="47"/>
                  </a:cubicBezTo>
                  <a:cubicBezTo>
                    <a:pt x="1" y="154"/>
                    <a:pt x="80" y="399"/>
                    <a:pt x="278" y="597"/>
                  </a:cubicBezTo>
                  <a:cubicBezTo>
                    <a:pt x="417" y="736"/>
                    <a:pt x="579" y="816"/>
                    <a:pt x="699" y="816"/>
                  </a:cubicBezTo>
                  <a:cubicBezTo>
                    <a:pt x="750" y="816"/>
                    <a:pt x="793" y="802"/>
                    <a:pt x="824" y="771"/>
                  </a:cubicBezTo>
                  <a:cubicBezTo>
                    <a:pt x="931" y="668"/>
                    <a:pt x="856" y="419"/>
                    <a:pt x="658" y="217"/>
                  </a:cubicBezTo>
                  <a:cubicBezTo>
                    <a:pt x="521" y="78"/>
                    <a:pt x="359" y="0"/>
                    <a:pt x="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1"/>
            <p:cNvSpPr/>
            <p:nvPr/>
          </p:nvSpPr>
          <p:spPr>
            <a:xfrm>
              <a:off x="628569" y="2828865"/>
              <a:ext cx="58737" cy="51481"/>
            </a:xfrm>
            <a:custGeom>
              <a:avLst/>
              <a:gdLst/>
              <a:ahLst/>
              <a:cxnLst/>
              <a:rect l="l" t="t" r="r" b="b"/>
              <a:pathLst>
                <a:path w="931" h="816" extrusionOk="0">
                  <a:moveTo>
                    <a:pt x="231" y="1"/>
                  </a:moveTo>
                  <a:cubicBezTo>
                    <a:pt x="179" y="1"/>
                    <a:pt x="135" y="15"/>
                    <a:pt x="103" y="46"/>
                  </a:cubicBezTo>
                  <a:cubicBezTo>
                    <a:pt x="0" y="157"/>
                    <a:pt x="79" y="398"/>
                    <a:pt x="277" y="596"/>
                  </a:cubicBezTo>
                  <a:cubicBezTo>
                    <a:pt x="416" y="735"/>
                    <a:pt x="578" y="815"/>
                    <a:pt x="698" y="815"/>
                  </a:cubicBezTo>
                  <a:cubicBezTo>
                    <a:pt x="749" y="815"/>
                    <a:pt x="793" y="801"/>
                    <a:pt x="823" y="770"/>
                  </a:cubicBezTo>
                  <a:cubicBezTo>
                    <a:pt x="930" y="667"/>
                    <a:pt x="855" y="418"/>
                    <a:pt x="657" y="220"/>
                  </a:cubicBezTo>
                  <a:cubicBezTo>
                    <a:pt x="518" y="81"/>
                    <a:pt x="3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1"/>
            <p:cNvSpPr/>
            <p:nvPr/>
          </p:nvSpPr>
          <p:spPr>
            <a:xfrm>
              <a:off x="3229784" y="2082191"/>
              <a:ext cx="58989" cy="51545"/>
            </a:xfrm>
            <a:custGeom>
              <a:avLst/>
              <a:gdLst/>
              <a:ahLst/>
              <a:cxnLst/>
              <a:rect l="l" t="t" r="r" b="b"/>
              <a:pathLst>
                <a:path w="935" h="817" extrusionOk="0">
                  <a:moveTo>
                    <a:pt x="229" y="1"/>
                  </a:moveTo>
                  <a:cubicBezTo>
                    <a:pt x="177" y="1"/>
                    <a:pt x="134" y="15"/>
                    <a:pt x="103" y="46"/>
                  </a:cubicBezTo>
                  <a:cubicBezTo>
                    <a:pt x="0" y="157"/>
                    <a:pt x="71" y="398"/>
                    <a:pt x="269" y="600"/>
                  </a:cubicBezTo>
                  <a:cubicBezTo>
                    <a:pt x="406" y="740"/>
                    <a:pt x="568" y="817"/>
                    <a:pt x="690" y="817"/>
                  </a:cubicBezTo>
                  <a:cubicBezTo>
                    <a:pt x="744" y="817"/>
                    <a:pt x="790" y="802"/>
                    <a:pt x="823" y="770"/>
                  </a:cubicBezTo>
                  <a:cubicBezTo>
                    <a:pt x="934" y="663"/>
                    <a:pt x="851" y="418"/>
                    <a:pt x="653" y="220"/>
                  </a:cubicBezTo>
                  <a:cubicBezTo>
                    <a:pt x="514" y="81"/>
                    <a:pt x="350" y="1"/>
                    <a:pt x="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1"/>
            <p:cNvSpPr/>
            <p:nvPr/>
          </p:nvSpPr>
          <p:spPr>
            <a:xfrm>
              <a:off x="4483200" y="263744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41" y="0"/>
                  </a:moveTo>
                  <a:cubicBezTo>
                    <a:pt x="187" y="0"/>
                    <a:pt x="140" y="16"/>
                    <a:pt x="107" y="49"/>
                  </a:cubicBezTo>
                  <a:cubicBezTo>
                    <a:pt x="0" y="152"/>
                    <a:pt x="80" y="401"/>
                    <a:pt x="277" y="599"/>
                  </a:cubicBezTo>
                  <a:cubicBezTo>
                    <a:pt x="414" y="736"/>
                    <a:pt x="573" y="814"/>
                    <a:pt x="694" y="814"/>
                  </a:cubicBezTo>
                  <a:cubicBezTo>
                    <a:pt x="748" y="814"/>
                    <a:pt x="794" y="798"/>
                    <a:pt x="827" y="765"/>
                  </a:cubicBezTo>
                  <a:cubicBezTo>
                    <a:pt x="930" y="662"/>
                    <a:pt x="855" y="413"/>
                    <a:pt x="657" y="215"/>
                  </a:cubicBezTo>
                  <a:cubicBezTo>
                    <a:pt x="521" y="78"/>
                    <a:pt x="361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1"/>
            <p:cNvSpPr/>
            <p:nvPr/>
          </p:nvSpPr>
          <p:spPr>
            <a:xfrm>
              <a:off x="799796" y="2263071"/>
              <a:ext cx="58737" cy="51608"/>
            </a:xfrm>
            <a:custGeom>
              <a:avLst/>
              <a:gdLst/>
              <a:ahLst/>
              <a:cxnLst/>
              <a:rect l="l" t="t" r="r" b="b"/>
              <a:pathLst>
                <a:path w="931" h="818" extrusionOk="0">
                  <a:moveTo>
                    <a:pt x="700" y="1"/>
                  </a:moveTo>
                  <a:cubicBezTo>
                    <a:pt x="578" y="1"/>
                    <a:pt x="416" y="83"/>
                    <a:pt x="278" y="222"/>
                  </a:cubicBezTo>
                  <a:cubicBezTo>
                    <a:pt x="72" y="420"/>
                    <a:pt x="1" y="665"/>
                    <a:pt x="104" y="772"/>
                  </a:cubicBezTo>
                  <a:cubicBezTo>
                    <a:pt x="135" y="803"/>
                    <a:pt x="179" y="818"/>
                    <a:pt x="232" y="818"/>
                  </a:cubicBezTo>
                  <a:cubicBezTo>
                    <a:pt x="353" y="818"/>
                    <a:pt x="516" y="739"/>
                    <a:pt x="654" y="602"/>
                  </a:cubicBezTo>
                  <a:cubicBezTo>
                    <a:pt x="851" y="404"/>
                    <a:pt x="930" y="154"/>
                    <a:pt x="828" y="48"/>
                  </a:cubicBezTo>
                  <a:cubicBezTo>
                    <a:pt x="796" y="16"/>
                    <a:pt x="751" y="1"/>
                    <a:pt x="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1"/>
            <p:cNvSpPr/>
            <p:nvPr/>
          </p:nvSpPr>
          <p:spPr>
            <a:xfrm>
              <a:off x="7072428" y="2285594"/>
              <a:ext cx="58737" cy="51229"/>
            </a:xfrm>
            <a:custGeom>
              <a:avLst/>
              <a:gdLst/>
              <a:ahLst/>
              <a:cxnLst/>
              <a:rect l="l" t="t" r="r" b="b"/>
              <a:pathLst>
                <a:path w="931" h="812" extrusionOk="0">
                  <a:moveTo>
                    <a:pt x="699" y="1"/>
                  </a:moveTo>
                  <a:cubicBezTo>
                    <a:pt x="578" y="1"/>
                    <a:pt x="415" y="79"/>
                    <a:pt x="277" y="217"/>
                  </a:cubicBezTo>
                  <a:cubicBezTo>
                    <a:pt x="80" y="415"/>
                    <a:pt x="1" y="660"/>
                    <a:pt x="107" y="763"/>
                  </a:cubicBezTo>
                  <a:cubicBezTo>
                    <a:pt x="139" y="796"/>
                    <a:pt x="185" y="812"/>
                    <a:pt x="238" y="812"/>
                  </a:cubicBezTo>
                  <a:cubicBezTo>
                    <a:pt x="358" y="812"/>
                    <a:pt x="518" y="733"/>
                    <a:pt x="657" y="597"/>
                  </a:cubicBezTo>
                  <a:cubicBezTo>
                    <a:pt x="863" y="399"/>
                    <a:pt x="930" y="150"/>
                    <a:pt x="827" y="47"/>
                  </a:cubicBezTo>
                  <a:cubicBezTo>
                    <a:pt x="796" y="16"/>
                    <a:pt x="752" y="1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1"/>
            <p:cNvSpPr/>
            <p:nvPr/>
          </p:nvSpPr>
          <p:spPr>
            <a:xfrm>
              <a:off x="9000154" y="2519028"/>
              <a:ext cx="58674" cy="51608"/>
            </a:xfrm>
            <a:custGeom>
              <a:avLst/>
              <a:gdLst/>
              <a:ahLst/>
              <a:cxnLst/>
              <a:rect l="l" t="t" r="r" b="b"/>
              <a:pathLst>
                <a:path w="930" h="818" extrusionOk="0">
                  <a:moveTo>
                    <a:pt x="696" y="0"/>
                  </a:moveTo>
                  <a:cubicBezTo>
                    <a:pt x="576" y="0"/>
                    <a:pt x="415" y="79"/>
                    <a:pt x="277" y="217"/>
                  </a:cubicBezTo>
                  <a:cubicBezTo>
                    <a:pt x="79" y="418"/>
                    <a:pt x="0" y="660"/>
                    <a:pt x="107" y="770"/>
                  </a:cubicBezTo>
                  <a:cubicBezTo>
                    <a:pt x="140" y="802"/>
                    <a:pt x="184" y="817"/>
                    <a:pt x="236" y="817"/>
                  </a:cubicBezTo>
                  <a:cubicBezTo>
                    <a:pt x="356" y="817"/>
                    <a:pt x="515" y="735"/>
                    <a:pt x="657" y="596"/>
                  </a:cubicBezTo>
                  <a:cubicBezTo>
                    <a:pt x="859" y="399"/>
                    <a:pt x="930" y="149"/>
                    <a:pt x="823" y="46"/>
                  </a:cubicBezTo>
                  <a:cubicBezTo>
                    <a:pt x="792" y="15"/>
                    <a:pt x="748" y="0"/>
                    <a:pt x="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1"/>
            <p:cNvSpPr/>
            <p:nvPr/>
          </p:nvSpPr>
          <p:spPr>
            <a:xfrm>
              <a:off x="1617889" y="2215501"/>
              <a:ext cx="41009" cy="35898"/>
            </a:xfrm>
            <a:custGeom>
              <a:avLst/>
              <a:gdLst/>
              <a:ahLst/>
              <a:cxnLst/>
              <a:rect l="l" t="t" r="r" b="b"/>
              <a:pathLst>
                <a:path w="650" h="569" extrusionOk="0">
                  <a:moveTo>
                    <a:pt x="485" y="0"/>
                  </a:moveTo>
                  <a:cubicBezTo>
                    <a:pt x="402" y="0"/>
                    <a:pt x="290" y="56"/>
                    <a:pt x="194" y="153"/>
                  </a:cubicBezTo>
                  <a:cubicBezTo>
                    <a:pt x="56" y="291"/>
                    <a:pt x="0" y="461"/>
                    <a:pt x="75" y="537"/>
                  </a:cubicBezTo>
                  <a:cubicBezTo>
                    <a:pt x="98" y="558"/>
                    <a:pt x="129" y="568"/>
                    <a:pt x="165" y="568"/>
                  </a:cubicBezTo>
                  <a:cubicBezTo>
                    <a:pt x="248" y="568"/>
                    <a:pt x="359" y="513"/>
                    <a:pt x="455" y="414"/>
                  </a:cubicBezTo>
                  <a:cubicBezTo>
                    <a:pt x="594" y="275"/>
                    <a:pt x="649" y="109"/>
                    <a:pt x="574" y="34"/>
                  </a:cubicBezTo>
                  <a:cubicBezTo>
                    <a:pt x="552" y="11"/>
                    <a:pt x="521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1"/>
            <p:cNvSpPr/>
            <p:nvPr/>
          </p:nvSpPr>
          <p:spPr>
            <a:xfrm>
              <a:off x="1002506" y="2607166"/>
              <a:ext cx="41008" cy="35772"/>
            </a:xfrm>
            <a:custGeom>
              <a:avLst/>
              <a:gdLst/>
              <a:ahLst/>
              <a:cxnLst/>
              <a:rect l="l" t="t" r="r" b="b"/>
              <a:pathLst>
                <a:path w="650" h="567" extrusionOk="0">
                  <a:moveTo>
                    <a:pt x="485" y="1"/>
                  </a:moveTo>
                  <a:cubicBezTo>
                    <a:pt x="402" y="1"/>
                    <a:pt x="291" y="57"/>
                    <a:pt x="194" y="153"/>
                  </a:cubicBezTo>
                  <a:cubicBezTo>
                    <a:pt x="56" y="291"/>
                    <a:pt x="1" y="462"/>
                    <a:pt x="76" y="533"/>
                  </a:cubicBezTo>
                  <a:cubicBezTo>
                    <a:pt x="99" y="556"/>
                    <a:pt x="130" y="567"/>
                    <a:pt x="166" y="567"/>
                  </a:cubicBezTo>
                  <a:cubicBezTo>
                    <a:pt x="250" y="567"/>
                    <a:pt x="359" y="510"/>
                    <a:pt x="456" y="414"/>
                  </a:cubicBezTo>
                  <a:cubicBezTo>
                    <a:pt x="594" y="276"/>
                    <a:pt x="649" y="109"/>
                    <a:pt x="574" y="34"/>
                  </a:cubicBezTo>
                  <a:cubicBezTo>
                    <a:pt x="553" y="11"/>
                    <a:pt x="522" y="1"/>
                    <a:pt x="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1"/>
            <p:cNvSpPr/>
            <p:nvPr/>
          </p:nvSpPr>
          <p:spPr>
            <a:xfrm>
              <a:off x="4178663" y="2207677"/>
              <a:ext cx="58484" cy="51418"/>
            </a:xfrm>
            <a:custGeom>
              <a:avLst/>
              <a:gdLst/>
              <a:ahLst/>
              <a:cxnLst/>
              <a:rect l="l" t="t" r="r" b="b"/>
              <a:pathLst>
                <a:path w="927" h="815" extrusionOk="0">
                  <a:moveTo>
                    <a:pt x="235" y="1"/>
                  </a:moveTo>
                  <a:cubicBezTo>
                    <a:pt x="181" y="1"/>
                    <a:pt x="135" y="17"/>
                    <a:pt x="103" y="51"/>
                  </a:cubicBezTo>
                  <a:cubicBezTo>
                    <a:pt x="0" y="154"/>
                    <a:pt x="75" y="403"/>
                    <a:pt x="273" y="601"/>
                  </a:cubicBezTo>
                  <a:cubicBezTo>
                    <a:pt x="410" y="738"/>
                    <a:pt x="569" y="814"/>
                    <a:pt x="689" y="814"/>
                  </a:cubicBezTo>
                  <a:cubicBezTo>
                    <a:pt x="742" y="814"/>
                    <a:pt x="787" y="799"/>
                    <a:pt x="819" y="767"/>
                  </a:cubicBezTo>
                  <a:cubicBezTo>
                    <a:pt x="926" y="664"/>
                    <a:pt x="851" y="415"/>
                    <a:pt x="653" y="217"/>
                  </a:cubicBezTo>
                  <a:cubicBezTo>
                    <a:pt x="516" y="81"/>
                    <a:pt x="355" y="1"/>
                    <a:pt x="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1"/>
            <p:cNvSpPr/>
            <p:nvPr/>
          </p:nvSpPr>
          <p:spPr>
            <a:xfrm>
              <a:off x="6000965" y="1998028"/>
              <a:ext cx="58737" cy="51418"/>
            </a:xfrm>
            <a:custGeom>
              <a:avLst/>
              <a:gdLst/>
              <a:ahLst/>
              <a:cxnLst/>
              <a:rect l="l" t="t" r="r" b="b"/>
              <a:pathLst>
                <a:path w="931" h="815" extrusionOk="0">
                  <a:moveTo>
                    <a:pt x="234" y="0"/>
                  </a:moveTo>
                  <a:cubicBezTo>
                    <a:pt x="181" y="0"/>
                    <a:pt x="136" y="15"/>
                    <a:pt x="104" y="46"/>
                  </a:cubicBezTo>
                  <a:cubicBezTo>
                    <a:pt x="1" y="149"/>
                    <a:pt x="76" y="399"/>
                    <a:pt x="274" y="596"/>
                  </a:cubicBezTo>
                  <a:cubicBezTo>
                    <a:pt x="414" y="734"/>
                    <a:pt x="576" y="814"/>
                    <a:pt x="696" y="814"/>
                  </a:cubicBezTo>
                  <a:cubicBezTo>
                    <a:pt x="748" y="814"/>
                    <a:pt x="793" y="799"/>
                    <a:pt x="824" y="767"/>
                  </a:cubicBezTo>
                  <a:cubicBezTo>
                    <a:pt x="931" y="664"/>
                    <a:pt x="852" y="418"/>
                    <a:pt x="654" y="217"/>
                  </a:cubicBezTo>
                  <a:cubicBezTo>
                    <a:pt x="516" y="79"/>
                    <a:pt x="355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1"/>
            <p:cNvSpPr/>
            <p:nvPr/>
          </p:nvSpPr>
          <p:spPr>
            <a:xfrm>
              <a:off x="5222619" y="2303638"/>
              <a:ext cx="58737" cy="51418"/>
            </a:xfrm>
            <a:custGeom>
              <a:avLst/>
              <a:gdLst/>
              <a:ahLst/>
              <a:cxnLst/>
              <a:rect l="l" t="t" r="r" b="b"/>
              <a:pathLst>
                <a:path w="931" h="815" extrusionOk="0">
                  <a:moveTo>
                    <a:pt x="245" y="0"/>
                  </a:moveTo>
                  <a:cubicBezTo>
                    <a:pt x="190" y="0"/>
                    <a:pt x="144" y="16"/>
                    <a:pt x="111" y="50"/>
                  </a:cubicBezTo>
                  <a:cubicBezTo>
                    <a:pt x="1" y="152"/>
                    <a:pt x="80" y="398"/>
                    <a:pt x="278" y="596"/>
                  </a:cubicBezTo>
                  <a:cubicBezTo>
                    <a:pt x="416" y="735"/>
                    <a:pt x="581" y="815"/>
                    <a:pt x="702" y="815"/>
                  </a:cubicBezTo>
                  <a:cubicBezTo>
                    <a:pt x="753" y="815"/>
                    <a:pt x="797" y="800"/>
                    <a:pt x="828" y="770"/>
                  </a:cubicBezTo>
                  <a:cubicBezTo>
                    <a:pt x="930" y="667"/>
                    <a:pt x="859" y="418"/>
                    <a:pt x="661" y="216"/>
                  </a:cubicBezTo>
                  <a:cubicBezTo>
                    <a:pt x="525" y="77"/>
                    <a:pt x="365" y="0"/>
                    <a:pt x="2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1"/>
            <p:cNvSpPr/>
            <p:nvPr/>
          </p:nvSpPr>
          <p:spPr>
            <a:xfrm>
              <a:off x="3445932" y="2697953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40" y="1"/>
                  </a:moveTo>
                  <a:cubicBezTo>
                    <a:pt x="185" y="1"/>
                    <a:pt x="140" y="17"/>
                    <a:pt x="108" y="51"/>
                  </a:cubicBezTo>
                  <a:cubicBezTo>
                    <a:pt x="1" y="154"/>
                    <a:pt x="80" y="400"/>
                    <a:pt x="278" y="597"/>
                  </a:cubicBezTo>
                  <a:cubicBezTo>
                    <a:pt x="416" y="735"/>
                    <a:pt x="577" y="814"/>
                    <a:pt x="698" y="814"/>
                  </a:cubicBezTo>
                  <a:cubicBezTo>
                    <a:pt x="750" y="814"/>
                    <a:pt x="795" y="799"/>
                    <a:pt x="828" y="768"/>
                  </a:cubicBezTo>
                  <a:cubicBezTo>
                    <a:pt x="931" y="665"/>
                    <a:pt x="856" y="415"/>
                    <a:pt x="658" y="218"/>
                  </a:cubicBezTo>
                  <a:cubicBezTo>
                    <a:pt x="521" y="81"/>
                    <a:pt x="360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7" name="Google Shape;1937;p31"/>
          <p:cNvSpPr/>
          <p:nvPr/>
        </p:nvSpPr>
        <p:spPr>
          <a:xfrm>
            <a:off x="0" y="4179432"/>
            <a:ext cx="9143977" cy="1590892"/>
          </a:xfrm>
          <a:custGeom>
            <a:avLst/>
            <a:gdLst/>
            <a:ahLst/>
            <a:cxnLst/>
            <a:rect l="l" t="t" r="r" b="b"/>
            <a:pathLst>
              <a:path w="38533" h="13609" extrusionOk="0">
                <a:moveTo>
                  <a:pt x="1" y="0"/>
                </a:moveTo>
                <a:lnTo>
                  <a:pt x="1" y="13609"/>
                </a:lnTo>
                <a:lnTo>
                  <a:pt x="38533" y="13609"/>
                </a:lnTo>
                <a:lnTo>
                  <a:pt x="385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8" name="Google Shape;1938;p31"/>
          <p:cNvGrpSpPr/>
          <p:nvPr/>
        </p:nvGrpSpPr>
        <p:grpSpPr>
          <a:xfrm>
            <a:off x="237" y="4175078"/>
            <a:ext cx="9143686" cy="1595437"/>
            <a:chOff x="-6134075" y="3104468"/>
            <a:chExt cx="18783249" cy="3277397"/>
          </a:xfrm>
        </p:grpSpPr>
        <p:sp>
          <p:nvSpPr>
            <p:cNvPr id="1939" name="Google Shape;1939;p31"/>
            <p:cNvSpPr/>
            <p:nvPr/>
          </p:nvSpPr>
          <p:spPr>
            <a:xfrm>
              <a:off x="-6134075" y="3104468"/>
              <a:ext cx="7262883" cy="3277397"/>
            </a:xfrm>
            <a:custGeom>
              <a:avLst/>
              <a:gdLst/>
              <a:ahLst/>
              <a:cxnLst/>
              <a:rect l="l" t="t" r="r" b="b"/>
              <a:pathLst>
                <a:path w="30245" h="13648" extrusionOk="0">
                  <a:moveTo>
                    <a:pt x="25428" y="1"/>
                  </a:moveTo>
                  <a:lnTo>
                    <a:pt x="1" y="13648"/>
                  </a:lnTo>
                  <a:lnTo>
                    <a:pt x="11173" y="13648"/>
                  </a:lnTo>
                  <a:lnTo>
                    <a:pt x="30244" y="37"/>
                  </a:lnTo>
                  <a:lnTo>
                    <a:pt x="254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1"/>
            <p:cNvSpPr/>
            <p:nvPr/>
          </p:nvSpPr>
          <p:spPr>
            <a:xfrm>
              <a:off x="-767484" y="3113354"/>
              <a:ext cx="4209807" cy="3268512"/>
            </a:xfrm>
            <a:custGeom>
              <a:avLst/>
              <a:gdLst/>
              <a:ahLst/>
              <a:cxnLst/>
              <a:rect l="l" t="t" r="r" b="b"/>
              <a:pathLst>
                <a:path w="17531" h="13611" extrusionOk="0">
                  <a:moveTo>
                    <a:pt x="12712" y="0"/>
                  </a:moveTo>
                  <a:lnTo>
                    <a:pt x="1" y="13611"/>
                  </a:lnTo>
                  <a:lnTo>
                    <a:pt x="11172" y="13611"/>
                  </a:lnTo>
                  <a:lnTo>
                    <a:pt x="17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1"/>
            <p:cNvSpPr/>
            <p:nvPr/>
          </p:nvSpPr>
          <p:spPr>
            <a:xfrm>
              <a:off x="4598626" y="3113354"/>
              <a:ext cx="2683989" cy="3268512"/>
            </a:xfrm>
            <a:custGeom>
              <a:avLst/>
              <a:gdLst/>
              <a:ahLst/>
              <a:cxnLst/>
              <a:rect l="l" t="t" r="r" b="b"/>
              <a:pathLst>
                <a:path w="11177" h="13611" extrusionOk="0">
                  <a:moveTo>
                    <a:pt x="0" y="0"/>
                  </a:moveTo>
                  <a:lnTo>
                    <a:pt x="0" y="13611"/>
                  </a:lnTo>
                  <a:lnTo>
                    <a:pt x="11176" y="13611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1"/>
            <p:cNvSpPr/>
            <p:nvPr/>
          </p:nvSpPr>
          <p:spPr>
            <a:xfrm>
              <a:off x="6912590" y="3113354"/>
              <a:ext cx="5736585" cy="3268512"/>
            </a:xfrm>
            <a:custGeom>
              <a:avLst/>
              <a:gdLst/>
              <a:ahLst/>
              <a:cxnLst/>
              <a:rect l="l" t="t" r="r" b="b"/>
              <a:pathLst>
                <a:path w="23889" h="13611" extrusionOk="0">
                  <a:moveTo>
                    <a:pt x="1" y="0"/>
                  </a:moveTo>
                  <a:lnTo>
                    <a:pt x="12712" y="13611"/>
                  </a:lnTo>
                  <a:lnTo>
                    <a:pt x="23888" y="13611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3" name="Google Shape;1943;p31"/>
          <p:cNvGrpSpPr/>
          <p:nvPr/>
        </p:nvGrpSpPr>
        <p:grpSpPr>
          <a:xfrm>
            <a:off x="16" y="4137686"/>
            <a:ext cx="9143183" cy="156703"/>
            <a:chOff x="26" y="3997406"/>
            <a:chExt cx="13412326" cy="229871"/>
          </a:xfrm>
        </p:grpSpPr>
        <p:grpSp>
          <p:nvGrpSpPr>
            <p:cNvPr id="1944" name="Google Shape;1944;p31"/>
            <p:cNvGrpSpPr/>
            <p:nvPr/>
          </p:nvGrpSpPr>
          <p:grpSpPr>
            <a:xfrm>
              <a:off x="26" y="3997406"/>
              <a:ext cx="7221926" cy="229871"/>
              <a:chOff x="0" y="3997325"/>
              <a:chExt cx="9143993" cy="291050"/>
            </a:xfrm>
          </p:grpSpPr>
          <p:sp>
            <p:nvSpPr>
              <p:cNvPr id="1945" name="Google Shape;1945;p31"/>
              <p:cNvSpPr/>
              <p:nvPr/>
            </p:nvSpPr>
            <p:spPr>
              <a:xfrm>
                <a:off x="0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2" name="Google Shape;1952;p31"/>
            <p:cNvGrpSpPr/>
            <p:nvPr/>
          </p:nvGrpSpPr>
          <p:grpSpPr>
            <a:xfrm>
              <a:off x="7221944" y="3997406"/>
              <a:ext cx="6190407" cy="229871"/>
              <a:chOff x="1306050" y="3997325"/>
              <a:chExt cx="7837943" cy="291050"/>
            </a:xfrm>
          </p:grpSpPr>
          <p:sp>
            <p:nvSpPr>
              <p:cNvPr id="1953" name="Google Shape;1953;p31"/>
              <p:cNvSpPr/>
              <p:nvPr/>
            </p:nvSpPr>
            <p:spPr>
              <a:xfrm>
                <a:off x="1306050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1"/>
              <p:cNvSpPr/>
              <p:nvPr/>
            </p:nvSpPr>
            <p:spPr>
              <a:xfrm>
                <a:off x="2613050" y="3997325"/>
                <a:ext cx="1306505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6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6" y="1211"/>
                    </a:lnTo>
                    <a:lnTo>
                      <a:pt x="550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1"/>
              <p:cNvSpPr/>
              <p:nvPr/>
            </p:nvSpPr>
            <p:spPr>
              <a:xfrm>
                <a:off x="3918863" y="3997325"/>
                <a:ext cx="1306742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7" y="1211"/>
                    </a:lnTo>
                    <a:lnTo>
                      <a:pt x="55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1"/>
              <p:cNvSpPr/>
              <p:nvPr/>
            </p:nvSpPr>
            <p:spPr>
              <a:xfrm>
                <a:off x="6531913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1"/>
              <p:cNvSpPr/>
              <p:nvPr/>
            </p:nvSpPr>
            <p:spPr>
              <a:xfrm>
                <a:off x="5225388" y="3997325"/>
                <a:ext cx="1306268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1212" extrusionOk="0">
                    <a:moveTo>
                      <a:pt x="1" y="0"/>
                    </a:moveTo>
                    <a:lnTo>
                      <a:pt x="1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1"/>
              <p:cNvSpPr/>
              <p:nvPr/>
            </p:nvSpPr>
            <p:spPr>
              <a:xfrm>
                <a:off x="7837963" y="3997325"/>
                <a:ext cx="1306030" cy="291050"/>
              </a:xfrm>
              <a:custGeom>
                <a:avLst/>
                <a:gdLst/>
                <a:ahLst/>
                <a:cxnLst/>
                <a:rect l="l" t="t" r="r" b="b"/>
                <a:pathLst>
                  <a:path w="5504" h="1212" extrusionOk="0">
                    <a:moveTo>
                      <a:pt x="0" y="0"/>
                    </a:moveTo>
                    <a:lnTo>
                      <a:pt x="0" y="1211"/>
                    </a:lnTo>
                    <a:lnTo>
                      <a:pt x="5504" y="1211"/>
                    </a:lnTo>
                    <a:lnTo>
                      <a:pt x="55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59" name="Google Shape;1959;p31"/>
          <p:cNvGrpSpPr/>
          <p:nvPr/>
        </p:nvGrpSpPr>
        <p:grpSpPr>
          <a:xfrm rot="10800000">
            <a:off x="-758173" y="-436253"/>
            <a:ext cx="3741865" cy="6016006"/>
            <a:chOff x="4594175" y="578725"/>
            <a:chExt cx="2777100" cy="4464900"/>
          </a:xfrm>
        </p:grpSpPr>
        <p:sp>
          <p:nvSpPr>
            <p:cNvPr id="1960" name="Google Shape;1960;p31"/>
            <p:cNvSpPr/>
            <p:nvPr/>
          </p:nvSpPr>
          <p:spPr>
            <a:xfrm>
              <a:off x="7272800" y="35807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5" y="0"/>
                  </a:moveTo>
                  <a:lnTo>
                    <a:pt x="1" y="3615"/>
                  </a:lnTo>
                  <a:lnTo>
                    <a:pt x="1435" y="4605"/>
                  </a:lnTo>
                  <a:lnTo>
                    <a:pt x="3939" y="1000"/>
                  </a:lnTo>
                  <a:lnTo>
                    <a:pt x="24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1"/>
            <p:cNvSpPr/>
            <p:nvPr/>
          </p:nvSpPr>
          <p:spPr>
            <a:xfrm>
              <a:off x="7040050" y="4734375"/>
              <a:ext cx="117925" cy="84075"/>
            </a:xfrm>
            <a:custGeom>
              <a:avLst/>
              <a:gdLst/>
              <a:ahLst/>
              <a:cxnLst/>
              <a:rect l="l" t="t" r="r" b="b"/>
              <a:pathLst>
                <a:path w="4717" h="3363" extrusionOk="0">
                  <a:moveTo>
                    <a:pt x="698" y="0"/>
                  </a:moveTo>
                  <a:lnTo>
                    <a:pt x="1" y="1606"/>
                  </a:lnTo>
                  <a:lnTo>
                    <a:pt x="4020" y="3363"/>
                  </a:lnTo>
                  <a:lnTo>
                    <a:pt x="4717" y="176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1"/>
            <p:cNvSpPr/>
            <p:nvPr/>
          </p:nvSpPr>
          <p:spPr>
            <a:xfrm>
              <a:off x="6712150" y="4509200"/>
              <a:ext cx="50250" cy="112350"/>
            </a:xfrm>
            <a:custGeom>
              <a:avLst/>
              <a:gdLst/>
              <a:ahLst/>
              <a:cxnLst/>
              <a:rect l="l" t="t" r="r" b="b"/>
              <a:pathLst>
                <a:path w="2010" h="4494" extrusionOk="0">
                  <a:moveTo>
                    <a:pt x="273" y="0"/>
                  </a:moveTo>
                  <a:lnTo>
                    <a:pt x="0" y="4393"/>
                  </a:lnTo>
                  <a:lnTo>
                    <a:pt x="1747" y="4494"/>
                  </a:lnTo>
                  <a:lnTo>
                    <a:pt x="201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1"/>
            <p:cNvSpPr/>
            <p:nvPr/>
          </p:nvSpPr>
          <p:spPr>
            <a:xfrm>
              <a:off x="5988400" y="4931275"/>
              <a:ext cx="50525" cy="112350"/>
            </a:xfrm>
            <a:custGeom>
              <a:avLst/>
              <a:gdLst/>
              <a:ahLst/>
              <a:cxnLst/>
              <a:rect l="l" t="t" r="r" b="b"/>
              <a:pathLst>
                <a:path w="2021" h="449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94"/>
                  </a:lnTo>
                  <a:lnTo>
                    <a:pt x="2020" y="11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1"/>
            <p:cNvSpPr/>
            <p:nvPr/>
          </p:nvSpPr>
          <p:spPr>
            <a:xfrm>
              <a:off x="6647775" y="3763500"/>
              <a:ext cx="118425" cy="82825"/>
            </a:xfrm>
            <a:custGeom>
              <a:avLst/>
              <a:gdLst/>
              <a:ahLst/>
              <a:cxnLst/>
              <a:rect l="l" t="t" r="r" b="b"/>
              <a:pathLst>
                <a:path w="4737" h="3313" extrusionOk="0">
                  <a:moveTo>
                    <a:pt x="677" y="0"/>
                  </a:moveTo>
                  <a:lnTo>
                    <a:pt x="0" y="1616"/>
                  </a:lnTo>
                  <a:lnTo>
                    <a:pt x="4060" y="3312"/>
                  </a:lnTo>
                  <a:lnTo>
                    <a:pt x="4736" y="1696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1"/>
            <p:cNvSpPr/>
            <p:nvPr/>
          </p:nvSpPr>
          <p:spPr>
            <a:xfrm>
              <a:off x="6832300" y="3966950"/>
              <a:ext cx="107325" cy="109575"/>
            </a:xfrm>
            <a:custGeom>
              <a:avLst/>
              <a:gdLst/>
              <a:ahLst/>
              <a:cxnLst/>
              <a:rect l="l" t="t" r="r" b="b"/>
              <a:pathLst>
                <a:path w="4293" h="4383" extrusionOk="0">
                  <a:moveTo>
                    <a:pt x="1263" y="1"/>
                  </a:moveTo>
                  <a:lnTo>
                    <a:pt x="1" y="1202"/>
                  </a:lnTo>
                  <a:lnTo>
                    <a:pt x="3030" y="4383"/>
                  </a:lnTo>
                  <a:lnTo>
                    <a:pt x="4292" y="3181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1"/>
            <p:cNvSpPr/>
            <p:nvPr/>
          </p:nvSpPr>
          <p:spPr>
            <a:xfrm>
              <a:off x="5728900" y="1099750"/>
              <a:ext cx="107825" cy="109350"/>
            </a:xfrm>
            <a:custGeom>
              <a:avLst/>
              <a:gdLst/>
              <a:ahLst/>
              <a:cxnLst/>
              <a:rect l="l" t="t" r="r" b="b"/>
              <a:pathLst>
                <a:path w="4313" h="4374" extrusionOk="0">
                  <a:moveTo>
                    <a:pt x="3060" y="1"/>
                  </a:moveTo>
                  <a:lnTo>
                    <a:pt x="0" y="3161"/>
                  </a:lnTo>
                  <a:lnTo>
                    <a:pt x="1263" y="4373"/>
                  </a:lnTo>
                  <a:lnTo>
                    <a:pt x="4312" y="1213"/>
                  </a:lnTo>
                  <a:lnTo>
                    <a:pt x="3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1"/>
            <p:cNvSpPr/>
            <p:nvPr/>
          </p:nvSpPr>
          <p:spPr>
            <a:xfrm>
              <a:off x="5288400" y="1057100"/>
              <a:ext cx="118150" cy="82075"/>
            </a:xfrm>
            <a:custGeom>
              <a:avLst/>
              <a:gdLst/>
              <a:ahLst/>
              <a:cxnLst/>
              <a:rect l="l" t="t" r="r" b="b"/>
              <a:pathLst>
                <a:path w="4726" h="3283" extrusionOk="0">
                  <a:moveTo>
                    <a:pt x="4069" y="0"/>
                  </a:moveTo>
                  <a:lnTo>
                    <a:pt x="0" y="1667"/>
                  </a:lnTo>
                  <a:lnTo>
                    <a:pt x="667" y="3282"/>
                  </a:lnTo>
                  <a:lnTo>
                    <a:pt x="4726" y="1616"/>
                  </a:lnTo>
                  <a:lnTo>
                    <a:pt x="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1"/>
            <p:cNvSpPr/>
            <p:nvPr/>
          </p:nvSpPr>
          <p:spPr>
            <a:xfrm>
              <a:off x="5408550" y="779175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83" y="0"/>
                  </a:moveTo>
                  <a:lnTo>
                    <a:pt x="1" y="1171"/>
                  </a:lnTo>
                  <a:lnTo>
                    <a:pt x="2959" y="4413"/>
                  </a:lnTo>
                  <a:lnTo>
                    <a:pt x="4252" y="3231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1"/>
            <p:cNvSpPr/>
            <p:nvPr/>
          </p:nvSpPr>
          <p:spPr>
            <a:xfrm>
              <a:off x="6154000" y="626950"/>
              <a:ext cx="106300" cy="110325"/>
            </a:xfrm>
            <a:custGeom>
              <a:avLst/>
              <a:gdLst/>
              <a:ahLst/>
              <a:cxnLst/>
              <a:rect l="l" t="t" r="r" b="b"/>
              <a:pathLst>
                <a:path w="4252" h="4413" extrusionOk="0">
                  <a:moveTo>
                    <a:pt x="1293" y="0"/>
                  </a:moveTo>
                  <a:lnTo>
                    <a:pt x="1" y="1172"/>
                  </a:lnTo>
                  <a:lnTo>
                    <a:pt x="2969" y="4413"/>
                  </a:lnTo>
                  <a:lnTo>
                    <a:pt x="4252" y="3231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1"/>
            <p:cNvSpPr/>
            <p:nvPr/>
          </p:nvSpPr>
          <p:spPr>
            <a:xfrm>
              <a:off x="6918900" y="1493300"/>
              <a:ext cx="111350" cy="105550"/>
            </a:xfrm>
            <a:custGeom>
              <a:avLst/>
              <a:gdLst/>
              <a:ahLst/>
              <a:cxnLst/>
              <a:rect l="l" t="t" r="r" b="b"/>
              <a:pathLst>
                <a:path w="4454" h="4222" extrusionOk="0">
                  <a:moveTo>
                    <a:pt x="1151" y="1"/>
                  </a:moveTo>
                  <a:lnTo>
                    <a:pt x="0" y="1314"/>
                  </a:lnTo>
                  <a:lnTo>
                    <a:pt x="3292" y="4222"/>
                  </a:lnTo>
                  <a:lnTo>
                    <a:pt x="4453" y="2909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1"/>
            <p:cNvSpPr/>
            <p:nvPr/>
          </p:nvSpPr>
          <p:spPr>
            <a:xfrm>
              <a:off x="7187750" y="3961900"/>
              <a:ext cx="111325" cy="105300"/>
            </a:xfrm>
            <a:custGeom>
              <a:avLst/>
              <a:gdLst/>
              <a:ahLst/>
              <a:cxnLst/>
              <a:rect l="l" t="t" r="r" b="b"/>
              <a:pathLst>
                <a:path w="4453" h="4212" extrusionOk="0">
                  <a:moveTo>
                    <a:pt x="1161" y="1"/>
                  </a:moveTo>
                  <a:lnTo>
                    <a:pt x="0" y="1313"/>
                  </a:lnTo>
                  <a:lnTo>
                    <a:pt x="3302" y="4211"/>
                  </a:lnTo>
                  <a:lnTo>
                    <a:pt x="4453" y="2909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1"/>
            <p:cNvSpPr/>
            <p:nvPr/>
          </p:nvSpPr>
          <p:spPr>
            <a:xfrm>
              <a:off x="6430175" y="1376175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0" y="738"/>
                  </a:lnTo>
                  <a:lnTo>
                    <a:pt x="1848" y="4716"/>
                  </a:lnTo>
                  <a:lnTo>
                    <a:pt x="3433" y="397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1"/>
            <p:cNvSpPr/>
            <p:nvPr/>
          </p:nvSpPr>
          <p:spPr>
            <a:xfrm>
              <a:off x="7004975" y="9536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1232" y="0"/>
                  </a:moveTo>
                  <a:lnTo>
                    <a:pt x="0" y="1232"/>
                  </a:lnTo>
                  <a:lnTo>
                    <a:pt x="3100" y="4342"/>
                  </a:lnTo>
                  <a:lnTo>
                    <a:pt x="4342" y="3100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1"/>
            <p:cNvSpPr/>
            <p:nvPr/>
          </p:nvSpPr>
          <p:spPr>
            <a:xfrm>
              <a:off x="6735875" y="1146450"/>
              <a:ext cx="89375" cy="117675"/>
            </a:xfrm>
            <a:custGeom>
              <a:avLst/>
              <a:gdLst/>
              <a:ahLst/>
              <a:cxnLst/>
              <a:rect l="l" t="t" r="r" b="b"/>
              <a:pathLst>
                <a:path w="3575" h="4707" extrusionOk="0">
                  <a:moveTo>
                    <a:pt x="2030" y="1"/>
                  </a:moveTo>
                  <a:lnTo>
                    <a:pt x="0" y="3899"/>
                  </a:lnTo>
                  <a:lnTo>
                    <a:pt x="1545" y="4706"/>
                  </a:lnTo>
                  <a:lnTo>
                    <a:pt x="3575" y="819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1"/>
            <p:cNvSpPr/>
            <p:nvPr/>
          </p:nvSpPr>
          <p:spPr>
            <a:xfrm>
              <a:off x="6728800" y="616100"/>
              <a:ext cx="89650" cy="117650"/>
            </a:xfrm>
            <a:custGeom>
              <a:avLst/>
              <a:gdLst/>
              <a:ahLst/>
              <a:cxnLst/>
              <a:rect l="l" t="t" r="r" b="b"/>
              <a:pathLst>
                <a:path w="3586" h="4706" extrusionOk="0">
                  <a:moveTo>
                    <a:pt x="2040" y="0"/>
                  </a:moveTo>
                  <a:lnTo>
                    <a:pt x="1" y="3888"/>
                  </a:lnTo>
                  <a:lnTo>
                    <a:pt x="1546" y="4705"/>
                  </a:lnTo>
                  <a:lnTo>
                    <a:pt x="3585" y="808"/>
                  </a:lnTo>
                  <a:lnTo>
                    <a:pt x="20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1"/>
            <p:cNvSpPr/>
            <p:nvPr/>
          </p:nvSpPr>
          <p:spPr>
            <a:xfrm>
              <a:off x="6349900" y="1975225"/>
              <a:ext cx="98975" cy="114875"/>
            </a:xfrm>
            <a:custGeom>
              <a:avLst/>
              <a:gdLst/>
              <a:ahLst/>
              <a:cxnLst/>
              <a:rect l="l" t="t" r="r" b="b"/>
              <a:pathLst>
                <a:path w="3959" h="4595" extrusionOk="0">
                  <a:moveTo>
                    <a:pt x="2525" y="0"/>
                  </a:moveTo>
                  <a:lnTo>
                    <a:pt x="0" y="3595"/>
                  </a:lnTo>
                  <a:lnTo>
                    <a:pt x="1434" y="4595"/>
                  </a:lnTo>
                  <a:lnTo>
                    <a:pt x="3959" y="1000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1"/>
            <p:cNvSpPr/>
            <p:nvPr/>
          </p:nvSpPr>
          <p:spPr>
            <a:xfrm>
              <a:off x="7216275" y="701425"/>
              <a:ext cx="98725" cy="115125"/>
            </a:xfrm>
            <a:custGeom>
              <a:avLst/>
              <a:gdLst/>
              <a:ahLst/>
              <a:cxnLst/>
              <a:rect l="l" t="t" r="r" b="b"/>
              <a:pathLst>
                <a:path w="3949" h="4605" extrusionOk="0">
                  <a:moveTo>
                    <a:pt x="2514" y="0"/>
                  </a:moveTo>
                  <a:lnTo>
                    <a:pt x="0" y="3605"/>
                  </a:lnTo>
                  <a:lnTo>
                    <a:pt x="1424" y="4604"/>
                  </a:lnTo>
                  <a:lnTo>
                    <a:pt x="3948" y="1000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1"/>
            <p:cNvSpPr/>
            <p:nvPr/>
          </p:nvSpPr>
          <p:spPr>
            <a:xfrm>
              <a:off x="6642225" y="1746500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6" y="1"/>
                  </a:moveTo>
                  <a:lnTo>
                    <a:pt x="0" y="2283"/>
                  </a:lnTo>
                  <a:lnTo>
                    <a:pt x="909" y="3777"/>
                  </a:lnTo>
                  <a:lnTo>
                    <a:pt x="4655" y="148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1"/>
            <p:cNvSpPr/>
            <p:nvPr/>
          </p:nvSpPr>
          <p:spPr>
            <a:xfrm>
              <a:off x="7189250" y="2557075"/>
              <a:ext cx="116400" cy="94450"/>
            </a:xfrm>
            <a:custGeom>
              <a:avLst/>
              <a:gdLst/>
              <a:ahLst/>
              <a:cxnLst/>
              <a:rect l="l" t="t" r="r" b="b"/>
              <a:pathLst>
                <a:path w="4656" h="3778" extrusionOk="0">
                  <a:moveTo>
                    <a:pt x="3747" y="1"/>
                  </a:moveTo>
                  <a:lnTo>
                    <a:pt x="1" y="2283"/>
                  </a:lnTo>
                  <a:lnTo>
                    <a:pt x="909" y="3777"/>
                  </a:lnTo>
                  <a:lnTo>
                    <a:pt x="4656" y="1485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1"/>
            <p:cNvSpPr/>
            <p:nvPr/>
          </p:nvSpPr>
          <p:spPr>
            <a:xfrm>
              <a:off x="7198600" y="1955525"/>
              <a:ext cx="116400" cy="94700"/>
            </a:xfrm>
            <a:custGeom>
              <a:avLst/>
              <a:gdLst/>
              <a:ahLst/>
              <a:cxnLst/>
              <a:rect l="l" t="t" r="r" b="b"/>
              <a:pathLst>
                <a:path w="4656" h="3788" extrusionOk="0">
                  <a:moveTo>
                    <a:pt x="3746" y="1"/>
                  </a:moveTo>
                  <a:lnTo>
                    <a:pt x="0" y="2293"/>
                  </a:lnTo>
                  <a:lnTo>
                    <a:pt x="909" y="3787"/>
                  </a:lnTo>
                  <a:lnTo>
                    <a:pt x="4655" y="1495"/>
                  </a:lnTo>
                  <a:lnTo>
                    <a:pt x="3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1"/>
            <p:cNvSpPr/>
            <p:nvPr/>
          </p:nvSpPr>
          <p:spPr>
            <a:xfrm>
              <a:off x="6600575" y="2251375"/>
              <a:ext cx="112850" cy="102025"/>
            </a:xfrm>
            <a:custGeom>
              <a:avLst/>
              <a:gdLst/>
              <a:ahLst/>
              <a:cxnLst/>
              <a:rect l="l" t="t" r="r" b="b"/>
              <a:pathLst>
                <a:path w="4514" h="4081" extrusionOk="0">
                  <a:moveTo>
                    <a:pt x="1081" y="1"/>
                  </a:moveTo>
                  <a:lnTo>
                    <a:pt x="0" y="1364"/>
                  </a:lnTo>
                  <a:lnTo>
                    <a:pt x="3423" y="4080"/>
                  </a:lnTo>
                  <a:lnTo>
                    <a:pt x="4514" y="2717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1"/>
            <p:cNvSpPr/>
            <p:nvPr/>
          </p:nvSpPr>
          <p:spPr>
            <a:xfrm>
              <a:off x="6147700" y="1077050"/>
              <a:ext cx="111350" cy="105525"/>
            </a:xfrm>
            <a:custGeom>
              <a:avLst/>
              <a:gdLst/>
              <a:ahLst/>
              <a:cxnLst/>
              <a:rect l="l" t="t" r="r" b="b"/>
              <a:pathLst>
                <a:path w="4454" h="4221" extrusionOk="0">
                  <a:moveTo>
                    <a:pt x="1151" y="0"/>
                  </a:moveTo>
                  <a:lnTo>
                    <a:pt x="0" y="1313"/>
                  </a:lnTo>
                  <a:lnTo>
                    <a:pt x="3292" y="4221"/>
                  </a:lnTo>
                  <a:lnTo>
                    <a:pt x="4453" y="2908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1"/>
            <p:cNvSpPr/>
            <p:nvPr/>
          </p:nvSpPr>
          <p:spPr>
            <a:xfrm>
              <a:off x="6413000" y="888725"/>
              <a:ext cx="104550" cy="111850"/>
            </a:xfrm>
            <a:custGeom>
              <a:avLst/>
              <a:gdLst/>
              <a:ahLst/>
              <a:cxnLst/>
              <a:rect l="l" t="t" r="r" b="b"/>
              <a:pathLst>
                <a:path w="4182" h="4474" extrusionOk="0">
                  <a:moveTo>
                    <a:pt x="2858" y="0"/>
                  </a:moveTo>
                  <a:lnTo>
                    <a:pt x="1" y="3343"/>
                  </a:lnTo>
                  <a:lnTo>
                    <a:pt x="1323" y="4474"/>
                  </a:lnTo>
                  <a:lnTo>
                    <a:pt x="4181" y="1141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1"/>
            <p:cNvSpPr/>
            <p:nvPr/>
          </p:nvSpPr>
          <p:spPr>
            <a:xfrm>
              <a:off x="7256150" y="1355475"/>
              <a:ext cx="104525" cy="111850"/>
            </a:xfrm>
            <a:custGeom>
              <a:avLst/>
              <a:gdLst/>
              <a:ahLst/>
              <a:cxnLst/>
              <a:rect l="l" t="t" r="r" b="b"/>
              <a:pathLst>
                <a:path w="4181" h="4474" extrusionOk="0">
                  <a:moveTo>
                    <a:pt x="2858" y="1"/>
                  </a:moveTo>
                  <a:lnTo>
                    <a:pt x="0" y="3343"/>
                  </a:lnTo>
                  <a:lnTo>
                    <a:pt x="1323" y="4474"/>
                  </a:lnTo>
                  <a:lnTo>
                    <a:pt x="4181" y="1142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1"/>
            <p:cNvSpPr/>
            <p:nvPr/>
          </p:nvSpPr>
          <p:spPr>
            <a:xfrm>
              <a:off x="5956350" y="800875"/>
              <a:ext cx="85850" cy="118175"/>
            </a:xfrm>
            <a:custGeom>
              <a:avLst/>
              <a:gdLst/>
              <a:ahLst/>
              <a:cxnLst/>
              <a:rect l="l" t="t" r="r" b="b"/>
              <a:pathLst>
                <a:path w="3434" h="4727" extrusionOk="0">
                  <a:moveTo>
                    <a:pt x="1586" y="0"/>
                  </a:moveTo>
                  <a:lnTo>
                    <a:pt x="0" y="738"/>
                  </a:lnTo>
                  <a:lnTo>
                    <a:pt x="1848" y="4726"/>
                  </a:lnTo>
                  <a:lnTo>
                    <a:pt x="3433" y="3989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1"/>
            <p:cNvSpPr/>
            <p:nvPr/>
          </p:nvSpPr>
          <p:spPr>
            <a:xfrm>
              <a:off x="5645600" y="578725"/>
              <a:ext cx="89625" cy="117400"/>
            </a:xfrm>
            <a:custGeom>
              <a:avLst/>
              <a:gdLst/>
              <a:ahLst/>
              <a:cxnLst/>
              <a:rect l="l" t="t" r="r" b="b"/>
              <a:pathLst>
                <a:path w="3585" h="4696" extrusionOk="0">
                  <a:moveTo>
                    <a:pt x="2040" y="1"/>
                  </a:moveTo>
                  <a:lnTo>
                    <a:pt x="0" y="3888"/>
                  </a:lnTo>
                  <a:lnTo>
                    <a:pt x="1555" y="4696"/>
                  </a:lnTo>
                  <a:lnTo>
                    <a:pt x="3585" y="808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1"/>
            <p:cNvSpPr/>
            <p:nvPr/>
          </p:nvSpPr>
          <p:spPr>
            <a:xfrm>
              <a:off x="6821700" y="1967900"/>
              <a:ext cx="111350" cy="105275"/>
            </a:xfrm>
            <a:custGeom>
              <a:avLst/>
              <a:gdLst/>
              <a:ahLst/>
              <a:cxnLst/>
              <a:rect l="l" t="t" r="r" b="b"/>
              <a:pathLst>
                <a:path w="4454" h="4211" extrusionOk="0">
                  <a:moveTo>
                    <a:pt x="1162" y="0"/>
                  </a:moveTo>
                  <a:lnTo>
                    <a:pt x="1" y="1313"/>
                  </a:lnTo>
                  <a:lnTo>
                    <a:pt x="3302" y="4211"/>
                  </a:lnTo>
                  <a:lnTo>
                    <a:pt x="4454" y="2898"/>
                  </a:lnTo>
                  <a:lnTo>
                    <a:pt x="1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5879850" y="1400150"/>
              <a:ext cx="85850" cy="117925"/>
            </a:xfrm>
            <a:custGeom>
              <a:avLst/>
              <a:gdLst/>
              <a:ahLst/>
              <a:cxnLst/>
              <a:rect l="l" t="t" r="r" b="b"/>
              <a:pathLst>
                <a:path w="3434" h="4717" extrusionOk="0">
                  <a:moveTo>
                    <a:pt x="1586" y="1"/>
                  </a:moveTo>
                  <a:lnTo>
                    <a:pt x="1" y="738"/>
                  </a:lnTo>
                  <a:lnTo>
                    <a:pt x="1849" y="4717"/>
                  </a:lnTo>
                  <a:lnTo>
                    <a:pt x="3434" y="3989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>
              <a:off x="6139875" y="1501900"/>
              <a:ext cx="108575" cy="108575"/>
            </a:xfrm>
            <a:custGeom>
              <a:avLst/>
              <a:gdLst/>
              <a:ahLst/>
              <a:cxnLst/>
              <a:rect l="l" t="t" r="r" b="b"/>
              <a:pathLst>
                <a:path w="4343" h="4343" extrusionOk="0">
                  <a:moveTo>
                    <a:pt x="3110" y="0"/>
                  </a:moveTo>
                  <a:lnTo>
                    <a:pt x="0" y="3110"/>
                  </a:lnTo>
                  <a:lnTo>
                    <a:pt x="1242" y="4342"/>
                  </a:lnTo>
                  <a:lnTo>
                    <a:pt x="4342" y="1232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>
              <a:off x="6887850" y="3061700"/>
              <a:ext cx="116900" cy="68200"/>
            </a:xfrm>
            <a:custGeom>
              <a:avLst/>
              <a:gdLst/>
              <a:ahLst/>
              <a:cxnLst/>
              <a:rect l="l" t="t" r="r" b="b"/>
              <a:pathLst>
                <a:path w="4676" h="2728" extrusionOk="0">
                  <a:moveTo>
                    <a:pt x="404" y="1"/>
                  </a:moveTo>
                  <a:lnTo>
                    <a:pt x="0" y="1697"/>
                  </a:lnTo>
                  <a:lnTo>
                    <a:pt x="4271" y="2727"/>
                  </a:lnTo>
                  <a:lnTo>
                    <a:pt x="4675" y="1031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>
              <a:off x="6480650" y="2661100"/>
              <a:ext cx="113875" cy="101250"/>
            </a:xfrm>
            <a:custGeom>
              <a:avLst/>
              <a:gdLst/>
              <a:ahLst/>
              <a:cxnLst/>
              <a:rect l="l" t="t" r="r" b="b"/>
              <a:pathLst>
                <a:path w="4555" h="4050" extrusionOk="0">
                  <a:moveTo>
                    <a:pt x="1061" y="0"/>
                  </a:moveTo>
                  <a:lnTo>
                    <a:pt x="1" y="1394"/>
                  </a:lnTo>
                  <a:lnTo>
                    <a:pt x="3495" y="4049"/>
                  </a:lnTo>
                  <a:lnTo>
                    <a:pt x="4555" y="2666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>
              <a:off x="6774750" y="2652500"/>
              <a:ext cx="74000" cy="117675"/>
            </a:xfrm>
            <a:custGeom>
              <a:avLst/>
              <a:gdLst/>
              <a:ahLst/>
              <a:cxnLst/>
              <a:rect l="l" t="t" r="r" b="b"/>
              <a:pathLst>
                <a:path w="2960" h="4707" extrusionOk="0">
                  <a:moveTo>
                    <a:pt x="1293" y="1"/>
                  </a:moveTo>
                  <a:lnTo>
                    <a:pt x="0" y="4191"/>
                  </a:lnTo>
                  <a:lnTo>
                    <a:pt x="1667" y="4706"/>
                  </a:lnTo>
                  <a:lnTo>
                    <a:pt x="2959" y="516"/>
                  </a:lnTo>
                  <a:lnTo>
                    <a:pt x="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>
              <a:off x="5358075" y="4848975"/>
              <a:ext cx="64125" cy="116150"/>
            </a:xfrm>
            <a:custGeom>
              <a:avLst/>
              <a:gdLst/>
              <a:ahLst/>
              <a:cxnLst/>
              <a:rect l="l" t="t" r="r" b="b"/>
              <a:pathLst>
                <a:path w="2565" h="4646" extrusionOk="0">
                  <a:moveTo>
                    <a:pt x="848" y="0"/>
                  </a:moveTo>
                  <a:lnTo>
                    <a:pt x="0" y="4312"/>
                  </a:lnTo>
                  <a:lnTo>
                    <a:pt x="1717" y="4645"/>
                  </a:lnTo>
                  <a:lnTo>
                    <a:pt x="2565" y="33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>
              <a:off x="6355200" y="3962925"/>
              <a:ext cx="98475" cy="115125"/>
            </a:xfrm>
            <a:custGeom>
              <a:avLst/>
              <a:gdLst/>
              <a:ahLst/>
              <a:cxnLst/>
              <a:rect l="l" t="t" r="r" b="b"/>
              <a:pathLst>
                <a:path w="3939" h="4605" extrusionOk="0">
                  <a:moveTo>
                    <a:pt x="2494" y="0"/>
                  </a:moveTo>
                  <a:lnTo>
                    <a:pt x="0" y="3605"/>
                  </a:lnTo>
                  <a:lnTo>
                    <a:pt x="1434" y="4605"/>
                  </a:lnTo>
                  <a:lnTo>
                    <a:pt x="3938" y="990"/>
                  </a:lnTo>
                  <a:lnTo>
                    <a:pt x="2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1"/>
            <p:cNvSpPr/>
            <p:nvPr/>
          </p:nvSpPr>
          <p:spPr>
            <a:xfrm>
              <a:off x="6350650" y="4351675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1"/>
            <p:cNvSpPr/>
            <p:nvPr/>
          </p:nvSpPr>
          <p:spPr>
            <a:xfrm>
              <a:off x="6568250" y="49340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83" y="0"/>
                  </a:moveTo>
                  <a:lnTo>
                    <a:pt x="1" y="212"/>
                  </a:lnTo>
                  <a:lnTo>
                    <a:pt x="81" y="1959"/>
                  </a:lnTo>
                  <a:lnTo>
                    <a:pt x="4474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>
              <a:off x="5433800" y="4340050"/>
              <a:ext cx="112850" cy="52550"/>
            </a:xfrm>
            <a:custGeom>
              <a:avLst/>
              <a:gdLst/>
              <a:ahLst/>
              <a:cxnLst/>
              <a:rect l="l" t="t" r="r" b="b"/>
              <a:pathLst>
                <a:path w="4514" h="2102" extrusionOk="0">
                  <a:moveTo>
                    <a:pt x="142" y="1"/>
                  </a:moveTo>
                  <a:lnTo>
                    <a:pt x="0" y="1748"/>
                  </a:lnTo>
                  <a:lnTo>
                    <a:pt x="4383" y="2101"/>
                  </a:lnTo>
                  <a:lnTo>
                    <a:pt x="4514" y="354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>
              <a:off x="5880875" y="4329700"/>
              <a:ext cx="99975" cy="114650"/>
            </a:xfrm>
            <a:custGeom>
              <a:avLst/>
              <a:gdLst/>
              <a:ahLst/>
              <a:cxnLst/>
              <a:rect l="l" t="t" r="r" b="b"/>
              <a:pathLst>
                <a:path w="3999" h="4586" extrusionOk="0">
                  <a:moveTo>
                    <a:pt x="2595" y="1"/>
                  </a:moveTo>
                  <a:lnTo>
                    <a:pt x="0" y="3555"/>
                  </a:lnTo>
                  <a:lnTo>
                    <a:pt x="1414" y="4585"/>
                  </a:lnTo>
                  <a:lnTo>
                    <a:pt x="3999" y="1031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>
              <a:off x="4652750" y="4274425"/>
              <a:ext cx="112875" cy="52525"/>
            </a:xfrm>
            <a:custGeom>
              <a:avLst/>
              <a:gdLst/>
              <a:ahLst/>
              <a:cxnLst/>
              <a:rect l="l" t="t" r="r" b="b"/>
              <a:pathLst>
                <a:path w="4515" h="2101" extrusionOk="0">
                  <a:moveTo>
                    <a:pt x="142" y="0"/>
                  </a:moveTo>
                  <a:lnTo>
                    <a:pt x="1" y="1747"/>
                  </a:lnTo>
                  <a:lnTo>
                    <a:pt x="4373" y="2101"/>
                  </a:lnTo>
                  <a:lnTo>
                    <a:pt x="4514" y="354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>
              <a:off x="4921100" y="4629100"/>
              <a:ext cx="113875" cy="101000"/>
            </a:xfrm>
            <a:custGeom>
              <a:avLst/>
              <a:gdLst/>
              <a:ahLst/>
              <a:cxnLst/>
              <a:rect l="l" t="t" r="r" b="b"/>
              <a:pathLst>
                <a:path w="4555" h="4040" extrusionOk="0">
                  <a:moveTo>
                    <a:pt x="3504" y="0"/>
                  </a:moveTo>
                  <a:lnTo>
                    <a:pt x="0" y="2646"/>
                  </a:lnTo>
                  <a:lnTo>
                    <a:pt x="1061" y="4039"/>
                  </a:lnTo>
                  <a:lnTo>
                    <a:pt x="4554" y="1394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>
              <a:off x="5623625" y="4190875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0"/>
                  </a:moveTo>
                  <a:lnTo>
                    <a:pt x="1" y="1535"/>
                  </a:lnTo>
                  <a:lnTo>
                    <a:pt x="3868" y="3615"/>
                  </a:lnTo>
                  <a:lnTo>
                    <a:pt x="4696" y="2080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>
              <a:off x="5002625" y="4391800"/>
              <a:ext cx="117425" cy="90400"/>
            </a:xfrm>
            <a:custGeom>
              <a:avLst/>
              <a:gdLst/>
              <a:ahLst/>
              <a:cxnLst/>
              <a:rect l="l" t="t" r="r" b="b"/>
              <a:pathLst>
                <a:path w="4697" h="3616" extrusionOk="0">
                  <a:moveTo>
                    <a:pt x="829" y="1"/>
                  </a:moveTo>
                  <a:lnTo>
                    <a:pt x="1" y="1536"/>
                  </a:lnTo>
                  <a:lnTo>
                    <a:pt x="3868" y="3616"/>
                  </a:lnTo>
                  <a:lnTo>
                    <a:pt x="4696" y="2081"/>
                  </a:lnTo>
                  <a:lnTo>
                    <a:pt x="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>
              <a:off x="4594175" y="4763900"/>
              <a:ext cx="118175" cy="80800"/>
            </a:xfrm>
            <a:custGeom>
              <a:avLst/>
              <a:gdLst/>
              <a:ahLst/>
              <a:cxnLst/>
              <a:rect l="l" t="t" r="r" b="b"/>
              <a:pathLst>
                <a:path w="4727" h="3232" extrusionOk="0">
                  <a:moveTo>
                    <a:pt x="647" y="1"/>
                  </a:moveTo>
                  <a:lnTo>
                    <a:pt x="1" y="1626"/>
                  </a:lnTo>
                  <a:lnTo>
                    <a:pt x="4090" y="3232"/>
                  </a:lnTo>
                  <a:lnTo>
                    <a:pt x="4727" y="1606"/>
                  </a:lnTo>
                  <a:lnTo>
                    <a:pt x="6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>
              <a:off x="5416125" y="4546550"/>
              <a:ext cx="58850" cy="114875"/>
            </a:xfrm>
            <a:custGeom>
              <a:avLst/>
              <a:gdLst/>
              <a:ahLst/>
              <a:cxnLst/>
              <a:rect l="l" t="t" r="r" b="b"/>
              <a:pathLst>
                <a:path w="2354" h="4595" extrusionOk="0">
                  <a:moveTo>
                    <a:pt x="616" y="1"/>
                  </a:moveTo>
                  <a:lnTo>
                    <a:pt x="1" y="434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>
              <a:off x="5211150" y="4145675"/>
              <a:ext cx="102775" cy="113125"/>
            </a:xfrm>
            <a:custGeom>
              <a:avLst/>
              <a:gdLst/>
              <a:ahLst/>
              <a:cxnLst/>
              <a:rect l="l" t="t" r="r" b="b"/>
              <a:pathLst>
                <a:path w="4111" h="4525" extrusionOk="0">
                  <a:moveTo>
                    <a:pt x="1364" y="1"/>
                  </a:moveTo>
                  <a:lnTo>
                    <a:pt x="0" y="1091"/>
                  </a:lnTo>
                  <a:lnTo>
                    <a:pt x="2737" y="4524"/>
                  </a:lnTo>
                  <a:lnTo>
                    <a:pt x="4110" y="3434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>
              <a:off x="4687850" y="4469300"/>
              <a:ext cx="58825" cy="114900"/>
            </a:xfrm>
            <a:custGeom>
              <a:avLst/>
              <a:gdLst/>
              <a:ahLst/>
              <a:cxnLst/>
              <a:rect l="l" t="t" r="r" b="b"/>
              <a:pathLst>
                <a:path w="2353" h="4596" extrusionOk="0">
                  <a:moveTo>
                    <a:pt x="616" y="1"/>
                  </a:moveTo>
                  <a:lnTo>
                    <a:pt x="0" y="4353"/>
                  </a:lnTo>
                  <a:lnTo>
                    <a:pt x="1737" y="4595"/>
                  </a:lnTo>
                  <a:lnTo>
                    <a:pt x="2353" y="243"/>
                  </a:lnTo>
                  <a:lnTo>
                    <a:pt x="6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>
              <a:off x="6327675" y="3632725"/>
              <a:ext cx="64150" cy="116400"/>
            </a:xfrm>
            <a:custGeom>
              <a:avLst/>
              <a:gdLst/>
              <a:ahLst/>
              <a:cxnLst/>
              <a:rect l="l" t="t" r="r" b="b"/>
              <a:pathLst>
                <a:path w="2566" h="4656" extrusionOk="0">
                  <a:moveTo>
                    <a:pt x="849" y="1"/>
                  </a:moveTo>
                  <a:lnTo>
                    <a:pt x="1" y="4312"/>
                  </a:lnTo>
                  <a:lnTo>
                    <a:pt x="1717" y="4655"/>
                  </a:lnTo>
                  <a:lnTo>
                    <a:pt x="2565" y="344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>
              <a:off x="6478375" y="3420425"/>
              <a:ext cx="98225" cy="114875"/>
            </a:xfrm>
            <a:custGeom>
              <a:avLst/>
              <a:gdLst/>
              <a:ahLst/>
              <a:cxnLst/>
              <a:rect l="l" t="t" r="r" b="b"/>
              <a:pathLst>
                <a:path w="3929" h="4595" extrusionOk="0">
                  <a:moveTo>
                    <a:pt x="2505" y="0"/>
                  </a:moveTo>
                  <a:lnTo>
                    <a:pt x="1" y="3605"/>
                  </a:lnTo>
                  <a:lnTo>
                    <a:pt x="1425" y="4595"/>
                  </a:lnTo>
                  <a:lnTo>
                    <a:pt x="3929" y="990"/>
                  </a:lnTo>
                  <a:lnTo>
                    <a:pt x="2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6371350" y="3112450"/>
              <a:ext cx="111850" cy="49000"/>
            </a:xfrm>
            <a:custGeom>
              <a:avLst/>
              <a:gdLst/>
              <a:ahLst/>
              <a:cxnLst/>
              <a:rect l="l" t="t" r="r" b="b"/>
              <a:pathLst>
                <a:path w="4474" h="1960" extrusionOk="0">
                  <a:moveTo>
                    <a:pt x="4393" y="1"/>
                  </a:moveTo>
                  <a:lnTo>
                    <a:pt x="1" y="213"/>
                  </a:lnTo>
                  <a:lnTo>
                    <a:pt x="91" y="1959"/>
                  </a:lnTo>
                  <a:lnTo>
                    <a:pt x="4474" y="173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7052925" y="3360350"/>
              <a:ext cx="63900" cy="116400"/>
            </a:xfrm>
            <a:custGeom>
              <a:avLst/>
              <a:gdLst/>
              <a:ahLst/>
              <a:cxnLst/>
              <a:rect l="l" t="t" r="r" b="b"/>
              <a:pathLst>
                <a:path w="2556" h="4656" extrusionOk="0">
                  <a:moveTo>
                    <a:pt x="849" y="0"/>
                  </a:moveTo>
                  <a:lnTo>
                    <a:pt x="1" y="4312"/>
                  </a:lnTo>
                  <a:lnTo>
                    <a:pt x="1718" y="4655"/>
                  </a:lnTo>
                  <a:lnTo>
                    <a:pt x="2556" y="344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6772225" y="42499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97"/>
                  </a:lnTo>
                  <a:lnTo>
                    <a:pt x="4262" y="2798"/>
                  </a:lnTo>
                  <a:lnTo>
                    <a:pt x="4696" y="110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5910150" y="4626825"/>
              <a:ext cx="117400" cy="69950"/>
            </a:xfrm>
            <a:custGeom>
              <a:avLst/>
              <a:gdLst/>
              <a:ahLst/>
              <a:cxnLst/>
              <a:rect l="l" t="t" r="r" b="b"/>
              <a:pathLst>
                <a:path w="4696" h="2798" extrusionOk="0">
                  <a:moveTo>
                    <a:pt x="445" y="1"/>
                  </a:moveTo>
                  <a:lnTo>
                    <a:pt x="0" y="1687"/>
                  </a:lnTo>
                  <a:lnTo>
                    <a:pt x="4251" y="2798"/>
                  </a:lnTo>
                  <a:lnTo>
                    <a:pt x="4696" y="1101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3" name="Google Shape;2013;p31"/>
          <p:cNvGrpSpPr/>
          <p:nvPr/>
        </p:nvGrpSpPr>
        <p:grpSpPr>
          <a:xfrm rot="10800000">
            <a:off x="6229702" y="-443900"/>
            <a:ext cx="3672473" cy="6031299"/>
            <a:chOff x="237850" y="660025"/>
            <a:chExt cx="2725600" cy="4476250"/>
          </a:xfrm>
        </p:grpSpPr>
        <p:sp>
          <p:nvSpPr>
            <p:cNvPr id="2014" name="Google Shape;2014;p31"/>
            <p:cNvSpPr/>
            <p:nvPr/>
          </p:nvSpPr>
          <p:spPr>
            <a:xfrm>
              <a:off x="582175" y="3663275"/>
              <a:ext cx="109600" cy="43700"/>
            </a:xfrm>
            <a:custGeom>
              <a:avLst/>
              <a:gdLst/>
              <a:ahLst/>
              <a:cxnLst/>
              <a:rect l="l" t="t" r="r" b="b"/>
              <a:pathLst>
                <a:path w="4384" h="1748" extrusionOk="0">
                  <a:moveTo>
                    <a:pt x="1" y="0"/>
                  </a:moveTo>
                  <a:lnTo>
                    <a:pt x="1" y="1747"/>
                  </a:lnTo>
                  <a:lnTo>
                    <a:pt x="4383" y="1747"/>
                  </a:lnTo>
                  <a:lnTo>
                    <a:pt x="43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1258975" y="4396100"/>
              <a:ext cx="117900" cy="84350"/>
            </a:xfrm>
            <a:custGeom>
              <a:avLst/>
              <a:gdLst/>
              <a:ahLst/>
              <a:cxnLst/>
              <a:rect l="l" t="t" r="r" b="b"/>
              <a:pathLst>
                <a:path w="4716" h="3374" extrusionOk="0">
                  <a:moveTo>
                    <a:pt x="697" y="0"/>
                  </a:moveTo>
                  <a:lnTo>
                    <a:pt x="0" y="1606"/>
                  </a:lnTo>
                  <a:lnTo>
                    <a:pt x="4019" y="3373"/>
                  </a:lnTo>
                  <a:lnTo>
                    <a:pt x="471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1939550" y="4427400"/>
              <a:ext cx="114375" cy="100250"/>
            </a:xfrm>
            <a:custGeom>
              <a:avLst/>
              <a:gdLst/>
              <a:ahLst/>
              <a:cxnLst/>
              <a:rect l="l" t="t" r="r" b="b"/>
              <a:pathLst>
                <a:path w="4575" h="4010" extrusionOk="0">
                  <a:moveTo>
                    <a:pt x="3534" y="1"/>
                  </a:moveTo>
                  <a:lnTo>
                    <a:pt x="0" y="2606"/>
                  </a:lnTo>
                  <a:lnTo>
                    <a:pt x="1040" y="4009"/>
                  </a:lnTo>
                  <a:lnTo>
                    <a:pt x="4575" y="1404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2849075" y="4371875"/>
              <a:ext cx="114375" cy="100225"/>
            </a:xfrm>
            <a:custGeom>
              <a:avLst/>
              <a:gdLst/>
              <a:ahLst/>
              <a:cxnLst/>
              <a:rect l="l" t="t" r="r" b="b"/>
              <a:pathLst>
                <a:path w="4575" h="4009" extrusionOk="0">
                  <a:moveTo>
                    <a:pt x="3535" y="0"/>
                  </a:moveTo>
                  <a:lnTo>
                    <a:pt x="1" y="2605"/>
                  </a:lnTo>
                  <a:lnTo>
                    <a:pt x="1041" y="4009"/>
                  </a:lnTo>
                  <a:lnTo>
                    <a:pt x="4575" y="1404"/>
                  </a:lnTo>
                  <a:lnTo>
                    <a:pt x="3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2286400" y="4685900"/>
              <a:ext cx="43700" cy="109825"/>
            </a:xfrm>
            <a:custGeom>
              <a:avLst/>
              <a:gdLst/>
              <a:ahLst/>
              <a:cxnLst/>
              <a:rect l="l" t="t" r="r" b="b"/>
              <a:pathLst>
                <a:path w="1748" h="4393" extrusionOk="0">
                  <a:moveTo>
                    <a:pt x="0" y="0"/>
                  </a:moveTo>
                  <a:lnTo>
                    <a:pt x="0" y="4393"/>
                  </a:lnTo>
                  <a:lnTo>
                    <a:pt x="1747" y="4393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2641575" y="4923950"/>
              <a:ext cx="118175" cy="82325"/>
            </a:xfrm>
            <a:custGeom>
              <a:avLst/>
              <a:gdLst/>
              <a:ahLst/>
              <a:cxnLst/>
              <a:rect l="l" t="t" r="r" b="b"/>
              <a:pathLst>
                <a:path w="4727" h="3293" extrusionOk="0">
                  <a:moveTo>
                    <a:pt x="657" y="0"/>
                  </a:moveTo>
                  <a:lnTo>
                    <a:pt x="1" y="1626"/>
                  </a:lnTo>
                  <a:lnTo>
                    <a:pt x="4060" y="3292"/>
                  </a:lnTo>
                  <a:lnTo>
                    <a:pt x="4726" y="1677"/>
                  </a:lnTo>
                  <a:lnTo>
                    <a:pt x="6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539025" y="2920600"/>
              <a:ext cx="118150" cy="84075"/>
            </a:xfrm>
            <a:custGeom>
              <a:avLst/>
              <a:gdLst/>
              <a:ahLst/>
              <a:cxnLst/>
              <a:rect l="l" t="t" r="r" b="b"/>
              <a:pathLst>
                <a:path w="4726" h="3363" extrusionOk="0">
                  <a:moveTo>
                    <a:pt x="707" y="0"/>
                  </a:moveTo>
                  <a:lnTo>
                    <a:pt x="0" y="1596"/>
                  </a:lnTo>
                  <a:lnTo>
                    <a:pt x="4029" y="3363"/>
                  </a:lnTo>
                  <a:lnTo>
                    <a:pt x="4726" y="1767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1965550" y="1064925"/>
              <a:ext cx="118175" cy="84075"/>
            </a:xfrm>
            <a:custGeom>
              <a:avLst/>
              <a:gdLst/>
              <a:ahLst/>
              <a:cxnLst/>
              <a:rect l="l" t="t" r="r" b="b"/>
              <a:pathLst>
                <a:path w="4727" h="3363" extrusionOk="0">
                  <a:moveTo>
                    <a:pt x="697" y="0"/>
                  </a:moveTo>
                  <a:lnTo>
                    <a:pt x="0" y="1596"/>
                  </a:lnTo>
                  <a:lnTo>
                    <a:pt x="4019" y="3363"/>
                  </a:lnTo>
                  <a:lnTo>
                    <a:pt x="4726" y="1768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1190825" y="3453500"/>
              <a:ext cx="50500" cy="112350"/>
            </a:xfrm>
            <a:custGeom>
              <a:avLst/>
              <a:gdLst/>
              <a:ahLst/>
              <a:cxnLst/>
              <a:rect l="l" t="t" r="r" b="b"/>
              <a:pathLst>
                <a:path w="2020" h="4494" extrusionOk="0">
                  <a:moveTo>
                    <a:pt x="273" y="0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2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2095800" y="4191375"/>
              <a:ext cx="50275" cy="112100"/>
            </a:xfrm>
            <a:custGeom>
              <a:avLst/>
              <a:gdLst/>
              <a:ahLst/>
              <a:cxnLst/>
              <a:rect l="l" t="t" r="r" b="b"/>
              <a:pathLst>
                <a:path w="2011" h="4484" extrusionOk="0">
                  <a:moveTo>
                    <a:pt x="273" y="0"/>
                  </a:moveTo>
                  <a:lnTo>
                    <a:pt x="1" y="4383"/>
                  </a:lnTo>
                  <a:lnTo>
                    <a:pt x="1748" y="4484"/>
                  </a:lnTo>
                  <a:lnTo>
                    <a:pt x="2010" y="10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2644100" y="4122200"/>
              <a:ext cx="118175" cy="86625"/>
            </a:xfrm>
            <a:custGeom>
              <a:avLst/>
              <a:gdLst/>
              <a:ahLst/>
              <a:cxnLst/>
              <a:rect l="l" t="t" r="r" b="b"/>
              <a:pathLst>
                <a:path w="4727" h="3465" extrusionOk="0">
                  <a:moveTo>
                    <a:pt x="758" y="1"/>
                  </a:moveTo>
                  <a:lnTo>
                    <a:pt x="1" y="1576"/>
                  </a:lnTo>
                  <a:lnTo>
                    <a:pt x="3969" y="3464"/>
                  </a:lnTo>
                  <a:lnTo>
                    <a:pt x="4726" y="1889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2400250" y="4371100"/>
              <a:ext cx="92675" cy="116900"/>
            </a:xfrm>
            <a:custGeom>
              <a:avLst/>
              <a:gdLst/>
              <a:ahLst/>
              <a:cxnLst/>
              <a:rect l="l" t="t" r="r" b="b"/>
              <a:pathLst>
                <a:path w="3707" h="4676" extrusionOk="0">
                  <a:moveTo>
                    <a:pt x="1515" y="1"/>
                  </a:moveTo>
                  <a:lnTo>
                    <a:pt x="0" y="869"/>
                  </a:lnTo>
                  <a:lnTo>
                    <a:pt x="2202" y="4676"/>
                  </a:lnTo>
                  <a:lnTo>
                    <a:pt x="3706" y="3797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2651175" y="4658375"/>
              <a:ext cx="117400" cy="69700"/>
            </a:xfrm>
            <a:custGeom>
              <a:avLst/>
              <a:gdLst/>
              <a:ahLst/>
              <a:cxnLst/>
              <a:rect l="l" t="t" r="r" b="b"/>
              <a:pathLst>
                <a:path w="4696" h="2788" extrusionOk="0">
                  <a:moveTo>
                    <a:pt x="4261" y="1"/>
                  </a:moveTo>
                  <a:lnTo>
                    <a:pt x="0" y="1091"/>
                  </a:lnTo>
                  <a:lnTo>
                    <a:pt x="434" y="2788"/>
                  </a:lnTo>
                  <a:lnTo>
                    <a:pt x="4696" y="1697"/>
                  </a:lnTo>
                  <a:lnTo>
                    <a:pt x="4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303750" y="2062050"/>
              <a:ext cx="50250" cy="112375"/>
            </a:xfrm>
            <a:custGeom>
              <a:avLst/>
              <a:gdLst/>
              <a:ahLst/>
              <a:cxnLst/>
              <a:rect l="l" t="t" r="r" b="b"/>
              <a:pathLst>
                <a:path w="2010" h="4495" extrusionOk="0">
                  <a:moveTo>
                    <a:pt x="263" y="1"/>
                  </a:moveTo>
                  <a:lnTo>
                    <a:pt x="0" y="4383"/>
                  </a:lnTo>
                  <a:lnTo>
                    <a:pt x="1747" y="4494"/>
                  </a:lnTo>
                  <a:lnTo>
                    <a:pt x="2010" y="102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2237925" y="786475"/>
              <a:ext cx="114125" cy="56575"/>
            </a:xfrm>
            <a:custGeom>
              <a:avLst/>
              <a:gdLst/>
              <a:ahLst/>
              <a:cxnLst/>
              <a:rect l="l" t="t" r="r" b="b"/>
              <a:pathLst>
                <a:path w="4565" h="2263" extrusionOk="0">
                  <a:moveTo>
                    <a:pt x="203" y="1"/>
                  </a:moveTo>
                  <a:lnTo>
                    <a:pt x="1" y="1738"/>
                  </a:lnTo>
                  <a:lnTo>
                    <a:pt x="4353" y="2263"/>
                  </a:lnTo>
                  <a:lnTo>
                    <a:pt x="4565" y="52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1555325" y="1172975"/>
              <a:ext cx="96225" cy="115875"/>
            </a:xfrm>
            <a:custGeom>
              <a:avLst/>
              <a:gdLst/>
              <a:ahLst/>
              <a:cxnLst/>
              <a:rect l="l" t="t" r="r" b="b"/>
              <a:pathLst>
                <a:path w="3849" h="4635" extrusionOk="0">
                  <a:moveTo>
                    <a:pt x="2374" y="0"/>
                  </a:moveTo>
                  <a:lnTo>
                    <a:pt x="1" y="3696"/>
                  </a:lnTo>
                  <a:lnTo>
                    <a:pt x="1475" y="4635"/>
                  </a:lnTo>
                  <a:lnTo>
                    <a:pt x="3848" y="939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1216300" y="1115675"/>
              <a:ext cx="61875" cy="115625"/>
            </a:xfrm>
            <a:custGeom>
              <a:avLst/>
              <a:gdLst/>
              <a:ahLst/>
              <a:cxnLst/>
              <a:rect l="l" t="t" r="r" b="b"/>
              <a:pathLst>
                <a:path w="2475" h="4625" extrusionOk="0">
                  <a:moveTo>
                    <a:pt x="1728" y="0"/>
                  </a:moveTo>
                  <a:lnTo>
                    <a:pt x="1" y="303"/>
                  </a:lnTo>
                  <a:lnTo>
                    <a:pt x="758" y="4625"/>
                  </a:lnTo>
                  <a:lnTo>
                    <a:pt x="2475" y="4322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>
              <a:off x="2473700" y="1004850"/>
              <a:ext cx="115650" cy="96950"/>
            </a:xfrm>
            <a:custGeom>
              <a:avLst/>
              <a:gdLst/>
              <a:ahLst/>
              <a:cxnLst/>
              <a:rect l="l" t="t" r="r" b="b"/>
              <a:pathLst>
                <a:path w="4626" h="3878" extrusionOk="0">
                  <a:moveTo>
                    <a:pt x="3656" y="0"/>
                  </a:moveTo>
                  <a:lnTo>
                    <a:pt x="1" y="2424"/>
                  </a:lnTo>
                  <a:lnTo>
                    <a:pt x="970" y="387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>
              <a:off x="1419525" y="725650"/>
              <a:ext cx="66675" cy="116900"/>
            </a:xfrm>
            <a:custGeom>
              <a:avLst/>
              <a:gdLst/>
              <a:ahLst/>
              <a:cxnLst/>
              <a:rect l="l" t="t" r="r" b="b"/>
              <a:pathLst>
                <a:path w="2667" h="4676" extrusionOk="0">
                  <a:moveTo>
                    <a:pt x="1697" y="0"/>
                  </a:moveTo>
                  <a:lnTo>
                    <a:pt x="0" y="394"/>
                  </a:lnTo>
                  <a:lnTo>
                    <a:pt x="960" y="4676"/>
                  </a:lnTo>
                  <a:lnTo>
                    <a:pt x="2666" y="4292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>
              <a:off x="1847900" y="676675"/>
              <a:ext cx="103025" cy="112875"/>
            </a:xfrm>
            <a:custGeom>
              <a:avLst/>
              <a:gdLst/>
              <a:ahLst/>
              <a:cxnLst/>
              <a:rect l="l" t="t" r="r" b="b"/>
              <a:pathLst>
                <a:path w="4121" h="4515" extrusionOk="0">
                  <a:moveTo>
                    <a:pt x="2768" y="0"/>
                  </a:moveTo>
                  <a:lnTo>
                    <a:pt x="1" y="3413"/>
                  </a:lnTo>
                  <a:lnTo>
                    <a:pt x="1354" y="4514"/>
                  </a:lnTo>
                  <a:lnTo>
                    <a:pt x="4121" y="1101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>
              <a:off x="1265525" y="1646025"/>
              <a:ext cx="117925" cy="77025"/>
            </a:xfrm>
            <a:custGeom>
              <a:avLst/>
              <a:gdLst/>
              <a:ahLst/>
              <a:cxnLst/>
              <a:rect l="l" t="t" r="r" b="b"/>
              <a:pathLst>
                <a:path w="4717" h="3081" extrusionOk="0">
                  <a:moveTo>
                    <a:pt x="566" y="1"/>
                  </a:moveTo>
                  <a:lnTo>
                    <a:pt x="1" y="1657"/>
                  </a:lnTo>
                  <a:lnTo>
                    <a:pt x="4151" y="3081"/>
                  </a:lnTo>
                  <a:lnTo>
                    <a:pt x="4716" y="142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>
              <a:off x="1746925" y="1455950"/>
              <a:ext cx="104300" cy="112100"/>
            </a:xfrm>
            <a:custGeom>
              <a:avLst/>
              <a:gdLst/>
              <a:ahLst/>
              <a:cxnLst/>
              <a:rect l="l" t="t" r="r" b="b"/>
              <a:pathLst>
                <a:path w="4172" h="4484" extrusionOk="0">
                  <a:moveTo>
                    <a:pt x="1344" y="1"/>
                  </a:moveTo>
                  <a:lnTo>
                    <a:pt x="1" y="1131"/>
                  </a:lnTo>
                  <a:lnTo>
                    <a:pt x="2838" y="4484"/>
                  </a:lnTo>
                  <a:lnTo>
                    <a:pt x="4171" y="3363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rgbClr val="73B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>
              <a:off x="2237675" y="1276725"/>
              <a:ext cx="92425" cy="117150"/>
            </a:xfrm>
            <a:custGeom>
              <a:avLst/>
              <a:gdLst/>
              <a:ahLst/>
              <a:cxnLst/>
              <a:rect l="l" t="t" r="r" b="b"/>
              <a:pathLst>
                <a:path w="3697" h="4686" extrusionOk="0">
                  <a:moveTo>
                    <a:pt x="2182" y="0"/>
                  </a:moveTo>
                  <a:lnTo>
                    <a:pt x="1" y="3817"/>
                  </a:lnTo>
                  <a:lnTo>
                    <a:pt x="1515" y="4686"/>
                  </a:lnTo>
                  <a:lnTo>
                    <a:pt x="3696" y="869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>
              <a:off x="1152700" y="2567950"/>
              <a:ext cx="48225" cy="111600"/>
            </a:xfrm>
            <a:custGeom>
              <a:avLst/>
              <a:gdLst/>
              <a:ahLst/>
              <a:cxnLst/>
              <a:rect l="l" t="t" r="r" b="b"/>
              <a:pathLst>
                <a:path w="1929" h="4464" extrusionOk="0">
                  <a:moveTo>
                    <a:pt x="1737" y="0"/>
                  </a:moveTo>
                  <a:lnTo>
                    <a:pt x="0" y="81"/>
                  </a:lnTo>
                  <a:lnTo>
                    <a:pt x="192" y="4463"/>
                  </a:lnTo>
                  <a:lnTo>
                    <a:pt x="1929" y="4393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>
              <a:off x="1018150" y="282517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0" y="4100"/>
                  </a:lnTo>
                  <a:lnTo>
                    <a:pt x="1626" y="4726"/>
                  </a:lnTo>
                  <a:lnTo>
                    <a:pt x="3211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>
              <a:off x="482725" y="4260550"/>
              <a:ext cx="80300" cy="118150"/>
            </a:xfrm>
            <a:custGeom>
              <a:avLst/>
              <a:gdLst/>
              <a:ahLst/>
              <a:cxnLst/>
              <a:rect l="l" t="t" r="r" b="b"/>
              <a:pathLst>
                <a:path w="3212" h="4726" extrusionOk="0">
                  <a:moveTo>
                    <a:pt x="1586" y="0"/>
                  </a:moveTo>
                  <a:lnTo>
                    <a:pt x="1" y="4100"/>
                  </a:lnTo>
                  <a:lnTo>
                    <a:pt x="1626" y="4726"/>
                  </a:lnTo>
                  <a:lnTo>
                    <a:pt x="3212" y="626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>
              <a:off x="1177175" y="3139450"/>
              <a:ext cx="117675" cy="73000"/>
            </a:xfrm>
            <a:custGeom>
              <a:avLst/>
              <a:gdLst/>
              <a:ahLst/>
              <a:cxnLst/>
              <a:rect l="l" t="t" r="r" b="b"/>
              <a:pathLst>
                <a:path w="4707" h="2920" extrusionOk="0">
                  <a:moveTo>
                    <a:pt x="4211" y="1"/>
                  </a:moveTo>
                  <a:lnTo>
                    <a:pt x="1" y="1243"/>
                  </a:lnTo>
                  <a:lnTo>
                    <a:pt x="496" y="2919"/>
                  </a:lnTo>
                  <a:lnTo>
                    <a:pt x="4706" y="1677"/>
                  </a:lnTo>
                  <a:lnTo>
                    <a:pt x="42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>
              <a:off x="844475" y="2103950"/>
              <a:ext cx="96200" cy="116150"/>
            </a:xfrm>
            <a:custGeom>
              <a:avLst/>
              <a:gdLst/>
              <a:ahLst/>
              <a:cxnLst/>
              <a:rect l="l" t="t" r="r" b="b"/>
              <a:pathLst>
                <a:path w="3848" h="4646" extrusionOk="0">
                  <a:moveTo>
                    <a:pt x="2373" y="1"/>
                  </a:moveTo>
                  <a:lnTo>
                    <a:pt x="0" y="3697"/>
                  </a:lnTo>
                  <a:lnTo>
                    <a:pt x="1475" y="4646"/>
                  </a:lnTo>
                  <a:lnTo>
                    <a:pt x="3847" y="950"/>
                  </a:lnTo>
                  <a:lnTo>
                    <a:pt x="23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>
              <a:off x="781100" y="2506100"/>
              <a:ext cx="115650" cy="97200"/>
            </a:xfrm>
            <a:custGeom>
              <a:avLst/>
              <a:gdLst/>
              <a:ahLst/>
              <a:cxnLst/>
              <a:rect l="l" t="t" r="r" b="b"/>
              <a:pathLst>
                <a:path w="4626" h="3888" extrusionOk="0">
                  <a:moveTo>
                    <a:pt x="3656" y="0"/>
                  </a:moveTo>
                  <a:lnTo>
                    <a:pt x="1" y="2424"/>
                  </a:lnTo>
                  <a:lnTo>
                    <a:pt x="960" y="3888"/>
                  </a:lnTo>
                  <a:lnTo>
                    <a:pt x="4625" y="1454"/>
                  </a:lnTo>
                  <a:lnTo>
                    <a:pt x="36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>
              <a:off x="1211775" y="2019900"/>
              <a:ext cx="114625" cy="100250"/>
            </a:xfrm>
            <a:custGeom>
              <a:avLst/>
              <a:gdLst/>
              <a:ahLst/>
              <a:cxnLst/>
              <a:rect l="l" t="t" r="r" b="b"/>
              <a:pathLst>
                <a:path w="4585" h="4010" extrusionOk="0">
                  <a:moveTo>
                    <a:pt x="1040" y="0"/>
                  </a:moveTo>
                  <a:lnTo>
                    <a:pt x="0" y="1414"/>
                  </a:lnTo>
                  <a:lnTo>
                    <a:pt x="3544" y="4009"/>
                  </a:lnTo>
                  <a:lnTo>
                    <a:pt x="4584" y="2595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>
              <a:off x="1462175" y="4818175"/>
              <a:ext cx="109850" cy="43700"/>
            </a:xfrm>
            <a:custGeom>
              <a:avLst/>
              <a:gdLst/>
              <a:ahLst/>
              <a:cxnLst/>
              <a:rect l="l" t="t" r="r" b="b"/>
              <a:pathLst>
                <a:path w="4394" h="1748" extrusionOk="0">
                  <a:moveTo>
                    <a:pt x="1" y="1"/>
                  </a:moveTo>
                  <a:lnTo>
                    <a:pt x="1" y="1747"/>
                  </a:lnTo>
                  <a:lnTo>
                    <a:pt x="4393" y="1747"/>
                  </a:lnTo>
                  <a:lnTo>
                    <a:pt x="43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>
              <a:off x="1106250" y="5031225"/>
              <a:ext cx="111600" cy="105050"/>
            </a:xfrm>
            <a:custGeom>
              <a:avLst/>
              <a:gdLst/>
              <a:ahLst/>
              <a:cxnLst/>
              <a:rect l="l" t="t" r="r" b="b"/>
              <a:pathLst>
                <a:path w="4464" h="4202" extrusionOk="0">
                  <a:moveTo>
                    <a:pt x="3312" y="1"/>
                  </a:moveTo>
                  <a:lnTo>
                    <a:pt x="0" y="2879"/>
                  </a:lnTo>
                  <a:lnTo>
                    <a:pt x="1141" y="4201"/>
                  </a:lnTo>
                  <a:lnTo>
                    <a:pt x="4464" y="1324"/>
                  </a:lnTo>
                  <a:lnTo>
                    <a:pt x="3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>
              <a:off x="396150" y="3257100"/>
              <a:ext cx="96200" cy="115900"/>
            </a:xfrm>
            <a:custGeom>
              <a:avLst/>
              <a:gdLst/>
              <a:ahLst/>
              <a:cxnLst/>
              <a:rect l="l" t="t" r="r" b="b"/>
              <a:pathLst>
                <a:path w="3848" h="4636" extrusionOk="0">
                  <a:moveTo>
                    <a:pt x="2373" y="0"/>
                  </a:moveTo>
                  <a:lnTo>
                    <a:pt x="0" y="3696"/>
                  </a:lnTo>
                  <a:lnTo>
                    <a:pt x="1474" y="4635"/>
                  </a:lnTo>
                  <a:lnTo>
                    <a:pt x="3847" y="950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>
              <a:off x="623850" y="950825"/>
              <a:ext cx="86350" cy="117900"/>
            </a:xfrm>
            <a:custGeom>
              <a:avLst/>
              <a:gdLst/>
              <a:ahLst/>
              <a:cxnLst/>
              <a:rect l="l" t="t" r="r" b="b"/>
              <a:pathLst>
                <a:path w="3454" h="4716" extrusionOk="0">
                  <a:moveTo>
                    <a:pt x="1868" y="0"/>
                  </a:moveTo>
                  <a:lnTo>
                    <a:pt x="0" y="3969"/>
                  </a:lnTo>
                  <a:lnTo>
                    <a:pt x="1585" y="4716"/>
                  </a:lnTo>
                  <a:lnTo>
                    <a:pt x="3453" y="737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>
              <a:off x="1012100" y="768825"/>
              <a:ext cx="117150" cy="91150"/>
            </a:xfrm>
            <a:custGeom>
              <a:avLst/>
              <a:gdLst/>
              <a:ahLst/>
              <a:cxnLst/>
              <a:rect l="l" t="t" r="r" b="b"/>
              <a:pathLst>
                <a:path w="4686" h="3646" extrusionOk="0">
                  <a:moveTo>
                    <a:pt x="838" y="0"/>
                  </a:moveTo>
                  <a:lnTo>
                    <a:pt x="0" y="1535"/>
                  </a:lnTo>
                  <a:lnTo>
                    <a:pt x="3847" y="3645"/>
                  </a:lnTo>
                  <a:lnTo>
                    <a:pt x="4685" y="2110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360050" y="660025"/>
              <a:ext cx="116900" cy="92900"/>
            </a:xfrm>
            <a:custGeom>
              <a:avLst/>
              <a:gdLst/>
              <a:ahLst/>
              <a:cxnLst/>
              <a:rect l="l" t="t" r="r" b="b"/>
              <a:pathLst>
                <a:path w="4676" h="3716" extrusionOk="0">
                  <a:moveTo>
                    <a:pt x="3807" y="0"/>
                  </a:moveTo>
                  <a:lnTo>
                    <a:pt x="0" y="2201"/>
                  </a:lnTo>
                  <a:lnTo>
                    <a:pt x="868" y="3716"/>
                  </a:lnTo>
                  <a:lnTo>
                    <a:pt x="4675" y="1515"/>
                  </a:lnTo>
                  <a:lnTo>
                    <a:pt x="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237850" y="1312825"/>
              <a:ext cx="118175" cy="82825"/>
            </a:xfrm>
            <a:custGeom>
              <a:avLst/>
              <a:gdLst/>
              <a:ahLst/>
              <a:cxnLst/>
              <a:rect l="l" t="t" r="r" b="b"/>
              <a:pathLst>
                <a:path w="4727" h="3313" extrusionOk="0">
                  <a:moveTo>
                    <a:pt x="677" y="0"/>
                  </a:moveTo>
                  <a:lnTo>
                    <a:pt x="1" y="1616"/>
                  </a:lnTo>
                  <a:lnTo>
                    <a:pt x="4050" y="3312"/>
                  </a:lnTo>
                  <a:lnTo>
                    <a:pt x="4727" y="1697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415575" y="1670275"/>
              <a:ext cx="107325" cy="109825"/>
            </a:xfrm>
            <a:custGeom>
              <a:avLst/>
              <a:gdLst/>
              <a:ahLst/>
              <a:cxnLst/>
              <a:rect l="l" t="t" r="r" b="b"/>
              <a:pathLst>
                <a:path w="4293" h="4393" extrusionOk="0">
                  <a:moveTo>
                    <a:pt x="1263" y="0"/>
                  </a:moveTo>
                  <a:lnTo>
                    <a:pt x="1" y="1212"/>
                  </a:lnTo>
                  <a:lnTo>
                    <a:pt x="3030" y="4393"/>
                  </a:lnTo>
                  <a:lnTo>
                    <a:pt x="4292" y="3181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790200" y="1477650"/>
              <a:ext cx="60100" cy="115150"/>
            </a:xfrm>
            <a:custGeom>
              <a:avLst/>
              <a:gdLst/>
              <a:ahLst/>
              <a:cxnLst/>
              <a:rect l="l" t="t" r="r" b="b"/>
              <a:pathLst>
                <a:path w="2404" h="4606" extrusionOk="0">
                  <a:moveTo>
                    <a:pt x="677" y="1"/>
                  </a:moveTo>
                  <a:lnTo>
                    <a:pt x="0" y="4343"/>
                  </a:lnTo>
                  <a:lnTo>
                    <a:pt x="1727" y="4605"/>
                  </a:lnTo>
                  <a:lnTo>
                    <a:pt x="2404" y="26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837650" y="1232300"/>
              <a:ext cx="95450" cy="116400"/>
            </a:xfrm>
            <a:custGeom>
              <a:avLst/>
              <a:gdLst/>
              <a:ahLst/>
              <a:cxnLst/>
              <a:rect l="l" t="t" r="r" b="b"/>
              <a:pathLst>
                <a:path w="3818" h="4656" extrusionOk="0">
                  <a:moveTo>
                    <a:pt x="1475" y="0"/>
                  </a:moveTo>
                  <a:lnTo>
                    <a:pt x="1" y="929"/>
                  </a:lnTo>
                  <a:lnTo>
                    <a:pt x="2333" y="4655"/>
                  </a:lnTo>
                  <a:lnTo>
                    <a:pt x="3818" y="3726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1244575" y="3745050"/>
              <a:ext cx="115650" cy="97225"/>
            </a:xfrm>
            <a:custGeom>
              <a:avLst/>
              <a:gdLst/>
              <a:ahLst/>
              <a:cxnLst/>
              <a:rect l="l" t="t" r="r" b="b"/>
              <a:pathLst>
                <a:path w="4626" h="3889" extrusionOk="0">
                  <a:moveTo>
                    <a:pt x="3656" y="1"/>
                  </a:moveTo>
                  <a:lnTo>
                    <a:pt x="1" y="2434"/>
                  </a:lnTo>
                  <a:lnTo>
                    <a:pt x="970" y="3888"/>
                  </a:lnTo>
                  <a:lnTo>
                    <a:pt x="4626" y="145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688450" y="3413850"/>
              <a:ext cx="118175" cy="76775"/>
            </a:xfrm>
            <a:custGeom>
              <a:avLst/>
              <a:gdLst/>
              <a:ahLst/>
              <a:cxnLst/>
              <a:rect l="l" t="t" r="r" b="b"/>
              <a:pathLst>
                <a:path w="4727" h="3071" extrusionOk="0">
                  <a:moveTo>
                    <a:pt x="566" y="1"/>
                  </a:moveTo>
                  <a:lnTo>
                    <a:pt x="1" y="1647"/>
                  </a:lnTo>
                  <a:lnTo>
                    <a:pt x="4161" y="3071"/>
                  </a:lnTo>
                  <a:lnTo>
                    <a:pt x="4727" y="1415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1934000" y="4710375"/>
              <a:ext cx="48475" cy="111600"/>
            </a:xfrm>
            <a:custGeom>
              <a:avLst/>
              <a:gdLst/>
              <a:ahLst/>
              <a:cxnLst/>
              <a:rect l="l" t="t" r="r" b="b"/>
              <a:pathLst>
                <a:path w="1939" h="4464" extrusionOk="0">
                  <a:moveTo>
                    <a:pt x="1747" y="1"/>
                  </a:moveTo>
                  <a:lnTo>
                    <a:pt x="0" y="72"/>
                  </a:lnTo>
                  <a:lnTo>
                    <a:pt x="192" y="4464"/>
                  </a:lnTo>
                  <a:lnTo>
                    <a:pt x="1939" y="4383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899500" y="4725025"/>
              <a:ext cx="80300" cy="118175"/>
            </a:xfrm>
            <a:custGeom>
              <a:avLst/>
              <a:gdLst/>
              <a:ahLst/>
              <a:cxnLst/>
              <a:rect l="l" t="t" r="r" b="b"/>
              <a:pathLst>
                <a:path w="3212" h="4727" extrusionOk="0">
                  <a:moveTo>
                    <a:pt x="1576" y="1"/>
                  </a:moveTo>
                  <a:lnTo>
                    <a:pt x="1" y="4090"/>
                  </a:lnTo>
                  <a:lnTo>
                    <a:pt x="1626" y="4726"/>
                  </a:lnTo>
                  <a:lnTo>
                    <a:pt x="3212" y="627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1"/>
            <p:cNvSpPr/>
            <p:nvPr/>
          </p:nvSpPr>
          <p:spPr>
            <a:xfrm>
              <a:off x="393100" y="4769950"/>
              <a:ext cx="111875" cy="49250"/>
            </a:xfrm>
            <a:custGeom>
              <a:avLst/>
              <a:gdLst/>
              <a:ahLst/>
              <a:cxnLst/>
              <a:rect l="l" t="t" r="r" b="b"/>
              <a:pathLst>
                <a:path w="4475" h="1970" extrusionOk="0">
                  <a:moveTo>
                    <a:pt x="82" y="1"/>
                  </a:moveTo>
                  <a:lnTo>
                    <a:pt x="1" y="1748"/>
                  </a:lnTo>
                  <a:lnTo>
                    <a:pt x="4383" y="1970"/>
                  </a:lnTo>
                  <a:lnTo>
                    <a:pt x="4474" y="22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1"/>
            <p:cNvSpPr/>
            <p:nvPr/>
          </p:nvSpPr>
          <p:spPr>
            <a:xfrm>
              <a:off x="427450" y="3929350"/>
              <a:ext cx="104275" cy="112100"/>
            </a:xfrm>
            <a:custGeom>
              <a:avLst/>
              <a:gdLst/>
              <a:ahLst/>
              <a:cxnLst/>
              <a:rect l="l" t="t" r="r" b="b"/>
              <a:pathLst>
                <a:path w="4171" h="4484" extrusionOk="0">
                  <a:moveTo>
                    <a:pt x="1343" y="0"/>
                  </a:moveTo>
                  <a:lnTo>
                    <a:pt x="0" y="1131"/>
                  </a:lnTo>
                  <a:lnTo>
                    <a:pt x="2827" y="4483"/>
                  </a:lnTo>
                  <a:lnTo>
                    <a:pt x="4170" y="3363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1"/>
            <p:cNvSpPr/>
            <p:nvPr/>
          </p:nvSpPr>
          <p:spPr>
            <a:xfrm>
              <a:off x="1647475" y="4277450"/>
              <a:ext cx="116650" cy="98975"/>
            </a:xfrm>
            <a:custGeom>
              <a:avLst/>
              <a:gdLst/>
              <a:ahLst/>
              <a:cxnLst/>
              <a:rect l="l" t="t" r="r" b="b"/>
              <a:pathLst>
                <a:path w="4666" h="3959" extrusionOk="0">
                  <a:moveTo>
                    <a:pt x="3656" y="1"/>
                  </a:moveTo>
                  <a:lnTo>
                    <a:pt x="1" y="2434"/>
                  </a:lnTo>
                  <a:lnTo>
                    <a:pt x="1010" y="3959"/>
                  </a:lnTo>
                  <a:lnTo>
                    <a:pt x="4666" y="1525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859625" y="4332725"/>
              <a:ext cx="116900" cy="99000"/>
            </a:xfrm>
            <a:custGeom>
              <a:avLst/>
              <a:gdLst/>
              <a:ahLst/>
              <a:cxnLst/>
              <a:rect l="l" t="t" r="r" b="b"/>
              <a:pathLst>
                <a:path w="4676" h="3960" extrusionOk="0">
                  <a:moveTo>
                    <a:pt x="3666" y="1"/>
                  </a:moveTo>
                  <a:lnTo>
                    <a:pt x="0" y="2434"/>
                  </a:lnTo>
                  <a:lnTo>
                    <a:pt x="1020" y="3959"/>
                  </a:lnTo>
                  <a:lnTo>
                    <a:pt x="4675" y="1526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1565175" y="3851325"/>
              <a:ext cx="114625" cy="100000"/>
            </a:xfrm>
            <a:custGeom>
              <a:avLst/>
              <a:gdLst/>
              <a:ahLst/>
              <a:cxnLst/>
              <a:rect l="l" t="t" r="r" b="b"/>
              <a:pathLst>
                <a:path w="4585" h="4000" extrusionOk="0">
                  <a:moveTo>
                    <a:pt x="1041" y="1"/>
                  </a:moveTo>
                  <a:lnTo>
                    <a:pt x="1" y="1405"/>
                  </a:lnTo>
                  <a:lnTo>
                    <a:pt x="3545" y="4000"/>
                  </a:lnTo>
                  <a:lnTo>
                    <a:pt x="4585" y="2596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817975" y="4009100"/>
              <a:ext cx="108550" cy="108575"/>
            </a:xfrm>
            <a:custGeom>
              <a:avLst/>
              <a:gdLst/>
              <a:ahLst/>
              <a:cxnLst/>
              <a:rect l="l" t="t" r="r" b="b"/>
              <a:pathLst>
                <a:path w="4342" h="4343" extrusionOk="0">
                  <a:moveTo>
                    <a:pt x="3100" y="1"/>
                  </a:moveTo>
                  <a:lnTo>
                    <a:pt x="0" y="3101"/>
                  </a:lnTo>
                  <a:lnTo>
                    <a:pt x="1232" y="4343"/>
                  </a:lnTo>
                  <a:lnTo>
                    <a:pt x="4342" y="1233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51664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8">
  <p:cSld name="Background 1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32"/>
          <p:cNvSpPr/>
          <p:nvPr/>
        </p:nvSpPr>
        <p:spPr>
          <a:xfrm>
            <a:off x="-125" y="2821283"/>
            <a:ext cx="9143970" cy="4735597"/>
          </a:xfrm>
          <a:custGeom>
            <a:avLst/>
            <a:gdLst/>
            <a:ahLst/>
            <a:cxnLst/>
            <a:rect l="l" t="t" r="r" b="b"/>
            <a:pathLst>
              <a:path w="38535" h="19957" extrusionOk="0">
                <a:moveTo>
                  <a:pt x="0" y="1"/>
                </a:moveTo>
                <a:lnTo>
                  <a:pt x="0" y="19957"/>
                </a:lnTo>
                <a:lnTo>
                  <a:pt x="38534" y="19833"/>
                </a:lnTo>
                <a:lnTo>
                  <a:pt x="38534" y="140"/>
                </a:lnTo>
                <a:lnTo>
                  <a:pt x="19266" y="4680"/>
                </a:lnTo>
                <a:close/>
              </a:path>
            </a:pathLst>
          </a:custGeom>
          <a:solidFill>
            <a:srgbClr val="0E0F21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6" name="Google Shape;2066;p32"/>
          <p:cNvGrpSpPr/>
          <p:nvPr/>
        </p:nvGrpSpPr>
        <p:grpSpPr>
          <a:xfrm>
            <a:off x="-5596083" y="4291056"/>
            <a:ext cx="20336146" cy="3511718"/>
            <a:chOff x="-5596083" y="4138656"/>
            <a:chExt cx="20336146" cy="3511718"/>
          </a:xfrm>
        </p:grpSpPr>
        <p:sp>
          <p:nvSpPr>
            <p:cNvPr id="2067" name="Google Shape;2067;p32"/>
            <p:cNvSpPr/>
            <p:nvPr/>
          </p:nvSpPr>
          <p:spPr>
            <a:xfrm>
              <a:off x="-5596083" y="4138656"/>
              <a:ext cx="20336146" cy="3511718"/>
            </a:xfrm>
            <a:custGeom>
              <a:avLst/>
              <a:gdLst/>
              <a:ahLst/>
              <a:cxnLst/>
              <a:rect l="l" t="t" r="r" b="b"/>
              <a:pathLst>
                <a:path w="284810" h="49182" extrusionOk="0">
                  <a:moveTo>
                    <a:pt x="284810" y="49182"/>
                  </a:moveTo>
                  <a:lnTo>
                    <a:pt x="0" y="49182"/>
                  </a:lnTo>
                  <a:lnTo>
                    <a:pt x="75771" y="0"/>
                  </a:lnTo>
                  <a:lnTo>
                    <a:pt x="208932" y="0"/>
                  </a:lnTo>
                  <a:close/>
                </a:path>
              </a:pathLst>
            </a:custGeom>
            <a:solidFill>
              <a:srgbClr val="80BE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2"/>
            <p:cNvSpPr/>
            <p:nvPr/>
          </p:nvSpPr>
          <p:spPr>
            <a:xfrm>
              <a:off x="-5586943" y="4143226"/>
              <a:ext cx="5872713" cy="3501079"/>
            </a:xfrm>
            <a:custGeom>
              <a:avLst/>
              <a:gdLst/>
              <a:ahLst/>
              <a:cxnLst/>
              <a:rect l="l" t="t" r="r" b="b"/>
              <a:pathLst>
                <a:path w="82248" h="49033" extrusionOk="0">
                  <a:moveTo>
                    <a:pt x="14364" y="49032"/>
                  </a:moveTo>
                  <a:lnTo>
                    <a:pt x="0" y="49032"/>
                  </a:lnTo>
                  <a:lnTo>
                    <a:pt x="75515" y="0"/>
                  </a:lnTo>
                  <a:lnTo>
                    <a:pt x="82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2"/>
            <p:cNvSpPr/>
            <p:nvPr/>
          </p:nvSpPr>
          <p:spPr>
            <a:xfrm>
              <a:off x="-3831870" y="4143226"/>
              <a:ext cx="4940268" cy="3501079"/>
            </a:xfrm>
            <a:custGeom>
              <a:avLst/>
              <a:gdLst/>
              <a:ahLst/>
              <a:cxnLst/>
              <a:rect l="l" t="t" r="r" b="b"/>
              <a:pathLst>
                <a:path w="69189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62455" y="0"/>
                  </a:lnTo>
                  <a:lnTo>
                    <a:pt x="69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2"/>
            <p:cNvSpPr/>
            <p:nvPr/>
          </p:nvSpPr>
          <p:spPr>
            <a:xfrm>
              <a:off x="-2078296" y="4143226"/>
              <a:ext cx="4007751" cy="3501079"/>
            </a:xfrm>
            <a:custGeom>
              <a:avLst/>
              <a:gdLst/>
              <a:ahLst/>
              <a:cxnLst/>
              <a:rect l="l" t="t" r="r" b="b"/>
              <a:pathLst>
                <a:path w="56129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49396" y="0"/>
                  </a:lnTo>
                  <a:lnTo>
                    <a:pt x="56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2"/>
            <p:cNvSpPr/>
            <p:nvPr/>
          </p:nvSpPr>
          <p:spPr>
            <a:xfrm>
              <a:off x="-324722" y="4143226"/>
              <a:ext cx="3076805" cy="3501079"/>
            </a:xfrm>
            <a:custGeom>
              <a:avLst/>
              <a:gdLst/>
              <a:ahLst/>
              <a:cxnLst/>
              <a:rect l="l" t="t" r="r" b="b"/>
              <a:pathLst>
                <a:path w="43091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36357" y="0"/>
                  </a:lnTo>
                  <a:lnTo>
                    <a:pt x="430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2"/>
            <p:cNvSpPr/>
            <p:nvPr/>
          </p:nvSpPr>
          <p:spPr>
            <a:xfrm>
              <a:off x="1430352" y="4143226"/>
              <a:ext cx="2144288" cy="3501079"/>
            </a:xfrm>
            <a:custGeom>
              <a:avLst/>
              <a:gdLst/>
              <a:ahLst/>
              <a:cxnLst/>
              <a:rect l="l" t="t" r="r" b="b"/>
              <a:pathLst>
                <a:path w="30031" h="49033" extrusionOk="0">
                  <a:moveTo>
                    <a:pt x="14321" y="49032"/>
                  </a:moveTo>
                  <a:lnTo>
                    <a:pt x="0" y="49032"/>
                  </a:lnTo>
                  <a:lnTo>
                    <a:pt x="23319" y="0"/>
                  </a:lnTo>
                  <a:lnTo>
                    <a:pt x="300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2"/>
            <p:cNvSpPr/>
            <p:nvPr/>
          </p:nvSpPr>
          <p:spPr>
            <a:xfrm>
              <a:off x="3183926" y="4143226"/>
              <a:ext cx="1211843" cy="3501079"/>
            </a:xfrm>
            <a:custGeom>
              <a:avLst/>
              <a:gdLst/>
              <a:ahLst/>
              <a:cxnLst/>
              <a:rect l="l" t="t" r="r" b="b"/>
              <a:pathLst>
                <a:path w="16972" h="49033" extrusionOk="0">
                  <a:moveTo>
                    <a:pt x="14342" y="49032"/>
                  </a:moveTo>
                  <a:lnTo>
                    <a:pt x="0" y="49032"/>
                  </a:lnTo>
                  <a:lnTo>
                    <a:pt x="10281" y="0"/>
                  </a:lnTo>
                  <a:lnTo>
                    <a:pt x="16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2"/>
            <p:cNvSpPr/>
            <p:nvPr/>
          </p:nvSpPr>
          <p:spPr>
            <a:xfrm>
              <a:off x="4739072" y="4143226"/>
              <a:ext cx="1220983" cy="3501079"/>
            </a:xfrm>
            <a:custGeom>
              <a:avLst/>
              <a:gdLst/>
              <a:ahLst/>
              <a:cxnLst/>
              <a:rect l="l" t="t" r="r" b="b"/>
              <a:pathLst>
                <a:path w="17100" h="49033" extrusionOk="0">
                  <a:moveTo>
                    <a:pt x="17099" y="49032"/>
                  </a:moveTo>
                  <a:lnTo>
                    <a:pt x="2757" y="49032"/>
                  </a:lnTo>
                  <a:lnTo>
                    <a:pt x="0" y="0"/>
                  </a:lnTo>
                  <a:lnTo>
                    <a:pt x="67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2"/>
            <p:cNvSpPr/>
            <p:nvPr/>
          </p:nvSpPr>
          <p:spPr>
            <a:xfrm>
              <a:off x="5561629" y="4143226"/>
              <a:ext cx="2152000" cy="3501079"/>
            </a:xfrm>
            <a:custGeom>
              <a:avLst/>
              <a:gdLst/>
              <a:ahLst/>
              <a:cxnLst/>
              <a:rect l="l" t="t" r="r" b="b"/>
              <a:pathLst>
                <a:path w="30139" h="49033" extrusionOk="0">
                  <a:moveTo>
                    <a:pt x="30138" y="49032"/>
                  </a:moveTo>
                  <a:lnTo>
                    <a:pt x="15818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2"/>
            <p:cNvSpPr/>
            <p:nvPr/>
          </p:nvSpPr>
          <p:spPr>
            <a:xfrm>
              <a:off x="6384257" y="4143226"/>
              <a:ext cx="3084445" cy="3501079"/>
            </a:xfrm>
            <a:custGeom>
              <a:avLst/>
              <a:gdLst/>
              <a:ahLst/>
              <a:cxnLst/>
              <a:rect l="l" t="t" r="r" b="b"/>
              <a:pathLst>
                <a:path w="43198" h="49033" extrusionOk="0">
                  <a:moveTo>
                    <a:pt x="43197" y="49032"/>
                  </a:moveTo>
                  <a:lnTo>
                    <a:pt x="2885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2"/>
            <p:cNvSpPr/>
            <p:nvPr/>
          </p:nvSpPr>
          <p:spPr>
            <a:xfrm>
              <a:off x="7206885" y="4143226"/>
              <a:ext cx="4015391" cy="3501079"/>
            </a:xfrm>
            <a:custGeom>
              <a:avLst/>
              <a:gdLst/>
              <a:ahLst/>
              <a:cxnLst/>
              <a:rect l="l" t="t" r="r" b="b"/>
              <a:pathLst>
                <a:path w="56236" h="49033" extrusionOk="0">
                  <a:moveTo>
                    <a:pt x="56235" y="49032"/>
                  </a:moveTo>
                  <a:lnTo>
                    <a:pt x="41915" y="49032"/>
                  </a:lnTo>
                  <a:lnTo>
                    <a:pt x="0" y="0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2"/>
            <p:cNvSpPr/>
            <p:nvPr/>
          </p:nvSpPr>
          <p:spPr>
            <a:xfrm>
              <a:off x="8029442" y="4143226"/>
              <a:ext cx="4946408" cy="3501079"/>
            </a:xfrm>
            <a:custGeom>
              <a:avLst/>
              <a:gdLst/>
              <a:ahLst/>
              <a:cxnLst/>
              <a:rect l="l" t="t" r="r" b="b"/>
              <a:pathLst>
                <a:path w="69275" h="49033" extrusionOk="0">
                  <a:moveTo>
                    <a:pt x="69274" y="49032"/>
                  </a:moveTo>
                  <a:lnTo>
                    <a:pt x="5495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2"/>
            <p:cNvSpPr/>
            <p:nvPr/>
          </p:nvSpPr>
          <p:spPr>
            <a:xfrm>
              <a:off x="8850499" y="4143226"/>
              <a:ext cx="5880424" cy="3501079"/>
            </a:xfrm>
            <a:custGeom>
              <a:avLst/>
              <a:gdLst/>
              <a:ahLst/>
              <a:cxnLst/>
              <a:rect l="l" t="t" r="r" b="b"/>
              <a:pathLst>
                <a:path w="82356" h="49033" extrusionOk="0">
                  <a:moveTo>
                    <a:pt x="82355" y="49032"/>
                  </a:moveTo>
                  <a:lnTo>
                    <a:pt x="68013" y="49032"/>
                  </a:lnTo>
                  <a:lnTo>
                    <a:pt x="1" y="0"/>
                  </a:lnTo>
                  <a:lnTo>
                    <a:pt x="67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80" name="Google Shape;2080;p32"/>
            <p:cNvGrpSpPr/>
            <p:nvPr/>
          </p:nvGrpSpPr>
          <p:grpSpPr>
            <a:xfrm>
              <a:off x="-4225655" y="4326373"/>
              <a:ext cx="17593719" cy="3021825"/>
              <a:chOff x="-4225655" y="4326373"/>
              <a:chExt cx="17593719" cy="3021825"/>
            </a:xfrm>
          </p:grpSpPr>
          <p:sp>
            <p:nvSpPr>
              <p:cNvPr id="2081" name="Google Shape;2081;p32"/>
              <p:cNvSpPr/>
              <p:nvPr/>
            </p:nvSpPr>
            <p:spPr>
              <a:xfrm>
                <a:off x="-4225655" y="4326373"/>
                <a:ext cx="879079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16" h="42321" fill="none" extrusionOk="0">
                    <a:moveTo>
                      <a:pt x="123116" y="42321"/>
                    </a:moveTo>
                    <a:lnTo>
                      <a:pt x="1" y="42321"/>
                    </a:lnTo>
                    <a:lnTo>
                      <a:pt x="58609" y="0"/>
                    </a:lnTo>
                    <a:lnTo>
                      <a:pt x="123116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2"/>
              <p:cNvSpPr/>
              <p:nvPr/>
            </p:nvSpPr>
            <p:spPr>
              <a:xfrm>
                <a:off x="-3473215" y="4871174"/>
                <a:ext cx="4067301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6963" h="27082" fill="none" extrusionOk="0">
                    <a:moveTo>
                      <a:pt x="29176" y="27082"/>
                    </a:moveTo>
                    <a:lnTo>
                      <a:pt x="0" y="27082"/>
                    </a:lnTo>
                    <a:lnTo>
                      <a:pt x="37512" y="1"/>
                    </a:lnTo>
                    <a:lnTo>
                      <a:pt x="56962" y="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2"/>
              <p:cNvSpPr/>
              <p:nvPr/>
            </p:nvSpPr>
            <p:spPr>
              <a:xfrm>
                <a:off x="-765847" y="5477096"/>
                <a:ext cx="903599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10111" fill="none" extrusionOk="0">
                    <a:moveTo>
                      <a:pt x="10346" y="0"/>
                    </a:moveTo>
                    <a:lnTo>
                      <a:pt x="1" y="10110"/>
                    </a:lnTo>
                    <a:cubicBezTo>
                      <a:pt x="4767" y="8956"/>
                      <a:pt x="8828" y="7118"/>
                      <a:pt x="10731" y="5044"/>
                    </a:cubicBezTo>
                    <a:cubicBezTo>
                      <a:pt x="12654" y="2993"/>
                      <a:pt x="12334" y="1176"/>
                      <a:pt x="103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2"/>
              <p:cNvSpPr/>
              <p:nvPr/>
            </p:nvSpPr>
            <p:spPr>
              <a:xfrm>
                <a:off x="-1119860" y="5806690"/>
                <a:ext cx="178578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899" extrusionOk="0">
                    <a:moveTo>
                      <a:pt x="1753" y="1"/>
                    </a:moveTo>
                    <a:cubicBezTo>
                      <a:pt x="1218" y="1"/>
                      <a:pt x="706" y="151"/>
                      <a:pt x="257" y="428"/>
                    </a:cubicBezTo>
                    <a:cubicBezTo>
                      <a:pt x="0" y="664"/>
                      <a:pt x="171" y="899"/>
                      <a:pt x="748" y="899"/>
                    </a:cubicBezTo>
                    <a:cubicBezTo>
                      <a:pt x="1261" y="899"/>
                      <a:pt x="1796" y="728"/>
                      <a:pt x="2244" y="428"/>
                    </a:cubicBezTo>
                    <a:cubicBezTo>
                      <a:pt x="2501" y="193"/>
                      <a:pt x="2287" y="1"/>
                      <a:pt x="17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2"/>
              <p:cNvSpPr/>
              <p:nvPr/>
            </p:nvSpPr>
            <p:spPr>
              <a:xfrm>
                <a:off x="-2676577" y="5445036"/>
                <a:ext cx="1691097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684" h="11030" fill="none" extrusionOk="0">
                    <a:moveTo>
                      <a:pt x="9940" y="11029"/>
                    </a:moveTo>
                    <a:lnTo>
                      <a:pt x="1" y="11029"/>
                    </a:lnTo>
                    <a:lnTo>
                      <a:pt x="15240" y="0"/>
                    </a:lnTo>
                    <a:lnTo>
                      <a:pt x="23683" y="0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2"/>
              <p:cNvSpPr/>
              <p:nvPr/>
            </p:nvSpPr>
            <p:spPr>
              <a:xfrm>
                <a:off x="4572704" y="4326373"/>
                <a:ext cx="8795360" cy="3021825"/>
              </a:xfrm>
              <a:custGeom>
                <a:avLst/>
                <a:gdLst/>
                <a:ahLst/>
                <a:cxnLst/>
                <a:rect l="l" t="t" r="r" b="b"/>
                <a:pathLst>
                  <a:path w="123180" h="42321" fill="none" extrusionOk="0">
                    <a:moveTo>
                      <a:pt x="0" y="0"/>
                    </a:moveTo>
                    <a:lnTo>
                      <a:pt x="64486" y="0"/>
                    </a:lnTo>
                    <a:lnTo>
                      <a:pt x="123179" y="42321"/>
                    </a:lnTo>
                    <a:lnTo>
                      <a:pt x="107" y="42321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2"/>
              <p:cNvSpPr/>
              <p:nvPr/>
            </p:nvSpPr>
            <p:spPr>
              <a:xfrm>
                <a:off x="8543754" y="4871174"/>
                <a:ext cx="4071870" cy="1933723"/>
              </a:xfrm>
              <a:custGeom>
                <a:avLst/>
                <a:gdLst/>
                <a:ahLst/>
                <a:cxnLst/>
                <a:rect l="l" t="t" r="r" b="b"/>
                <a:pathLst>
                  <a:path w="57027" h="27082" fill="none" extrusionOk="0">
                    <a:moveTo>
                      <a:pt x="1" y="1"/>
                    </a:moveTo>
                    <a:lnTo>
                      <a:pt x="19451" y="1"/>
                    </a:lnTo>
                    <a:lnTo>
                      <a:pt x="57027" y="27082"/>
                    </a:lnTo>
                    <a:lnTo>
                      <a:pt x="27851" y="27082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2"/>
              <p:cNvSpPr/>
              <p:nvPr/>
            </p:nvSpPr>
            <p:spPr>
              <a:xfrm>
                <a:off x="9000088" y="5477096"/>
                <a:ext cx="908168" cy="721951"/>
              </a:xfrm>
              <a:custGeom>
                <a:avLst/>
                <a:gdLst/>
                <a:ahLst/>
                <a:cxnLst/>
                <a:rect l="l" t="t" r="r" b="b"/>
                <a:pathLst>
                  <a:path w="12719" h="10111" fill="none" extrusionOk="0">
                    <a:moveTo>
                      <a:pt x="12718" y="10110"/>
                    </a:moveTo>
                    <a:lnTo>
                      <a:pt x="2352" y="0"/>
                    </a:lnTo>
                    <a:cubicBezTo>
                      <a:pt x="343" y="1176"/>
                      <a:pt x="1" y="2993"/>
                      <a:pt x="1946" y="5044"/>
                    </a:cubicBezTo>
                    <a:cubicBezTo>
                      <a:pt x="3891" y="7118"/>
                      <a:pt x="7930" y="8956"/>
                      <a:pt x="12718" y="10110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2"/>
              <p:cNvSpPr/>
              <p:nvPr/>
            </p:nvSpPr>
            <p:spPr>
              <a:xfrm>
                <a:off x="10082121" y="5806690"/>
                <a:ext cx="180149" cy="6419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899" extrusionOk="0">
                    <a:moveTo>
                      <a:pt x="728" y="1"/>
                    </a:moveTo>
                    <a:cubicBezTo>
                      <a:pt x="193" y="1"/>
                      <a:pt x="1" y="193"/>
                      <a:pt x="257" y="428"/>
                    </a:cubicBezTo>
                    <a:cubicBezTo>
                      <a:pt x="706" y="728"/>
                      <a:pt x="1219" y="877"/>
                      <a:pt x="1754" y="899"/>
                    </a:cubicBezTo>
                    <a:cubicBezTo>
                      <a:pt x="2309" y="899"/>
                      <a:pt x="2523" y="685"/>
                      <a:pt x="2245" y="428"/>
                    </a:cubicBezTo>
                    <a:cubicBezTo>
                      <a:pt x="1796" y="151"/>
                      <a:pt x="1262" y="1"/>
                      <a:pt x="7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2"/>
              <p:cNvSpPr/>
              <p:nvPr/>
            </p:nvSpPr>
            <p:spPr>
              <a:xfrm>
                <a:off x="10124891" y="5445036"/>
                <a:ext cx="1694096" cy="787570"/>
              </a:xfrm>
              <a:custGeom>
                <a:avLst/>
                <a:gdLst/>
                <a:ahLst/>
                <a:cxnLst/>
                <a:rect l="l" t="t" r="r" b="b"/>
                <a:pathLst>
                  <a:path w="23726" h="11030" fill="none" extrusionOk="0">
                    <a:moveTo>
                      <a:pt x="0" y="0"/>
                    </a:moveTo>
                    <a:lnTo>
                      <a:pt x="8443" y="0"/>
                    </a:lnTo>
                    <a:lnTo>
                      <a:pt x="23726" y="11029"/>
                    </a:lnTo>
                    <a:lnTo>
                      <a:pt x="13787" y="11029"/>
                    </a:ln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2"/>
              <p:cNvSpPr/>
              <p:nvPr/>
            </p:nvSpPr>
            <p:spPr>
              <a:xfrm>
                <a:off x="3580709" y="5420616"/>
                <a:ext cx="1979492" cy="773789"/>
              </a:xfrm>
              <a:custGeom>
                <a:avLst/>
                <a:gdLst/>
                <a:ahLst/>
                <a:cxnLst/>
                <a:rect l="l" t="t" r="r" b="b"/>
                <a:pathLst>
                  <a:path w="27723" h="10837" fill="none" extrusionOk="0">
                    <a:moveTo>
                      <a:pt x="27722" y="5408"/>
                    </a:moveTo>
                    <a:cubicBezTo>
                      <a:pt x="27722" y="8400"/>
                      <a:pt x="21524" y="10837"/>
                      <a:pt x="13851" y="10837"/>
                    </a:cubicBezTo>
                    <a:cubicBezTo>
                      <a:pt x="6199" y="10837"/>
                      <a:pt x="0" y="8400"/>
                      <a:pt x="0" y="5408"/>
                    </a:cubicBezTo>
                    <a:cubicBezTo>
                      <a:pt x="0" y="2416"/>
                      <a:pt x="6199" y="0"/>
                      <a:pt x="13851" y="0"/>
                    </a:cubicBezTo>
                    <a:cubicBezTo>
                      <a:pt x="21524" y="0"/>
                      <a:pt x="27722" y="2416"/>
                      <a:pt x="27722" y="5408"/>
                    </a:cubicBezTo>
                    <a:close/>
                  </a:path>
                </a:pathLst>
              </a:custGeom>
              <a:solidFill>
                <a:schemeClr val="dk2"/>
              </a:solidFill>
              <a:ln w="13350" cap="flat" cmpd="sng">
                <a:solidFill>
                  <a:schemeClr val="dk2"/>
                </a:solidFill>
                <a:prstDash val="solid"/>
                <a:miter lim="2137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2" name="Google Shape;2092;p32"/>
          <p:cNvGrpSpPr/>
          <p:nvPr/>
        </p:nvGrpSpPr>
        <p:grpSpPr>
          <a:xfrm>
            <a:off x="-3116369" y="-3787033"/>
            <a:ext cx="15376738" cy="5489572"/>
            <a:chOff x="4168525" y="2572625"/>
            <a:chExt cx="3211650" cy="1146575"/>
          </a:xfrm>
        </p:grpSpPr>
        <p:sp>
          <p:nvSpPr>
            <p:cNvPr id="2093" name="Google Shape;2093;p32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2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71037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9">
  <p:cSld name="Background 19"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33"/>
          <p:cNvSpPr/>
          <p:nvPr/>
        </p:nvSpPr>
        <p:spPr>
          <a:xfrm rot="5400000">
            <a:off x="1990597" y="-1989900"/>
            <a:ext cx="5162100" cy="914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8" name="Google Shape;2098;p33"/>
          <p:cNvGrpSpPr/>
          <p:nvPr/>
        </p:nvGrpSpPr>
        <p:grpSpPr>
          <a:xfrm rot="5400000">
            <a:off x="1906724" y="-1999665"/>
            <a:ext cx="5331387" cy="9143271"/>
            <a:chOff x="1961226" y="0"/>
            <a:chExt cx="4533107" cy="5143315"/>
          </a:xfrm>
        </p:grpSpPr>
        <p:sp>
          <p:nvSpPr>
            <p:cNvPr id="2099" name="Google Shape;2099;p33"/>
            <p:cNvSpPr/>
            <p:nvPr/>
          </p:nvSpPr>
          <p:spPr>
            <a:xfrm>
              <a:off x="19612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3"/>
            <p:cNvSpPr/>
            <p:nvPr/>
          </p:nvSpPr>
          <p:spPr>
            <a:xfrm>
              <a:off x="32566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3"/>
            <p:cNvSpPr/>
            <p:nvPr/>
          </p:nvSpPr>
          <p:spPr>
            <a:xfrm>
              <a:off x="45520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3"/>
            <p:cNvSpPr/>
            <p:nvPr/>
          </p:nvSpPr>
          <p:spPr>
            <a:xfrm>
              <a:off x="58474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03" name="Google Shape;2103;p33"/>
          <p:cNvCxnSpPr/>
          <p:nvPr/>
        </p:nvCxnSpPr>
        <p:spPr>
          <a:xfrm>
            <a:off x="-277025" y="2575525"/>
            <a:ext cx="96630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4" name="Google Shape;2104;p33"/>
          <p:cNvSpPr/>
          <p:nvPr/>
        </p:nvSpPr>
        <p:spPr>
          <a:xfrm>
            <a:off x="904700" y="801600"/>
            <a:ext cx="3540300" cy="3540300"/>
          </a:xfrm>
          <a:prstGeom prst="ellipse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98233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0">
  <p:cSld name="Background 2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34"/>
          <p:cNvSpPr/>
          <p:nvPr/>
        </p:nvSpPr>
        <p:spPr>
          <a:xfrm>
            <a:off x="-499275" y="4292872"/>
            <a:ext cx="10142528" cy="946764"/>
          </a:xfrm>
          <a:custGeom>
            <a:avLst/>
            <a:gdLst/>
            <a:ahLst/>
            <a:cxnLst/>
            <a:rect l="l" t="t" r="r" b="b"/>
            <a:pathLst>
              <a:path w="285705" h="19387" extrusionOk="0">
                <a:moveTo>
                  <a:pt x="156855" y="3628"/>
                </a:moveTo>
                <a:cubicBezTo>
                  <a:pt x="156858" y="3630"/>
                  <a:pt x="156860" y="3633"/>
                  <a:pt x="156863" y="3636"/>
                </a:cubicBezTo>
                <a:lnTo>
                  <a:pt x="156863" y="3636"/>
                </a:lnTo>
                <a:cubicBezTo>
                  <a:pt x="156860" y="3633"/>
                  <a:pt x="156858" y="3630"/>
                  <a:pt x="156855" y="3628"/>
                </a:cubicBezTo>
                <a:close/>
                <a:moveTo>
                  <a:pt x="157019" y="3628"/>
                </a:moveTo>
                <a:cubicBezTo>
                  <a:pt x="157022" y="3631"/>
                  <a:pt x="157025" y="3634"/>
                  <a:pt x="157028" y="3637"/>
                </a:cubicBezTo>
                <a:lnTo>
                  <a:pt x="157028" y="3637"/>
                </a:lnTo>
                <a:cubicBezTo>
                  <a:pt x="157025" y="3634"/>
                  <a:pt x="157022" y="3630"/>
                  <a:pt x="157019" y="3628"/>
                </a:cubicBezTo>
                <a:close/>
                <a:moveTo>
                  <a:pt x="39070" y="3635"/>
                </a:moveTo>
                <a:lnTo>
                  <a:pt x="39070" y="3635"/>
                </a:lnTo>
                <a:cubicBezTo>
                  <a:pt x="39073" y="3638"/>
                  <a:pt x="39076" y="3641"/>
                  <a:pt x="39079" y="3644"/>
                </a:cubicBezTo>
                <a:lnTo>
                  <a:pt x="39079" y="3644"/>
                </a:lnTo>
                <a:cubicBezTo>
                  <a:pt x="39076" y="3641"/>
                  <a:pt x="39073" y="3637"/>
                  <a:pt x="39070" y="3635"/>
                </a:cubicBezTo>
                <a:close/>
                <a:moveTo>
                  <a:pt x="39234" y="3635"/>
                </a:moveTo>
                <a:cubicBezTo>
                  <a:pt x="39237" y="3638"/>
                  <a:pt x="39240" y="3641"/>
                  <a:pt x="39243" y="3644"/>
                </a:cubicBezTo>
                <a:lnTo>
                  <a:pt x="39243" y="3644"/>
                </a:lnTo>
                <a:cubicBezTo>
                  <a:pt x="39240" y="3641"/>
                  <a:pt x="39237" y="3637"/>
                  <a:pt x="39234" y="3635"/>
                </a:cubicBezTo>
                <a:close/>
                <a:moveTo>
                  <a:pt x="235522" y="3635"/>
                </a:moveTo>
                <a:cubicBezTo>
                  <a:pt x="235525" y="3638"/>
                  <a:pt x="235528" y="3641"/>
                  <a:pt x="235532" y="3645"/>
                </a:cubicBezTo>
                <a:lnTo>
                  <a:pt x="235532" y="3645"/>
                </a:lnTo>
                <a:cubicBezTo>
                  <a:pt x="235528" y="3641"/>
                  <a:pt x="235525" y="3638"/>
                  <a:pt x="235522" y="3635"/>
                </a:cubicBezTo>
                <a:close/>
                <a:moveTo>
                  <a:pt x="17" y="3638"/>
                </a:moveTo>
                <a:lnTo>
                  <a:pt x="17" y="3638"/>
                </a:lnTo>
                <a:cubicBezTo>
                  <a:pt x="20" y="3641"/>
                  <a:pt x="22" y="3643"/>
                  <a:pt x="25" y="3646"/>
                </a:cubicBezTo>
                <a:lnTo>
                  <a:pt x="25" y="3646"/>
                </a:lnTo>
                <a:cubicBezTo>
                  <a:pt x="22" y="3643"/>
                  <a:pt x="20" y="3641"/>
                  <a:pt x="17" y="3638"/>
                </a:cubicBezTo>
                <a:close/>
                <a:moveTo>
                  <a:pt x="196236" y="3631"/>
                </a:moveTo>
                <a:cubicBezTo>
                  <a:pt x="196243" y="3639"/>
                  <a:pt x="196250" y="3646"/>
                  <a:pt x="196257" y="3654"/>
                </a:cubicBezTo>
                <a:lnTo>
                  <a:pt x="196257" y="3654"/>
                </a:lnTo>
                <a:cubicBezTo>
                  <a:pt x="196248" y="3644"/>
                  <a:pt x="196241" y="3636"/>
                  <a:pt x="196236" y="3631"/>
                </a:cubicBezTo>
                <a:close/>
                <a:moveTo>
                  <a:pt x="196072" y="3631"/>
                </a:moveTo>
                <a:lnTo>
                  <a:pt x="196072" y="3631"/>
                </a:lnTo>
                <a:cubicBezTo>
                  <a:pt x="196081" y="3641"/>
                  <a:pt x="196090" y="3650"/>
                  <a:pt x="196099" y="3660"/>
                </a:cubicBezTo>
                <a:lnTo>
                  <a:pt x="196099" y="3660"/>
                </a:lnTo>
                <a:cubicBezTo>
                  <a:pt x="196087" y="3647"/>
                  <a:pt x="196078" y="3638"/>
                  <a:pt x="196072" y="3631"/>
                </a:cubicBezTo>
                <a:close/>
                <a:moveTo>
                  <a:pt x="78415" y="5086"/>
                </a:moveTo>
                <a:cubicBezTo>
                  <a:pt x="78412" y="5089"/>
                  <a:pt x="78409" y="5092"/>
                  <a:pt x="78405" y="5097"/>
                </a:cubicBezTo>
                <a:lnTo>
                  <a:pt x="78405" y="5097"/>
                </a:lnTo>
                <a:cubicBezTo>
                  <a:pt x="78409" y="5092"/>
                  <a:pt x="78413" y="5089"/>
                  <a:pt x="78415" y="5086"/>
                </a:cubicBezTo>
                <a:close/>
                <a:moveTo>
                  <a:pt x="128752" y="5968"/>
                </a:moveTo>
                <a:lnTo>
                  <a:pt x="128752" y="5968"/>
                </a:lnTo>
                <a:cubicBezTo>
                  <a:pt x="128749" y="5971"/>
                  <a:pt x="128746" y="5974"/>
                  <a:pt x="128743" y="5978"/>
                </a:cubicBezTo>
                <a:lnTo>
                  <a:pt x="128743" y="5978"/>
                </a:lnTo>
                <a:cubicBezTo>
                  <a:pt x="128746" y="5975"/>
                  <a:pt x="128749" y="5971"/>
                  <a:pt x="128752" y="5968"/>
                </a:cubicBezTo>
                <a:close/>
                <a:moveTo>
                  <a:pt x="128626" y="5968"/>
                </a:moveTo>
                <a:lnTo>
                  <a:pt x="128626" y="5968"/>
                </a:lnTo>
                <a:cubicBezTo>
                  <a:pt x="128623" y="5971"/>
                  <a:pt x="128620" y="5974"/>
                  <a:pt x="128616" y="5978"/>
                </a:cubicBezTo>
                <a:lnTo>
                  <a:pt x="128616" y="5978"/>
                </a:lnTo>
                <a:cubicBezTo>
                  <a:pt x="128620" y="5974"/>
                  <a:pt x="128623" y="5971"/>
                  <a:pt x="128626" y="5968"/>
                </a:cubicBezTo>
                <a:close/>
                <a:moveTo>
                  <a:pt x="246474" y="5982"/>
                </a:moveTo>
                <a:cubicBezTo>
                  <a:pt x="246471" y="5985"/>
                  <a:pt x="246467" y="5989"/>
                  <a:pt x="246463" y="5994"/>
                </a:cubicBezTo>
                <a:lnTo>
                  <a:pt x="246463" y="5994"/>
                </a:lnTo>
                <a:cubicBezTo>
                  <a:pt x="246467" y="5990"/>
                  <a:pt x="246470" y="5986"/>
                  <a:pt x="246474" y="5982"/>
                </a:cubicBezTo>
                <a:close/>
                <a:moveTo>
                  <a:pt x="10970" y="5982"/>
                </a:moveTo>
                <a:cubicBezTo>
                  <a:pt x="10966" y="5986"/>
                  <a:pt x="10962" y="5990"/>
                  <a:pt x="10957" y="5995"/>
                </a:cubicBezTo>
                <a:lnTo>
                  <a:pt x="10957" y="5995"/>
                </a:lnTo>
                <a:cubicBezTo>
                  <a:pt x="10962" y="5990"/>
                  <a:pt x="10967" y="5986"/>
                  <a:pt x="10970" y="5982"/>
                </a:cubicBezTo>
                <a:close/>
                <a:moveTo>
                  <a:pt x="246401" y="5982"/>
                </a:moveTo>
                <a:cubicBezTo>
                  <a:pt x="246397" y="5986"/>
                  <a:pt x="246392" y="5990"/>
                  <a:pt x="246387" y="5996"/>
                </a:cubicBezTo>
                <a:lnTo>
                  <a:pt x="246387" y="5996"/>
                </a:lnTo>
                <a:cubicBezTo>
                  <a:pt x="246392" y="5990"/>
                  <a:pt x="246397" y="5986"/>
                  <a:pt x="246401" y="5982"/>
                </a:cubicBezTo>
                <a:close/>
                <a:moveTo>
                  <a:pt x="26457" y="5696"/>
                </a:moveTo>
                <a:cubicBezTo>
                  <a:pt x="26457" y="5940"/>
                  <a:pt x="26461" y="6191"/>
                  <a:pt x="26471" y="6446"/>
                </a:cubicBezTo>
                <a:lnTo>
                  <a:pt x="26405" y="6251"/>
                </a:lnTo>
                <a:lnTo>
                  <a:pt x="26405" y="6184"/>
                </a:lnTo>
                <a:cubicBezTo>
                  <a:pt x="26419" y="6010"/>
                  <a:pt x="26440" y="5850"/>
                  <a:pt x="26457" y="5696"/>
                </a:cubicBezTo>
                <a:close/>
                <a:moveTo>
                  <a:pt x="65677" y="5696"/>
                </a:moveTo>
                <a:cubicBezTo>
                  <a:pt x="65677" y="5940"/>
                  <a:pt x="65680" y="6195"/>
                  <a:pt x="65691" y="6446"/>
                </a:cubicBezTo>
                <a:lnTo>
                  <a:pt x="65625" y="6251"/>
                </a:lnTo>
                <a:cubicBezTo>
                  <a:pt x="65621" y="6230"/>
                  <a:pt x="65618" y="6209"/>
                  <a:pt x="65621" y="6184"/>
                </a:cubicBezTo>
                <a:cubicBezTo>
                  <a:pt x="65639" y="6010"/>
                  <a:pt x="65656" y="5850"/>
                  <a:pt x="65677" y="5696"/>
                </a:cubicBezTo>
                <a:close/>
                <a:moveTo>
                  <a:pt x="104890" y="5696"/>
                </a:moveTo>
                <a:cubicBezTo>
                  <a:pt x="104890" y="5940"/>
                  <a:pt x="104897" y="6195"/>
                  <a:pt x="104904" y="6446"/>
                </a:cubicBezTo>
                <a:lnTo>
                  <a:pt x="104838" y="6251"/>
                </a:lnTo>
                <a:lnTo>
                  <a:pt x="104838" y="6184"/>
                </a:lnTo>
                <a:cubicBezTo>
                  <a:pt x="104855" y="6010"/>
                  <a:pt x="104872" y="5850"/>
                  <a:pt x="104890" y="5696"/>
                </a:cubicBezTo>
                <a:close/>
                <a:moveTo>
                  <a:pt x="144235" y="5696"/>
                </a:moveTo>
                <a:cubicBezTo>
                  <a:pt x="144235" y="5940"/>
                  <a:pt x="144242" y="6188"/>
                  <a:pt x="144249" y="6446"/>
                </a:cubicBezTo>
                <a:lnTo>
                  <a:pt x="144183" y="6251"/>
                </a:lnTo>
                <a:lnTo>
                  <a:pt x="144183" y="6184"/>
                </a:lnTo>
                <a:cubicBezTo>
                  <a:pt x="144197" y="6010"/>
                  <a:pt x="144218" y="5850"/>
                  <a:pt x="144235" y="5696"/>
                </a:cubicBezTo>
                <a:close/>
                <a:moveTo>
                  <a:pt x="183455" y="5696"/>
                </a:moveTo>
                <a:cubicBezTo>
                  <a:pt x="183455" y="5940"/>
                  <a:pt x="183459" y="6191"/>
                  <a:pt x="183469" y="6446"/>
                </a:cubicBezTo>
                <a:lnTo>
                  <a:pt x="183403" y="6251"/>
                </a:lnTo>
                <a:cubicBezTo>
                  <a:pt x="183403" y="6230"/>
                  <a:pt x="183399" y="6205"/>
                  <a:pt x="183399" y="6184"/>
                </a:cubicBezTo>
                <a:cubicBezTo>
                  <a:pt x="183417" y="6010"/>
                  <a:pt x="183434" y="5850"/>
                  <a:pt x="183455" y="5696"/>
                </a:cubicBezTo>
                <a:close/>
                <a:moveTo>
                  <a:pt x="222675" y="5696"/>
                </a:moveTo>
                <a:lnTo>
                  <a:pt x="222675" y="5696"/>
                </a:lnTo>
                <a:cubicBezTo>
                  <a:pt x="222668" y="5940"/>
                  <a:pt x="222675" y="6195"/>
                  <a:pt x="222686" y="6446"/>
                </a:cubicBezTo>
                <a:lnTo>
                  <a:pt x="222616" y="6251"/>
                </a:lnTo>
                <a:lnTo>
                  <a:pt x="222616" y="6184"/>
                </a:lnTo>
                <a:cubicBezTo>
                  <a:pt x="222637" y="6010"/>
                  <a:pt x="222654" y="5850"/>
                  <a:pt x="222675" y="5696"/>
                </a:cubicBezTo>
                <a:close/>
                <a:moveTo>
                  <a:pt x="261961" y="5696"/>
                </a:moveTo>
                <a:cubicBezTo>
                  <a:pt x="261961" y="5940"/>
                  <a:pt x="261968" y="6195"/>
                  <a:pt x="261975" y="6446"/>
                </a:cubicBezTo>
                <a:lnTo>
                  <a:pt x="261909" y="6251"/>
                </a:lnTo>
                <a:cubicBezTo>
                  <a:pt x="261913" y="6230"/>
                  <a:pt x="261909" y="6205"/>
                  <a:pt x="261906" y="6184"/>
                </a:cubicBezTo>
                <a:cubicBezTo>
                  <a:pt x="261923" y="6010"/>
                  <a:pt x="261940" y="5850"/>
                  <a:pt x="261961" y="5696"/>
                </a:cubicBezTo>
                <a:close/>
                <a:moveTo>
                  <a:pt x="29021" y="5825"/>
                </a:moveTo>
                <a:cubicBezTo>
                  <a:pt x="29042" y="5853"/>
                  <a:pt x="29059" y="5888"/>
                  <a:pt x="29077" y="5919"/>
                </a:cubicBezTo>
                <a:cubicBezTo>
                  <a:pt x="28972" y="6146"/>
                  <a:pt x="28867" y="6376"/>
                  <a:pt x="28770" y="6613"/>
                </a:cubicBezTo>
                <a:cubicBezTo>
                  <a:pt x="28825" y="6341"/>
                  <a:pt x="28909" y="6076"/>
                  <a:pt x="29021" y="5825"/>
                </a:cubicBezTo>
                <a:close/>
                <a:moveTo>
                  <a:pt x="68241" y="5822"/>
                </a:moveTo>
                <a:lnTo>
                  <a:pt x="68296" y="5919"/>
                </a:lnTo>
                <a:cubicBezTo>
                  <a:pt x="68188" y="6146"/>
                  <a:pt x="68087" y="6376"/>
                  <a:pt x="67986" y="6613"/>
                </a:cubicBezTo>
                <a:cubicBezTo>
                  <a:pt x="68045" y="6341"/>
                  <a:pt x="68129" y="6076"/>
                  <a:pt x="68241" y="5822"/>
                </a:cubicBezTo>
                <a:close/>
                <a:moveTo>
                  <a:pt x="107461" y="5822"/>
                </a:moveTo>
                <a:cubicBezTo>
                  <a:pt x="107475" y="5857"/>
                  <a:pt x="107495" y="5888"/>
                  <a:pt x="107516" y="5919"/>
                </a:cubicBezTo>
                <a:cubicBezTo>
                  <a:pt x="107408" y="6146"/>
                  <a:pt x="107304" y="6376"/>
                  <a:pt x="107206" y="6613"/>
                </a:cubicBezTo>
                <a:cubicBezTo>
                  <a:pt x="107293" y="6233"/>
                  <a:pt x="107380" y="5986"/>
                  <a:pt x="107461" y="5822"/>
                </a:cubicBezTo>
                <a:close/>
                <a:moveTo>
                  <a:pt x="146799" y="5822"/>
                </a:moveTo>
                <a:cubicBezTo>
                  <a:pt x="146820" y="5853"/>
                  <a:pt x="146841" y="5888"/>
                  <a:pt x="146858" y="5919"/>
                </a:cubicBezTo>
                <a:cubicBezTo>
                  <a:pt x="146754" y="6146"/>
                  <a:pt x="146646" y="6376"/>
                  <a:pt x="146548" y="6613"/>
                </a:cubicBezTo>
                <a:cubicBezTo>
                  <a:pt x="146604" y="6341"/>
                  <a:pt x="146687" y="6076"/>
                  <a:pt x="146799" y="5822"/>
                </a:cubicBezTo>
                <a:close/>
                <a:moveTo>
                  <a:pt x="186019" y="5825"/>
                </a:moveTo>
                <a:lnTo>
                  <a:pt x="186075" y="5919"/>
                </a:lnTo>
                <a:cubicBezTo>
                  <a:pt x="185967" y="6146"/>
                  <a:pt x="185866" y="6376"/>
                  <a:pt x="185764" y="6613"/>
                </a:cubicBezTo>
                <a:cubicBezTo>
                  <a:pt x="185824" y="6341"/>
                  <a:pt x="185907" y="6076"/>
                  <a:pt x="186019" y="5825"/>
                </a:cubicBezTo>
                <a:close/>
                <a:moveTo>
                  <a:pt x="225239" y="5822"/>
                </a:moveTo>
                <a:cubicBezTo>
                  <a:pt x="225256" y="5857"/>
                  <a:pt x="225274" y="5888"/>
                  <a:pt x="225295" y="5919"/>
                </a:cubicBezTo>
                <a:cubicBezTo>
                  <a:pt x="225187" y="6146"/>
                  <a:pt x="225085" y="6376"/>
                  <a:pt x="224984" y="6613"/>
                </a:cubicBezTo>
                <a:cubicBezTo>
                  <a:pt x="225044" y="6341"/>
                  <a:pt x="225127" y="6076"/>
                  <a:pt x="225239" y="5822"/>
                </a:cubicBezTo>
                <a:close/>
                <a:moveTo>
                  <a:pt x="264525" y="5825"/>
                </a:moveTo>
                <a:lnTo>
                  <a:pt x="264584" y="5919"/>
                </a:lnTo>
                <a:cubicBezTo>
                  <a:pt x="264473" y="6146"/>
                  <a:pt x="264375" y="6376"/>
                  <a:pt x="264274" y="6613"/>
                </a:cubicBezTo>
                <a:cubicBezTo>
                  <a:pt x="264330" y="6341"/>
                  <a:pt x="264417" y="6076"/>
                  <a:pt x="264525" y="5825"/>
                </a:cubicBezTo>
                <a:close/>
                <a:moveTo>
                  <a:pt x="85078" y="6725"/>
                </a:moveTo>
                <a:lnTo>
                  <a:pt x="85078" y="6725"/>
                </a:lnTo>
                <a:cubicBezTo>
                  <a:pt x="85083" y="6738"/>
                  <a:pt x="85086" y="6749"/>
                  <a:pt x="85087" y="6762"/>
                </a:cubicBezTo>
                <a:lnTo>
                  <a:pt x="85087" y="6762"/>
                </a:lnTo>
                <a:cubicBezTo>
                  <a:pt x="85084" y="6751"/>
                  <a:pt x="85078" y="6738"/>
                  <a:pt x="85078" y="6725"/>
                </a:cubicBezTo>
                <a:close/>
                <a:moveTo>
                  <a:pt x="6641" y="6725"/>
                </a:moveTo>
                <a:lnTo>
                  <a:pt x="6655" y="6774"/>
                </a:lnTo>
                <a:lnTo>
                  <a:pt x="6645" y="6767"/>
                </a:lnTo>
                <a:cubicBezTo>
                  <a:pt x="6645" y="6753"/>
                  <a:pt x="6645" y="6739"/>
                  <a:pt x="6641" y="6725"/>
                </a:cubicBezTo>
                <a:close/>
                <a:moveTo>
                  <a:pt x="45858" y="6725"/>
                </a:moveTo>
                <a:lnTo>
                  <a:pt x="45872" y="6774"/>
                </a:lnTo>
                <a:lnTo>
                  <a:pt x="45865" y="6763"/>
                </a:lnTo>
                <a:cubicBezTo>
                  <a:pt x="45865" y="6753"/>
                  <a:pt x="45861" y="6739"/>
                  <a:pt x="45858" y="6725"/>
                </a:cubicBezTo>
                <a:close/>
                <a:moveTo>
                  <a:pt x="163640" y="6725"/>
                </a:moveTo>
                <a:lnTo>
                  <a:pt x="163650" y="6774"/>
                </a:lnTo>
                <a:lnTo>
                  <a:pt x="163643" y="6774"/>
                </a:lnTo>
                <a:cubicBezTo>
                  <a:pt x="163643" y="6756"/>
                  <a:pt x="163643" y="6743"/>
                  <a:pt x="163640" y="6725"/>
                </a:cubicBezTo>
                <a:close/>
                <a:moveTo>
                  <a:pt x="202856" y="6725"/>
                </a:moveTo>
                <a:lnTo>
                  <a:pt x="202870" y="6774"/>
                </a:lnTo>
                <a:lnTo>
                  <a:pt x="202863" y="6767"/>
                </a:lnTo>
                <a:cubicBezTo>
                  <a:pt x="202863" y="6753"/>
                  <a:pt x="202859" y="6739"/>
                  <a:pt x="202856" y="6725"/>
                </a:cubicBezTo>
                <a:close/>
                <a:moveTo>
                  <a:pt x="14029" y="6125"/>
                </a:moveTo>
                <a:cubicBezTo>
                  <a:pt x="14043" y="6317"/>
                  <a:pt x="14060" y="6509"/>
                  <a:pt x="14081" y="6701"/>
                </a:cubicBezTo>
                <a:cubicBezTo>
                  <a:pt x="14026" y="6739"/>
                  <a:pt x="13970" y="6781"/>
                  <a:pt x="13914" y="6830"/>
                </a:cubicBezTo>
                <a:cubicBezTo>
                  <a:pt x="13903" y="6704"/>
                  <a:pt x="13896" y="6579"/>
                  <a:pt x="13886" y="6460"/>
                </a:cubicBezTo>
                <a:cubicBezTo>
                  <a:pt x="13879" y="6341"/>
                  <a:pt x="13984" y="6230"/>
                  <a:pt x="14029" y="6125"/>
                </a:cubicBezTo>
                <a:close/>
                <a:moveTo>
                  <a:pt x="53249" y="6125"/>
                </a:moveTo>
                <a:cubicBezTo>
                  <a:pt x="53263" y="6317"/>
                  <a:pt x="53280" y="6509"/>
                  <a:pt x="53298" y="6701"/>
                </a:cubicBezTo>
                <a:lnTo>
                  <a:pt x="53127" y="6830"/>
                </a:lnTo>
                <a:cubicBezTo>
                  <a:pt x="53123" y="6704"/>
                  <a:pt x="53113" y="6579"/>
                  <a:pt x="53106" y="6460"/>
                </a:cubicBezTo>
                <a:cubicBezTo>
                  <a:pt x="53095" y="6341"/>
                  <a:pt x="53204" y="6230"/>
                  <a:pt x="53249" y="6125"/>
                </a:cubicBezTo>
                <a:close/>
                <a:moveTo>
                  <a:pt x="92465" y="6125"/>
                </a:moveTo>
                <a:lnTo>
                  <a:pt x="92518" y="6701"/>
                </a:lnTo>
                <a:lnTo>
                  <a:pt x="92347" y="6830"/>
                </a:lnTo>
                <a:cubicBezTo>
                  <a:pt x="92343" y="6704"/>
                  <a:pt x="92333" y="6579"/>
                  <a:pt x="92319" y="6460"/>
                </a:cubicBezTo>
                <a:lnTo>
                  <a:pt x="92465" y="6125"/>
                </a:lnTo>
                <a:close/>
                <a:moveTo>
                  <a:pt x="131811" y="6125"/>
                </a:moveTo>
                <a:lnTo>
                  <a:pt x="131863" y="6701"/>
                </a:lnTo>
                <a:cubicBezTo>
                  <a:pt x="131811" y="6739"/>
                  <a:pt x="131748" y="6781"/>
                  <a:pt x="131692" y="6830"/>
                </a:cubicBezTo>
                <a:cubicBezTo>
                  <a:pt x="131682" y="6704"/>
                  <a:pt x="131675" y="6579"/>
                  <a:pt x="131664" y="6460"/>
                </a:cubicBezTo>
                <a:cubicBezTo>
                  <a:pt x="131657" y="6341"/>
                  <a:pt x="131762" y="6230"/>
                  <a:pt x="131811" y="6125"/>
                </a:cubicBezTo>
                <a:close/>
                <a:moveTo>
                  <a:pt x="171027" y="6125"/>
                </a:moveTo>
                <a:cubicBezTo>
                  <a:pt x="171041" y="6317"/>
                  <a:pt x="171059" y="6509"/>
                  <a:pt x="171076" y="6701"/>
                </a:cubicBezTo>
                <a:lnTo>
                  <a:pt x="170905" y="6830"/>
                </a:lnTo>
                <a:cubicBezTo>
                  <a:pt x="170902" y="6704"/>
                  <a:pt x="170895" y="6579"/>
                  <a:pt x="170884" y="6460"/>
                </a:cubicBezTo>
                <a:cubicBezTo>
                  <a:pt x="170877" y="6341"/>
                  <a:pt x="170982" y="6230"/>
                  <a:pt x="171027" y="6125"/>
                </a:cubicBezTo>
                <a:close/>
                <a:moveTo>
                  <a:pt x="210244" y="6125"/>
                </a:moveTo>
                <a:lnTo>
                  <a:pt x="210296" y="6701"/>
                </a:lnTo>
                <a:lnTo>
                  <a:pt x="210125" y="6830"/>
                </a:lnTo>
                <a:cubicBezTo>
                  <a:pt x="210122" y="6704"/>
                  <a:pt x="210115" y="6579"/>
                  <a:pt x="210104" y="6460"/>
                </a:cubicBezTo>
                <a:lnTo>
                  <a:pt x="210244" y="6125"/>
                </a:lnTo>
                <a:close/>
                <a:moveTo>
                  <a:pt x="249537" y="6125"/>
                </a:moveTo>
                <a:cubicBezTo>
                  <a:pt x="249551" y="6317"/>
                  <a:pt x="249568" y="6509"/>
                  <a:pt x="249586" y="6701"/>
                </a:cubicBezTo>
                <a:lnTo>
                  <a:pt x="249415" y="6830"/>
                </a:lnTo>
                <a:cubicBezTo>
                  <a:pt x="249411" y="6704"/>
                  <a:pt x="249401" y="6579"/>
                  <a:pt x="249394" y="6460"/>
                </a:cubicBezTo>
                <a:cubicBezTo>
                  <a:pt x="249383" y="6341"/>
                  <a:pt x="249488" y="6230"/>
                  <a:pt x="249537" y="6125"/>
                </a:cubicBezTo>
                <a:close/>
                <a:moveTo>
                  <a:pt x="64121" y="6648"/>
                </a:moveTo>
                <a:lnTo>
                  <a:pt x="64215" y="6882"/>
                </a:lnTo>
                <a:lnTo>
                  <a:pt x="64215" y="6882"/>
                </a:lnTo>
                <a:lnTo>
                  <a:pt x="64139" y="6823"/>
                </a:lnTo>
                <a:cubicBezTo>
                  <a:pt x="64132" y="6767"/>
                  <a:pt x="64128" y="6704"/>
                  <a:pt x="64121" y="6648"/>
                </a:cubicBezTo>
                <a:close/>
                <a:moveTo>
                  <a:pt x="103338" y="6648"/>
                </a:moveTo>
                <a:lnTo>
                  <a:pt x="103338" y="6648"/>
                </a:lnTo>
                <a:cubicBezTo>
                  <a:pt x="103369" y="6722"/>
                  <a:pt x="103400" y="6802"/>
                  <a:pt x="103432" y="6882"/>
                </a:cubicBezTo>
                <a:lnTo>
                  <a:pt x="103432" y="6882"/>
                </a:lnTo>
                <a:lnTo>
                  <a:pt x="103355" y="6823"/>
                </a:lnTo>
                <a:cubicBezTo>
                  <a:pt x="103352" y="6767"/>
                  <a:pt x="103341" y="6704"/>
                  <a:pt x="103338" y="6648"/>
                </a:cubicBezTo>
                <a:close/>
                <a:moveTo>
                  <a:pt x="142683" y="6648"/>
                </a:moveTo>
                <a:lnTo>
                  <a:pt x="142683" y="6648"/>
                </a:lnTo>
                <a:cubicBezTo>
                  <a:pt x="142715" y="6722"/>
                  <a:pt x="142742" y="6802"/>
                  <a:pt x="142777" y="6882"/>
                </a:cubicBezTo>
                <a:lnTo>
                  <a:pt x="142777" y="6882"/>
                </a:lnTo>
                <a:lnTo>
                  <a:pt x="142701" y="6823"/>
                </a:lnTo>
                <a:cubicBezTo>
                  <a:pt x="142694" y="6767"/>
                  <a:pt x="142690" y="6704"/>
                  <a:pt x="142683" y="6648"/>
                </a:cubicBezTo>
                <a:close/>
                <a:moveTo>
                  <a:pt x="221116" y="6648"/>
                </a:moveTo>
                <a:lnTo>
                  <a:pt x="221116" y="6648"/>
                </a:lnTo>
                <a:cubicBezTo>
                  <a:pt x="221151" y="6722"/>
                  <a:pt x="221179" y="6802"/>
                  <a:pt x="221210" y="6882"/>
                </a:cubicBezTo>
                <a:lnTo>
                  <a:pt x="221210" y="6882"/>
                </a:lnTo>
                <a:lnTo>
                  <a:pt x="221137" y="6823"/>
                </a:lnTo>
                <a:cubicBezTo>
                  <a:pt x="221130" y="6767"/>
                  <a:pt x="221126" y="6704"/>
                  <a:pt x="221116" y="6648"/>
                </a:cubicBezTo>
                <a:close/>
                <a:moveTo>
                  <a:pt x="260413" y="6648"/>
                </a:moveTo>
                <a:cubicBezTo>
                  <a:pt x="260437" y="6722"/>
                  <a:pt x="260468" y="6802"/>
                  <a:pt x="260503" y="6882"/>
                </a:cubicBezTo>
                <a:lnTo>
                  <a:pt x="260503" y="6882"/>
                </a:lnTo>
                <a:lnTo>
                  <a:pt x="260430" y="6823"/>
                </a:lnTo>
                <a:cubicBezTo>
                  <a:pt x="260420" y="6767"/>
                  <a:pt x="260416" y="6704"/>
                  <a:pt x="260413" y="6648"/>
                </a:cubicBezTo>
                <a:close/>
                <a:moveTo>
                  <a:pt x="24905" y="6648"/>
                </a:moveTo>
                <a:lnTo>
                  <a:pt x="24905" y="6648"/>
                </a:lnTo>
                <a:cubicBezTo>
                  <a:pt x="24933" y="6722"/>
                  <a:pt x="24968" y="6798"/>
                  <a:pt x="24996" y="6882"/>
                </a:cubicBezTo>
                <a:lnTo>
                  <a:pt x="24922" y="6823"/>
                </a:lnTo>
                <a:cubicBezTo>
                  <a:pt x="24915" y="6767"/>
                  <a:pt x="24908" y="6704"/>
                  <a:pt x="24905" y="6648"/>
                </a:cubicBezTo>
                <a:close/>
                <a:moveTo>
                  <a:pt x="181900" y="6648"/>
                </a:moveTo>
                <a:lnTo>
                  <a:pt x="181994" y="6882"/>
                </a:lnTo>
                <a:lnTo>
                  <a:pt x="181917" y="6823"/>
                </a:lnTo>
                <a:cubicBezTo>
                  <a:pt x="181914" y="6767"/>
                  <a:pt x="181907" y="6704"/>
                  <a:pt x="181900" y="6648"/>
                </a:cubicBezTo>
                <a:close/>
                <a:moveTo>
                  <a:pt x="32408" y="5738"/>
                </a:moveTo>
                <a:cubicBezTo>
                  <a:pt x="32397" y="6055"/>
                  <a:pt x="32373" y="6460"/>
                  <a:pt x="32352" y="6913"/>
                </a:cubicBezTo>
                <a:lnTo>
                  <a:pt x="32327" y="6913"/>
                </a:lnTo>
                <a:lnTo>
                  <a:pt x="32348" y="6941"/>
                </a:lnTo>
                <a:cubicBezTo>
                  <a:pt x="32348" y="6962"/>
                  <a:pt x="32345" y="6987"/>
                  <a:pt x="32345" y="7008"/>
                </a:cubicBezTo>
                <a:cubicBezTo>
                  <a:pt x="32265" y="6844"/>
                  <a:pt x="32181" y="6687"/>
                  <a:pt x="32094" y="6530"/>
                </a:cubicBezTo>
                <a:cubicBezTo>
                  <a:pt x="32094" y="6505"/>
                  <a:pt x="32094" y="6481"/>
                  <a:pt x="32090" y="6457"/>
                </a:cubicBezTo>
                <a:cubicBezTo>
                  <a:pt x="32205" y="6191"/>
                  <a:pt x="32310" y="5951"/>
                  <a:pt x="32408" y="5738"/>
                </a:cubicBezTo>
                <a:close/>
                <a:moveTo>
                  <a:pt x="71624" y="5734"/>
                </a:moveTo>
                <a:cubicBezTo>
                  <a:pt x="71610" y="6055"/>
                  <a:pt x="71593" y="6460"/>
                  <a:pt x="71568" y="6913"/>
                </a:cubicBezTo>
                <a:lnTo>
                  <a:pt x="71544" y="6913"/>
                </a:lnTo>
                <a:lnTo>
                  <a:pt x="71568" y="6938"/>
                </a:lnTo>
                <a:cubicBezTo>
                  <a:pt x="71568" y="6962"/>
                  <a:pt x="71561" y="6983"/>
                  <a:pt x="71561" y="7008"/>
                </a:cubicBezTo>
                <a:cubicBezTo>
                  <a:pt x="71485" y="6844"/>
                  <a:pt x="71401" y="6687"/>
                  <a:pt x="71314" y="6530"/>
                </a:cubicBezTo>
                <a:cubicBezTo>
                  <a:pt x="71314" y="6509"/>
                  <a:pt x="71310" y="6481"/>
                  <a:pt x="71310" y="6457"/>
                </a:cubicBezTo>
                <a:cubicBezTo>
                  <a:pt x="71422" y="6191"/>
                  <a:pt x="71526" y="5951"/>
                  <a:pt x="71624" y="5734"/>
                </a:cubicBezTo>
                <a:close/>
                <a:moveTo>
                  <a:pt x="110841" y="5734"/>
                </a:moveTo>
                <a:lnTo>
                  <a:pt x="110841" y="5734"/>
                </a:lnTo>
                <a:cubicBezTo>
                  <a:pt x="110830" y="6055"/>
                  <a:pt x="110813" y="6460"/>
                  <a:pt x="110785" y="6913"/>
                </a:cubicBezTo>
                <a:lnTo>
                  <a:pt x="110760" y="6913"/>
                </a:lnTo>
                <a:lnTo>
                  <a:pt x="110785" y="6938"/>
                </a:lnTo>
                <a:cubicBezTo>
                  <a:pt x="110781" y="6962"/>
                  <a:pt x="110781" y="6987"/>
                  <a:pt x="110781" y="7008"/>
                </a:cubicBezTo>
                <a:cubicBezTo>
                  <a:pt x="110698" y="6844"/>
                  <a:pt x="110614" y="6687"/>
                  <a:pt x="110534" y="6530"/>
                </a:cubicBezTo>
                <a:cubicBezTo>
                  <a:pt x="110530" y="6505"/>
                  <a:pt x="110527" y="6481"/>
                  <a:pt x="110530" y="6457"/>
                </a:cubicBezTo>
                <a:cubicBezTo>
                  <a:pt x="110642" y="6191"/>
                  <a:pt x="110746" y="5947"/>
                  <a:pt x="110841" y="5734"/>
                </a:cubicBezTo>
                <a:close/>
                <a:moveTo>
                  <a:pt x="150186" y="5734"/>
                </a:moveTo>
                <a:lnTo>
                  <a:pt x="150186" y="5734"/>
                </a:lnTo>
                <a:cubicBezTo>
                  <a:pt x="150176" y="6055"/>
                  <a:pt x="150151" y="6460"/>
                  <a:pt x="150130" y="6913"/>
                </a:cubicBezTo>
                <a:lnTo>
                  <a:pt x="150106" y="6913"/>
                </a:lnTo>
                <a:lnTo>
                  <a:pt x="150127" y="6938"/>
                </a:lnTo>
                <a:cubicBezTo>
                  <a:pt x="150127" y="6962"/>
                  <a:pt x="150127" y="6987"/>
                  <a:pt x="150123" y="7008"/>
                </a:cubicBezTo>
                <a:cubicBezTo>
                  <a:pt x="150043" y="6844"/>
                  <a:pt x="149959" y="6687"/>
                  <a:pt x="149879" y="6530"/>
                </a:cubicBezTo>
                <a:cubicBezTo>
                  <a:pt x="149872" y="6509"/>
                  <a:pt x="149872" y="6481"/>
                  <a:pt x="149869" y="6457"/>
                </a:cubicBezTo>
                <a:cubicBezTo>
                  <a:pt x="149984" y="6191"/>
                  <a:pt x="150092" y="5951"/>
                  <a:pt x="150186" y="5734"/>
                </a:cubicBezTo>
                <a:close/>
                <a:moveTo>
                  <a:pt x="189402" y="5738"/>
                </a:moveTo>
                <a:lnTo>
                  <a:pt x="189402" y="5738"/>
                </a:lnTo>
                <a:cubicBezTo>
                  <a:pt x="189388" y="6055"/>
                  <a:pt x="189371" y="6460"/>
                  <a:pt x="189347" y="6913"/>
                </a:cubicBezTo>
                <a:lnTo>
                  <a:pt x="189326" y="6913"/>
                </a:lnTo>
                <a:lnTo>
                  <a:pt x="189347" y="6941"/>
                </a:lnTo>
                <a:cubicBezTo>
                  <a:pt x="189347" y="6962"/>
                  <a:pt x="189340" y="6983"/>
                  <a:pt x="189340" y="7008"/>
                </a:cubicBezTo>
                <a:cubicBezTo>
                  <a:pt x="189263" y="6844"/>
                  <a:pt x="189179" y="6687"/>
                  <a:pt x="189092" y="6530"/>
                </a:cubicBezTo>
                <a:cubicBezTo>
                  <a:pt x="189092" y="6505"/>
                  <a:pt x="189092" y="6481"/>
                  <a:pt x="189089" y="6457"/>
                </a:cubicBezTo>
                <a:cubicBezTo>
                  <a:pt x="189200" y="6191"/>
                  <a:pt x="189308" y="5951"/>
                  <a:pt x="189402" y="5738"/>
                </a:cubicBezTo>
                <a:close/>
                <a:moveTo>
                  <a:pt x="228622" y="5734"/>
                </a:moveTo>
                <a:lnTo>
                  <a:pt x="228622" y="5734"/>
                </a:lnTo>
                <a:cubicBezTo>
                  <a:pt x="228608" y="6055"/>
                  <a:pt x="228591" y="6460"/>
                  <a:pt x="228563" y="6913"/>
                </a:cubicBezTo>
                <a:lnTo>
                  <a:pt x="228539" y="6913"/>
                </a:lnTo>
                <a:lnTo>
                  <a:pt x="228563" y="6938"/>
                </a:lnTo>
                <a:cubicBezTo>
                  <a:pt x="228560" y="6962"/>
                  <a:pt x="228560" y="6987"/>
                  <a:pt x="228560" y="7008"/>
                </a:cubicBezTo>
                <a:cubicBezTo>
                  <a:pt x="228483" y="6844"/>
                  <a:pt x="228399" y="6687"/>
                  <a:pt x="228312" y="6530"/>
                </a:cubicBezTo>
                <a:cubicBezTo>
                  <a:pt x="228312" y="6509"/>
                  <a:pt x="228308" y="6481"/>
                  <a:pt x="228308" y="6457"/>
                </a:cubicBezTo>
                <a:cubicBezTo>
                  <a:pt x="228420" y="6191"/>
                  <a:pt x="228525" y="5951"/>
                  <a:pt x="228622" y="5734"/>
                </a:cubicBezTo>
                <a:close/>
                <a:moveTo>
                  <a:pt x="267915" y="5738"/>
                </a:moveTo>
                <a:cubicBezTo>
                  <a:pt x="267898" y="6055"/>
                  <a:pt x="267881" y="6460"/>
                  <a:pt x="267853" y="6913"/>
                </a:cubicBezTo>
                <a:lnTo>
                  <a:pt x="267832" y="6913"/>
                </a:lnTo>
                <a:lnTo>
                  <a:pt x="267853" y="6941"/>
                </a:lnTo>
                <a:cubicBezTo>
                  <a:pt x="267853" y="6962"/>
                  <a:pt x="267853" y="6987"/>
                  <a:pt x="267849" y="7008"/>
                </a:cubicBezTo>
                <a:cubicBezTo>
                  <a:pt x="267769" y="6844"/>
                  <a:pt x="267689" y="6687"/>
                  <a:pt x="267602" y="6530"/>
                </a:cubicBezTo>
                <a:cubicBezTo>
                  <a:pt x="267602" y="6505"/>
                  <a:pt x="267602" y="6481"/>
                  <a:pt x="267595" y="6457"/>
                </a:cubicBezTo>
                <a:cubicBezTo>
                  <a:pt x="267710" y="6191"/>
                  <a:pt x="267814" y="5947"/>
                  <a:pt x="267915" y="5738"/>
                </a:cubicBezTo>
                <a:close/>
                <a:moveTo>
                  <a:pt x="34787" y="7015"/>
                </a:moveTo>
                <a:cubicBezTo>
                  <a:pt x="34794" y="7056"/>
                  <a:pt x="34797" y="7105"/>
                  <a:pt x="34804" y="7147"/>
                </a:cubicBezTo>
                <a:cubicBezTo>
                  <a:pt x="34797" y="7168"/>
                  <a:pt x="34794" y="7186"/>
                  <a:pt x="34787" y="7199"/>
                </a:cubicBezTo>
                <a:cubicBezTo>
                  <a:pt x="34787" y="7140"/>
                  <a:pt x="34790" y="7074"/>
                  <a:pt x="34787" y="7015"/>
                </a:cubicBezTo>
                <a:close/>
                <a:moveTo>
                  <a:pt x="74003" y="7015"/>
                </a:moveTo>
                <a:cubicBezTo>
                  <a:pt x="74010" y="7056"/>
                  <a:pt x="74017" y="7105"/>
                  <a:pt x="74020" y="7147"/>
                </a:cubicBezTo>
                <a:lnTo>
                  <a:pt x="74003" y="7199"/>
                </a:lnTo>
                <a:lnTo>
                  <a:pt x="74003" y="7015"/>
                </a:lnTo>
                <a:close/>
                <a:moveTo>
                  <a:pt x="113223" y="7015"/>
                </a:moveTo>
                <a:cubicBezTo>
                  <a:pt x="113226" y="7056"/>
                  <a:pt x="113230" y="7105"/>
                  <a:pt x="113240" y="7147"/>
                </a:cubicBezTo>
                <a:cubicBezTo>
                  <a:pt x="113233" y="7165"/>
                  <a:pt x="113226" y="7182"/>
                  <a:pt x="113223" y="7199"/>
                </a:cubicBezTo>
                <a:lnTo>
                  <a:pt x="113223" y="7015"/>
                </a:lnTo>
                <a:close/>
                <a:moveTo>
                  <a:pt x="152568" y="7015"/>
                </a:moveTo>
                <a:lnTo>
                  <a:pt x="152582" y="7147"/>
                </a:lnTo>
                <a:cubicBezTo>
                  <a:pt x="152579" y="7168"/>
                  <a:pt x="152572" y="7186"/>
                  <a:pt x="152565" y="7199"/>
                </a:cubicBezTo>
                <a:cubicBezTo>
                  <a:pt x="152565" y="7140"/>
                  <a:pt x="152568" y="7074"/>
                  <a:pt x="152568" y="7015"/>
                </a:cubicBezTo>
                <a:close/>
                <a:moveTo>
                  <a:pt x="191781" y="7015"/>
                </a:moveTo>
                <a:cubicBezTo>
                  <a:pt x="191792" y="7056"/>
                  <a:pt x="191795" y="7105"/>
                  <a:pt x="191799" y="7147"/>
                </a:cubicBezTo>
                <a:cubicBezTo>
                  <a:pt x="191806" y="7192"/>
                  <a:pt x="191788" y="7182"/>
                  <a:pt x="191781" y="7199"/>
                </a:cubicBezTo>
                <a:lnTo>
                  <a:pt x="191781" y="7015"/>
                </a:lnTo>
                <a:close/>
                <a:moveTo>
                  <a:pt x="231001" y="7015"/>
                </a:moveTo>
                <a:cubicBezTo>
                  <a:pt x="231008" y="7056"/>
                  <a:pt x="231015" y="7105"/>
                  <a:pt x="231019" y="7147"/>
                </a:cubicBezTo>
                <a:cubicBezTo>
                  <a:pt x="231012" y="7165"/>
                  <a:pt x="231005" y="7182"/>
                  <a:pt x="231001" y="7199"/>
                </a:cubicBezTo>
                <a:lnTo>
                  <a:pt x="231001" y="7015"/>
                </a:lnTo>
                <a:close/>
                <a:moveTo>
                  <a:pt x="270291" y="7015"/>
                </a:moveTo>
                <a:cubicBezTo>
                  <a:pt x="270301" y="7056"/>
                  <a:pt x="270305" y="7105"/>
                  <a:pt x="270308" y="7151"/>
                </a:cubicBezTo>
                <a:lnTo>
                  <a:pt x="270291" y="7206"/>
                </a:lnTo>
                <a:lnTo>
                  <a:pt x="270291" y="7015"/>
                </a:lnTo>
                <a:close/>
                <a:moveTo>
                  <a:pt x="28267" y="6655"/>
                </a:moveTo>
                <a:lnTo>
                  <a:pt x="28267" y="6655"/>
                </a:lnTo>
                <a:cubicBezTo>
                  <a:pt x="28212" y="6837"/>
                  <a:pt x="28163" y="7029"/>
                  <a:pt x="28114" y="7227"/>
                </a:cubicBezTo>
                <a:cubicBezTo>
                  <a:pt x="28110" y="7133"/>
                  <a:pt x="28103" y="7036"/>
                  <a:pt x="28096" y="6945"/>
                </a:cubicBezTo>
                <a:cubicBezTo>
                  <a:pt x="28145" y="6844"/>
                  <a:pt x="28205" y="6749"/>
                  <a:pt x="28267" y="6655"/>
                </a:cubicBezTo>
                <a:close/>
                <a:moveTo>
                  <a:pt x="67480" y="6655"/>
                </a:moveTo>
                <a:cubicBezTo>
                  <a:pt x="67428" y="6833"/>
                  <a:pt x="67376" y="7025"/>
                  <a:pt x="67334" y="7227"/>
                </a:cubicBezTo>
                <a:cubicBezTo>
                  <a:pt x="67330" y="7130"/>
                  <a:pt x="67323" y="7036"/>
                  <a:pt x="67316" y="6945"/>
                </a:cubicBezTo>
                <a:cubicBezTo>
                  <a:pt x="67386" y="6809"/>
                  <a:pt x="67442" y="6718"/>
                  <a:pt x="67480" y="6655"/>
                </a:cubicBezTo>
                <a:close/>
                <a:moveTo>
                  <a:pt x="106700" y="6655"/>
                </a:moveTo>
                <a:lnTo>
                  <a:pt x="106700" y="6655"/>
                </a:lnTo>
                <a:cubicBezTo>
                  <a:pt x="106648" y="6833"/>
                  <a:pt x="106596" y="7025"/>
                  <a:pt x="106554" y="7227"/>
                </a:cubicBezTo>
                <a:cubicBezTo>
                  <a:pt x="106547" y="7130"/>
                  <a:pt x="106540" y="7036"/>
                  <a:pt x="106536" y="6945"/>
                </a:cubicBezTo>
                <a:cubicBezTo>
                  <a:pt x="106582" y="6844"/>
                  <a:pt x="106637" y="6749"/>
                  <a:pt x="106700" y="6655"/>
                </a:cubicBezTo>
                <a:close/>
                <a:moveTo>
                  <a:pt x="146046" y="6655"/>
                </a:moveTo>
                <a:lnTo>
                  <a:pt x="146046" y="6655"/>
                </a:lnTo>
                <a:cubicBezTo>
                  <a:pt x="145990" y="6833"/>
                  <a:pt x="145941" y="7025"/>
                  <a:pt x="145892" y="7227"/>
                </a:cubicBezTo>
                <a:cubicBezTo>
                  <a:pt x="145889" y="7126"/>
                  <a:pt x="145885" y="7036"/>
                  <a:pt x="145882" y="6945"/>
                </a:cubicBezTo>
                <a:cubicBezTo>
                  <a:pt x="145927" y="6844"/>
                  <a:pt x="145983" y="6746"/>
                  <a:pt x="146046" y="6655"/>
                </a:cubicBezTo>
                <a:close/>
                <a:moveTo>
                  <a:pt x="185266" y="6659"/>
                </a:moveTo>
                <a:lnTo>
                  <a:pt x="185266" y="6659"/>
                </a:lnTo>
                <a:cubicBezTo>
                  <a:pt x="185206" y="6833"/>
                  <a:pt x="185161" y="7029"/>
                  <a:pt x="185112" y="7227"/>
                </a:cubicBezTo>
                <a:cubicBezTo>
                  <a:pt x="185109" y="7133"/>
                  <a:pt x="185102" y="7036"/>
                  <a:pt x="185095" y="6945"/>
                </a:cubicBezTo>
                <a:cubicBezTo>
                  <a:pt x="185143" y="6847"/>
                  <a:pt x="185203" y="6749"/>
                  <a:pt x="185266" y="6659"/>
                </a:cubicBezTo>
                <a:close/>
                <a:moveTo>
                  <a:pt x="224478" y="6655"/>
                </a:moveTo>
                <a:cubicBezTo>
                  <a:pt x="224426" y="6833"/>
                  <a:pt x="224374" y="7025"/>
                  <a:pt x="224332" y="7227"/>
                </a:cubicBezTo>
                <a:cubicBezTo>
                  <a:pt x="224325" y="7130"/>
                  <a:pt x="224322" y="7036"/>
                  <a:pt x="224315" y="6945"/>
                </a:cubicBezTo>
                <a:cubicBezTo>
                  <a:pt x="224384" y="6809"/>
                  <a:pt x="224440" y="6718"/>
                  <a:pt x="224478" y="6655"/>
                </a:cubicBezTo>
                <a:close/>
                <a:moveTo>
                  <a:pt x="263772" y="6655"/>
                </a:moveTo>
                <a:lnTo>
                  <a:pt x="263772" y="6655"/>
                </a:lnTo>
                <a:cubicBezTo>
                  <a:pt x="263716" y="6833"/>
                  <a:pt x="263667" y="7029"/>
                  <a:pt x="263618" y="7227"/>
                </a:cubicBezTo>
                <a:cubicBezTo>
                  <a:pt x="263615" y="7133"/>
                  <a:pt x="263611" y="7036"/>
                  <a:pt x="263601" y="6945"/>
                </a:cubicBezTo>
                <a:cubicBezTo>
                  <a:pt x="263653" y="6844"/>
                  <a:pt x="263709" y="6749"/>
                  <a:pt x="263772" y="6655"/>
                </a:cubicBezTo>
                <a:close/>
                <a:moveTo>
                  <a:pt x="24692" y="3994"/>
                </a:moveTo>
                <a:lnTo>
                  <a:pt x="24692" y="3994"/>
                </a:lnTo>
                <a:cubicBezTo>
                  <a:pt x="24996" y="4831"/>
                  <a:pt x="25309" y="5783"/>
                  <a:pt x="25606" y="6847"/>
                </a:cubicBezTo>
                <a:cubicBezTo>
                  <a:pt x="25585" y="7018"/>
                  <a:pt x="25564" y="7186"/>
                  <a:pt x="25540" y="7346"/>
                </a:cubicBezTo>
                <a:cubicBezTo>
                  <a:pt x="25341" y="6966"/>
                  <a:pt x="25118" y="6603"/>
                  <a:pt x="24866" y="6254"/>
                </a:cubicBezTo>
                <a:cubicBezTo>
                  <a:pt x="24797" y="5511"/>
                  <a:pt x="24741" y="4730"/>
                  <a:pt x="24692" y="3994"/>
                </a:cubicBezTo>
                <a:close/>
                <a:moveTo>
                  <a:pt x="63912" y="3990"/>
                </a:moveTo>
                <a:cubicBezTo>
                  <a:pt x="64215" y="4831"/>
                  <a:pt x="64529" y="5790"/>
                  <a:pt x="64826" y="6847"/>
                </a:cubicBezTo>
                <a:cubicBezTo>
                  <a:pt x="64798" y="7018"/>
                  <a:pt x="64777" y="7186"/>
                  <a:pt x="64760" y="7346"/>
                </a:cubicBezTo>
                <a:cubicBezTo>
                  <a:pt x="64561" y="6966"/>
                  <a:pt x="64334" y="6603"/>
                  <a:pt x="64086" y="6254"/>
                </a:cubicBezTo>
                <a:cubicBezTo>
                  <a:pt x="64017" y="5508"/>
                  <a:pt x="63957" y="4730"/>
                  <a:pt x="63912" y="3990"/>
                </a:cubicBezTo>
                <a:close/>
                <a:moveTo>
                  <a:pt x="142474" y="3990"/>
                </a:moveTo>
                <a:lnTo>
                  <a:pt x="142474" y="3990"/>
                </a:lnTo>
                <a:cubicBezTo>
                  <a:pt x="142777" y="4831"/>
                  <a:pt x="143091" y="5790"/>
                  <a:pt x="143388" y="6847"/>
                </a:cubicBezTo>
                <a:cubicBezTo>
                  <a:pt x="143367" y="7018"/>
                  <a:pt x="143342" y="7186"/>
                  <a:pt x="143321" y="7346"/>
                </a:cubicBezTo>
                <a:cubicBezTo>
                  <a:pt x="143123" y="6966"/>
                  <a:pt x="142896" y="6603"/>
                  <a:pt x="142645" y="6254"/>
                </a:cubicBezTo>
                <a:cubicBezTo>
                  <a:pt x="142579" y="5508"/>
                  <a:pt x="142519" y="4730"/>
                  <a:pt x="142474" y="3990"/>
                </a:cubicBezTo>
                <a:close/>
                <a:moveTo>
                  <a:pt x="181690" y="3994"/>
                </a:moveTo>
                <a:cubicBezTo>
                  <a:pt x="181994" y="4831"/>
                  <a:pt x="182308" y="5783"/>
                  <a:pt x="182604" y="6847"/>
                </a:cubicBezTo>
                <a:cubicBezTo>
                  <a:pt x="182583" y="7018"/>
                  <a:pt x="182562" y="7186"/>
                  <a:pt x="182538" y="7346"/>
                </a:cubicBezTo>
                <a:cubicBezTo>
                  <a:pt x="182339" y="6966"/>
                  <a:pt x="182112" y="6603"/>
                  <a:pt x="181865" y="6254"/>
                </a:cubicBezTo>
                <a:cubicBezTo>
                  <a:pt x="181795" y="5511"/>
                  <a:pt x="181739" y="4730"/>
                  <a:pt x="181690" y="3994"/>
                </a:cubicBezTo>
                <a:close/>
                <a:moveTo>
                  <a:pt x="220907" y="3990"/>
                </a:moveTo>
                <a:lnTo>
                  <a:pt x="220907" y="3990"/>
                </a:lnTo>
                <a:cubicBezTo>
                  <a:pt x="221214" y="4831"/>
                  <a:pt x="221528" y="5783"/>
                  <a:pt x="221824" y="6847"/>
                </a:cubicBezTo>
                <a:cubicBezTo>
                  <a:pt x="221796" y="7018"/>
                  <a:pt x="221775" y="7186"/>
                  <a:pt x="221758" y="7346"/>
                </a:cubicBezTo>
                <a:cubicBezTo>
                  <a:pt x="221559" y="6966"/>
                  <a:pt x="221332" y="6603"/>
                  <a:pt x="221081" y="6254"/>
                </a:cubicBezTo>
                <a:cubicBezTo>
                  <a:pt x="221011" y="5508"/>
                  <a:pt x="220956" y="4730"/>
                  <a:pt x="220907" y="3990"/>
                </a:cubicBezTo>
                <a:close/>
                <a:moveTo>
                  <a:pt x="260196" y="3994"/>
                </a:moveTo>
                <a:lnTo>
                  <a:pt x="260196" y="3994"/>
                </a:lnTo>
                <a:cubicBezTo>
                  <a:pt x="260503" y="4831"/>
                  <a:pt x="260817" y="5783"/>
                  <a:pt x="261114" y="6847"/>
                </a:cubicBezTo>
                <a:cubicBezTo>
                  <a:pt x="261093" y="7018"/>
                  <a:pt x="261072" y="7186"/>
                  <a:pt x="261047" y="7346"/>
                </a:cubicBezTo>
                <a:cubicBezTo>
                  <a:pt x="260849" y="6966"/>
                  <a:pt x="260622" y="6603"/>
                  <a:pt x="260371" y="6254"/>
                </a:cubicBezTo>
                <a:cubicBezTo>
                  <a:pt x="260301" y="5511"/>
                  <a:pt x="260245" y="4730"/>
                  <a:pt x="260196" y="3994"/>
                </a:cubicBezTo>
                <a:close/>
                <a:moveTo>
                  <a:pt x="103128" y="3990"/>
                </a:moveTo>
                <a:cubicBezTo>
                  <a:pt x="103435" y="4831"/>
                  <a:pt x="103749" y="5783"/>
                  <a:pt x="104046" y="6847"/>
                </a:cubicBezTo>
                <a:cubicBezTo>
                  <a:pt x="104018" y="7018"/>
                  <a:pt x="103997" y="7182"/>
                  <a:pt x="103976" y="7349"/>
                </a:cubicBezTo>
                <a:cubicBezTo>
                  <a:pt x="103777" y="6969"/>
                  <a:pt x="103554" y="6603"/>
                  <a:pt x="103303" y="6254"/>
                </a:cubicBezTo>
                <a:cubicBezTo>
                  <a:pt x="103233" y="5515"/>
                  <a:pt x="103177" y="4733"/>
                  <a:pt x="103128" y="3990"/>
                </a:cubicBezTo>
                <a:close/>
                <a:moveTo>
                  <a:pt x="206037" y="7370"/>
                </a:moveTo>
                <a:lnTo>
                  <a:pt x="206039" y="7372"/>
                </a:lnTo>
                <a:lnTo>
                  <a:pt x="206039" y="7372"/>
                </a:lnTo>
                <a:cubicBezTo>
                  <a:pt x="206038" y="7372"/>
                  <a:pt x="206038" y="7371"/>
                  <a:pt x="206037" y="7370"/>
                </a:cubicBezTo>
                <a:close/>
                <a:moveTo>
                  <a:pt x="83337" y="7360"/>
                </a:moveTo>
                <a:lnTo>
                  <a:pt x="83337" y="7360"/>
                </a:lnTo>
                <a:cubicBezTo>
                  <a:pt x="83342" y="7365"/>
                  <a:pt x="83348" y="7371"/>
                  <a:pt x="83353" y="7376"/>
                </a:cubicBezTo>
                <a:lnTo>
                  <a:pt x="83353" y="7376"/>
                </a:lnTo>
                <a:cubicBezTo>
                  <a:pt x="83347" y="7369"/>
                  <a:pt x="83341" y="7364"/>
                  <a:pt x="83337" y="7360"/>
                </a:cubicBezTo>
                <a:close/>
                <a:moveTo>
                  <a:pt x="161902" y="7367"/>
                </a:moveTo>
                <a:lnTo>
                  <a:pt x="161902" y="7367"/>
                </a:lnTo>
                <a:cubicBezTo>
                  <a:pt x="161906" y="7371"/>
                  <a:pt x="161910" y="7375"/>
                  <a:pt x="161914" y="7379"/>
                </a:cubicBezTo>
                <a:lnTo>
                  <a:pt x="161914" y="7379"/>
                </a:lnTo>
                <a:cubicBezTo>
                  <a:pt x="161910" y="7374"/>
                  <a:pt x="161906" y="7370"/>
                  <a:pt x="161902" y="7367"/>
                </a:cubicBezTo>
                <a:close/>
                <a:moveTo>
                  <a:pt x="201112" y="7370"/>
                </a:moveTo>
                <a:lnTo>
                  <a:pt x="201112" y="7370"/>
                </a:lnTo>
                <a:cubicBezTo>
                  <a:pt x="201115" y="7374"/>
                  <a:pt x="201118" y="7377"/>
                  <a:pt x="201121" y="7380"/>
                </a:cubicBezTo>
                <a:lnTo>
                  <a:pt x="201121" y="7380"/>
                </a:lnTo>
                <a:cubicBezTo>
                  <a:pt x="201118" y="7376"/>
                  <a:pt x="201115" y="7373"/>
                  <a:pt x="201112" y="7370"/>
                </a:cubicBezTo>
                <a:close/>
                <a:moveTo>
                  <a:pt x="166821" y="7367"/>
                </a:moveTo>
                <a:cubicBezTo>
                  <a:pt x="166824" y="7371"/>
                  <a:pt x="166828" y="7375"/>
                  <a:pt x="166832" y="7380"/>
                </a:cubicBezTo>
                <a:lnTo>
                  <a:pt x="166832" y="7380"/>
                </a:lnTo>
                <a:cubicBezTo>
                  <a:pt x="166829" y="7376"/>
                  <a:pt x="166825" y="7371"/>
                  <a:pt x="166821" y="7367"/>
                </a:cubicBezTo>
                <a:close/>
                <a:moveTo>
                  <a:pt x="122683" y="7363"/>
                </a:moveTo>
                <a:lnTo>
                  <a:pt x="122683" y="7363"/>
                </a:lnTo>
                <a:cubicBezTo>
                  <a:pt x="122688" y="7369"/>
                  <a:pt x="122694" y="7375"/>
                  <a:pt x="122699" y="7380"/>
                </a:cubicBezTo>
                <a:lnTo>
                  <a:pt x="122699" y="7380"/>
                </a:lnTo>
                <a:cubicBezTo>
                  <a:pt x="122693" y="7373"/>
                  <a:pt x="122687" y="7367"/>
                  <a:pt x="122683" y="7363"/>
                </a:cubicBezTo>
                <a:close/>
                <a:moveTo>
                  <a:pt x="4901" y="7377"/>
                </a:moveTo>
                <a:lnTo>
                  <a:pt x="4901" y="7377"/>
                </a:lnTo>
                <a:cubicBezTo>
                  <a:pt x="4903" y="7380"/>
                  <a:pt x="4905" y="7382"/>
                  <a:pt x="4907" y="7384"/>
                </a:cubicBezTo>
                <a:lnTo>
                  <a:pt x="4907" y="7384"/>
                </a:lnTo>
                <a:cubicBezTo>
                  <a:pt x="4905" y="7381"/>
                  <a:pt x="4903" y="7379"/>
                  <a:pt x="4901" y="7377"/>
                </a:cubicBezTo>
                <a:close/>
                <a:moveTo>
                  <a:pt x="44117" y="7377"/>
                </a:moveTo>
                <a:cubicBezTo>
                  <a:pt x="44120" y="7380"/>
                  <a:pt x="44122" y="7382"/>
                  <a:pt x="44124" y="7385"/>
                </a:cubicBezTo>
                <a:lnTo>
                  <a:pt x="44124" y="7385"/>
                </a:lnTo>
                <a:cubicBezTo>
                  <a:pt x="44122" y="7382"/>
                  <a:pt x="44119" y="7379"/>
                  <a:pt x="44117" y="7377"/>
                </a:cubicBezTo>
                <a:close/>
                <a:moveTo>
                  <a:pt x="49039" y="7377"/>
                </a:moveTo>
                <a:cubicBezTo>
                  <a:pt x="49041" y="7380"/>
                  <a:pt x="49043" y="7383"/>
                  <a:pt x="49046" y="7386"/>
                </a:cubicBezTo>
                <a:lnTo>
                  <a:pt x="49046" y="7386"/>
                </a:lnTo>
                <a:cubicBezTo>
                  <a:pt x="49044" y="7383"/>
                  <a:pt x="49041" y="7380"/>
                  <a:pt x="49039" y="7377"/>
                </a:cubicBezTo>
                <a:close/>
                <a:moveTo>
                  <a:pt x="9819" y="7377"/>
                </a:moveTo>
                <a:lnTo>
                  <a:pt x="9819" y="7377"/>
                </a:lnTo>
                <a:cubicBezTo>
                  <a:pt x="9821" y="7380"/>
                  <a:pt x="9823" y="7383"/>
                  <a:pt x="9826" y="7386"/>
                </a:cubicBezTo>
                <a:lnTo>
                  <a:pt x="9826" y="7386"/>
                </a:lnTo>
                <a:cubicBezTo>
                  <a:pt x="9824" y="7383"/>
                  <a:pt x="9821" y="7380"/>
                  <a:pt x="9819" y="7377"/>
                </a:cubicBezTo>
                <a:close/>
                <a:moveTo>
                  <a:pt x="18169" y="6725"/>
                </a:moveTo>
                <a:cubicBezTo>
                  <a:pt x="18208" y="6889"/>
                  <a:pt x="18253" y="7084"/>
                  <a:pt x="18291" y="7311"/>
                </a:cubicBezTo>
                <a:lnTo>
                  <a:pt x="18211" y="7388"/>
                </a:lnTo>
                <a:cubicBezTo>
                  <a:pt x="18208" y="7154"/>
                  <a:pt x="18190" y="6931"/>
                  <a:pt x="18169" y="6725"/>
                </a:cubicBezTo>
                <a:close/>
                <a:moveTo>
                  <a:pt x="57382" y="6725"/>
                </a:moveTo>
                <a:lnTo>
                  <a:pt x="57382" y="6725"/>
                </a:lnTo>
                <a:cubicBezTo>
                  <a:pt x="57428" y="6889"/>
                  <a:pt x="57470" y="7084"/>
                  <a:pt x="57511" y="7311"/>
                </a:cubicBezTo>
                <a:lnTo>
                  <a:pt x="57431" y="7388"/>
                </a:lnTo>
                <a:cubicBezTo>
                  <a:pt x="57424" y="7154"/>
                  <a:pt x="57410" y="6931"/>
                  <a:pt x="57382" y="6725"/>
                </a:cubicBezTo>
                <a:close/>
                <a:moveTo>
                  <a:pt x="96602" y="6725"/>
                </a:moveTo>
                <a:cubicBezTo>
                  <a:pt x="96648" y="6889"/>
                  <a:pt x="96689" y="7084"/>
                  <a:pt x="96728" y="7311"/>
                </a:cubicBezTo>
                <a:lnTo>
                  <a:pt x="96651" y="7388"/>
                </a:lnTo>
                <a:cubicBezTo>
                  <a:pt x="96641" y="7154"/>
                  <a:pt x="96623" y="6931"/>
                  <a:pt x="96602" y="6725"/>
                </a:cubicBezTo>
                <a:close/>
                <a:moveTo>
                  <a:pt x="135948" y="6725"/>
                </a:moveTo>
                <a:lnTo>
                  <a:pt x="135948" y="6725"/>
                </a:lnTo>
                <a:cubicBezTo>
                  <a:pt x="135993" y="6889"/>
                  <a:pt x="136031" y="7084"/>
                  <a:pt x="136070" y="7311"/>
                </a:cubicBezTo>
                <a:lnTo>
                  <a:pt x="135997" y="7388"/>
                </a:lnTo>
                <a:cubicBezTo>
                  <a:pt x="135986" y="7154"/>
                  <a:pt x="135969" y="6931"/>
                  <a:pt x="135948" y="6725"/>
                </a:cubicBezTo>
                <a:close/>
                <a:moveTo>
                  <a:pt x="175168" y="6725"/>
                </a:moveTo>
                <a:cubicBezTo>
                  <a:pt x="175206" y="6889"/>
                  <a:pt x="175251" y="7084"/>
                  <a:pt x="175290" y="7311"/>
                </a:cubicBezTo>
                <a:lnTo>
                  <a:pt x="175209" y="7388"/>
                </a:lnTo>
                <a:cubicBezTo>
                  <a:pt x="175202" y="7154"/>
                  <a:pt x="175189" y="6931"/>
                  <a:pt x="175168" y="6725"/>
                </a:cubicBezTo>
                <a:close/>
                <a:moveTo>
                  <a:pt x="214381" y="6725"/>
                </a:moveTo>
                <a:cubicBezTo>
                  <a:pt x="214426" y="6889"/>
                  <a:pt x="214468" y="7084"/>
                  <a:pt x="214506" y="7311"/>
                </a:cubicBezTo>
                <a:lnTo>
                  <a:pt x="214429" y="7388"/>
                </a:lnTo>
                <a:cubicBezTo>
                  <a:pt x="214419" y="7154"/>
                  <a:pt x="214408" y="6931"/>
                  <a:pt x="214381" y="6725"/>
                </a:cubicBezTo>
                <a:close/>
                <a:moveTo>
                  <a:pt x="253674" y="6725"/>
                </a:moveTo>
                <a:lnTo>
                  <a:pt x="253674" y="6725"/>
                </a:lnTo>
                <a:cubicBezTo>
                  <a:pt x="253716" y="6893"/>
                  <a:pt x="253757" y="7084"/>
                  <a:pt x="253796" y="7311"/>
                </a:cubicBezTo>
                <a:lnTo>
                  <a:pt x="253719" y="7388"/>
                </a:lnTo>
                <a:cubicBezTo>
                  <a:pt x="253712" y="7154"/>
                  <a:pt x="253695" y="6934"/>
                  <a:pt x="253674" y="6725"/>
                </a:cubicBezTo>
                <a:close/>
                <a:moveTo>
                  <a:pt x="33947" y="7373"/>
                </a:moveTo>
                <a:lnTo>
                  <a:pt x="33947" y="7373"/>
                </a:lnTo>
                <a:cubicBezTo>
                  <a:pt x="33947" y="7373"/>
                  <a:pt x="33945" y="7374"/>
                  <a:pt x="33942" y="7377"/>
                </a:cubicBezTo>
                <a:cubicBezTo>
                  <a:pt x="33939" y="7381"/>
                  <a:pt x="33935" y="7385"/>
                  <a:pt x="33930" y="7391"/>
                </a:cubicBezTo>
                <a:lnTo>
                  <a:pt x="33930" y="7391"/>
                </a:lnTo>
                <a:cubicBezTo>
                  <a:pt x="33941" y="7379"/>
                  <a:pt x="33947" y="7373"/>
                  <a:pt x="33947" y="7373"/>
                </a:cubicBezTo>
                <a:close/>
                <a:moveTo>
                  <a:pt x="240405" y="7377"/>
                </a:moveTo>
                <a:cubicBezTo>
                  <a:pt x="240409" y="7382"/>
                  <a:pt x="240413" y="7386"/>
                  <a:pt x="240418" y="7391"/>
                </a:cubicBezTo>
                <a:lnTo>
                  <a:pt x="240418" y="7391"/>
                </a:lnTo>
                <a:cubicBezTo>
                  <a:pt x="240413" y="7385"/>
                  <a:pt x="240409" y="7381"/>
                  <a:pt x="240405" y="7377"/>
                </a:cubicBezTo>
                <a:close/>
                <a:moveTo>
                  <a:pt x="245323" y="7377"/>
                </a:moveTo>
                <a:lnTo>
                  <a:pt x="245356" y="7413"/>
                </a:lnTo>
                <a:lnTo>
                  <a:pt x="245356" y="7413"/>
                </a:lnTo>
                <a:cubicBezTo>
                  <a:pt x="245347" y="7399"/>
                  <a:pt x="245335" y="7387"/>
                  <a:pt x="245323" y="7377"/>
                </a:cubicBezTo>
                <a:close/>
                <a:moveTo>
                  <a:pt x="53315" y="6865"/>
                </a:moveTo>
                <a:lnTo>
                  <a:pt x="53381" y="7489"/>
                </a:lnTo>
                <a:lnTo>
                  <a:pt x="53381" y="7489"/>
                </a:lnTo>
                <a:lnTo>
                  <a:pt x="53238" y="7280"/>
                </a:lnTo>
                <a:lnTo>
                  <a:pt x="53141" y="7144"/>
                </a:lnTo>
                <a:cubicBezTo>
                  <a:pt x="53141" y="7119"/>
                  <a:pt x="53141" y="7095"/>
                  <a:pt x="53137" y="7070"/>
                </a:cubicBezTo>
                <a:cubicBezTo>
                  <a:pt x="53197" y="6997"/>
                  <a:pt x="53256" y="6931"/>
                  <a:pt x="53315" y="6865"/>
                </a:cubicBezTo>
                <a:close/>
                <a:moveTo>
                  <a:pt x="92535" y="6865"/>
                </a:moveTo>
                <a:cubicBezTo>
                  <a:pt x="92553" y="7074"/>
                  <a:pt x="92573" y="7283"/>
                  <a:pt x="92594" y="7489"/>
                </a:cubicBezTo>
                <a:lnTo>
                  <a:pt x="92594" y="7489"/>
                </a:lnTo>
                <a:lnTo>
                  <a:pt x="92455" y="7280"/>
                </a:lnTo>
                <a:lnTo>
                  <a:pt x="92357" y="7144"/>
                </a:lnTo>
                <a:lnTo>
                  <a:pt x="92357" y="7070"/>
                </a:lnTo>
                <a:cubicBezTo>
                  <a:pt x="92413" y="6997"/>
                  <a:pt x="92472" y="6931"/>
                  <a:pt x="92535" y="6865"/>
                </a:cubicBezTo>
                <a:close/>
                <a:moveTo>
                  <a:pt x="131877" y="6865"/>
                </a:moveTo>
                <a:lnTo>
                  <a:pt x="131940" y="7489"/>
                </a:lnTo>
                <a:lnTo>
                  <a:pt x="131940" y="7489"/>
                </a:lnTo>
                <a:lnTo>
                  <a:pt x="131800" y="7280"/>
                </a:lnTo>
                <a:lnTo>
                  <a:pt x="131797" y="7280"/>
                </a:lnTo>
                <a:cubicBezTo>
                  <a:pt x="131765" y="7231"/>
                  <a:pt x="131731" y="7189"/>
                  <a:pt x="131703" y="7144"/>
                </a:cubicBezTo>
                <a:lnTo>
                  <a:pt x="131703" y="7070"/>
                </a:lnTo>
                <a:cubicBezTo>
                  <a:pt x="131759" y="6997"/>
                  <a:pt x="131818" y="6931"/>
                  <a:pt x="131877" y="6865"/>
                </a:cubicBezTo>
                <a:close/>
                <a:moveTo>
                  <a:pt x="171094" y="6865"/>
                </a:moveTo>
                <a:lnTo>
                  <a:pt x="171160" y="7489"/>
                </a:lnTo>
                <a:lnTo>
                  <a:pt x="171160" y="7489"/>
                </a:lnTo>
                <a:lnTo>
                  <a:pt x="171017" y="7280"/>
                </a:lnTo>
                <a:cubicBezTo>
                  <a:pt x="170985" y="7231"/>
                  <a:pt x="170951" y="7189"/>
                  <a:pt x="170919" y="7144"/>
                </a:cubicBezTo>
                <a:cubicBezTo>
                  <a:pt x="170919" y="7119"/>
                  <a:pt x="170919" y="7095"/>
                  <a:pt x="170916" y="7070"/>
                </a:cubicBezTo>
                <a:cubicBezTo>
                  <a:pt x="170975" y="6997"/>
                  <a:pt x="171034" y="6931"/>
                  <a:pt x="171094" y="6865"/>
                </a:cubicBezTo>
                <a:close/>
                <a:moveTo>
                  <a:pt x="210313" y="6865"/>
                </a:moveTo>
                <a:cubicBezTo>
                  <a:pt x="210331" y="7074"/>
                  <a:pt x="210352" y="7283"/>
                  <a:pt x="210380" y="7489"/>
                </a:cubicBezTo>
                <a:lnTo>
                  <a:pt x="210380" y="7489"/>
                </a:lnTo>
                <a:lnTo>
                  <a:pt x="210233" y="7280"/>
                </a:lnTo>
                <a:lnTo>
                  <a:pt x="210136" y="7144"/>
                </a:lnTo>
                <a:lnTo>
                  <a:pt x="210136" y="7070"/>
                </a:lnTo>
                <a:cubicBezTo>
                  <a:pt x="210191" y="6997"/>
                  <a:pt x="210251" y="6931"/>
                  <a:pt x="210313" y="6865"/>
                </a:cubicBezTo>
                <a:close/>
                <a:moveTo>
                  <a:pt x="14095" y="6865"/>
                </a:moveTo>
                <a:lnTo>
                  <a:pt x="14162" y="7489"/>
                </a:lnTo>
                <a:lnTo>
                  <a:pt x="14022" y="7280"/>
                </a:lnTo>
                <a:lnTo>
                  <a:pt x="14019" y="7280"/>
                </a:lnTo>
                <a:cubicBezTo>
                  <a:pt x="13987" y="7231"/>
                  <a:pt x="13952" y="7189"/>
                  <a:pt x="13921" y="7144"/>
                </a:cubicBezTo>
                <a:lnTo>
                  <a:pt x="13921" y="7070"/>
                </a:lnTo>
                <a:cubicBezTo>
                  <a:pt x="13980" y="6997"/>
                  <a:pt x="14039" y="6931"/>
                  <a:pt x="14095" y="6865"/>
                </a:cubicBezTo>
                <a:close/>
                <a:moveTo>
                  <a:pt x="249603" y="6865"/>
                </a:moveTo>
                <a:lnTo>
                  <a:pt x="249669" y="7489"/>
                </a:lnTo>
                <a:lnTo>
                  <a:pt x="249523" y="7280"/>
                </a:lnTo>
                <a:cubicBezTo>
                  <a:pt x="249495" y="7231"/>
                  <a:pt x="249460" y="7189"/>
                  <a:pt x="249429" y="7144"/>
                </a:cubicBezTo>
                <a:lnTo>
                  <a:pt x="249429" y="7070"/>
                </a:lnTo>
                <a:cubicBezTo>
                  <a:pt x="249485" y="6997"/>
                  <a:pt x="249547" y="6931"/>
                  <a:pt x="249603" y="6865"/>
                </a:cubicBezTo>
                <a:close/>
                <a:moveTo>
                  <a:pt x="22467" y="6017"/>
                </a:moveTo>
                <a:cubicBezTo>
                  <a:pt x="22526" y="6090"/>
                  <a:pt x="22575" y="6174"/>
                  <a:pt x="22631" y="6251"/>
                </a:cubicBezTo>
                <a:cubicBezTo>
                  <a:pt x="22631" y="6289"/>
                  <a:pt x="22624" y="6324"/>
                  <a:pt x="22624" y="6359"/>
                </a:cubicBezTo>
                <a:cubicBezTo>
                  <a:pt x="22456" y="6648"/>
                  <a:pt x="22292" y="6948"/>
                  <a:pt x="22146" y="7259"/>
                </a:cubicBezTo>
                <a:cubicBezTo>
                  <a:pt x="22031" y="7335"/>
                  <a:pt x="21902" y="7437"/>
                  <a:pt x="21752" y="7559"/>
                </a:cubicBezTo>
                <a:cubicBezTo>
                  <a:pt x="22128" y="6491"/>
                  <a:pt x="22376" y="6125"/>
                  <a:pt x="22467" y="6017"/>
                </a:cubicBezTo>
                <a:close/>
                <a:moveTo>
                  <a:pt x="61687" y="6014"/>
                </a:moveTo>
                <a:lnTo>
                  <a:pt x="61847" y="6251"/>
                </a:lnTo>
                <a:cubicBezTo>
                  <a:pt x="61844" y="6289"/>
                  <a:pt x="61844" y="6324"/>
                  <a:pt x="61840" y="6359"/>
                </a:cubicBezTo>
                <a:cubicBezTo>
                  <a:pt x="61673" y="6648"/>
                  <a:pt x="61512" y="6948"/>
                  <a:pt x="61366" y="7259"/>
                </a:cubicBezTo>
                <a:cubicBezTo>
                  <a:pt x="61251" y="7335"/>
                  <a:pt x="61122" y="7437"/>
                  <a:pt x="60972" y="7559"/>
                </a:cubicBezTo>
                <a:cubicBezTo>
                  <a:pt x="61341" y="6491"/>
                  <a:pt x="61596" y="6125"/>
                  <a:pt x="61687" y="6014"/>
                </a:cubicBezTo>
                <a:close/>
                <a:moveTo>
                  <a:pt x="100906" y="6014"/>
                </a:moveTo>
                <a:lnTo>
                  <a:pt x="101063" y="6251"/>
                </a:lnTo>
                <a:cubicBezTo>
                  <a:pt x="101063" y="6286"/>
                  <a:pt x="101063" y="6324"/>
                  <a:pt x="101060" y="6359"/>
                </a:cubicBezTo>
                <a:cubicBezTo>
                  <a:pt x="100889" y="6648"/>
                  <a:pt x="100732" y="6948"/>
                  <a:pt x="100579" y="7259"/>
                </a:cubicBezTo>
                <a:cubicBezTo>
                  <a:pt x="100470" y="7335"/>
                  <a:pt x="100338" y="7437"/>
                  <a:pt x="100191" y="7559"/>
                </a:cubicBezTo>
                <a:cubicBezTo>
                  <a:pt x="100561" y="6491"/>
                  <a:pt x="100816" y="6125"/>
                  <a:pt x="100906" y="6014"/>
                </a:cubicBezTo>
                <a:close/>
                <a:moveTo>
                  <a:pt x="140248" y="6014"/>
                </a:moveTo>
                <a:cubicBezTo>
                  <a:pt x="140304" y="6090"/>
                  <a:pt x="140357" y="6174"/>
                  <a:pt x="140409" y="6251"/>
                </a:cubicBezTo>
                <a:cubicBezTo>
                  <a:pt x="140409" y="6289"/>
                  <a:pt x="140405" y="6324"/>
                  <a:pt x="140405" y="6359"/>
                </a:cubicBezTo>
                <a:cubicBezTo>
                  <a:pt x="140235" y="6648"/>
                  <a:pt x="140074" y="6948"/>
                  <a:pt x="139924" y="7259"/>
                </a:cubicBezTo>
                <a:cubicBezTo>
                  <a:pt x="139816" y="7335"/>
                  <a:pt x="139680" y="7437"/>
                  <a:pt x="139533" y="7559"/>
                </a:cubicBezTo>
                <a:cubicBezTo>
                  <a:pt x="139907" y="6491"/>
                  <a:pt x="140154" y="6125"/>
                  <a:pt x="140248" y="6014"/>
                </a:cubicBezTo>
                <a:close/>
                <a:moveTo>
                  <a:pt x="179465" y="6017"/>
                </a:moveTo>
                <a:cubicBezTo>
                  <a:pt x="179521" y="6090"/>
                  <a:pt x="179577" y="6174"/>
                  <a:pt x="179625" y="6251"/>
                </a:cubicBezTo>
                <a:cubicBezTo>
                  <a:pt x="179622" y="6286"/>
                  <a:pt x="179622" y="6324"/>
                  <a:pt x="179622" y="6359"/>
                </a:cubicBezTo>
                <a:cubicBezTo>
                  <a:pt x="179451" y="6648"/>
                  <a:pt x="179291" y="6948"/>
                  <a:pt x="179144" y="7259"/>
                </a:cubicBezTo>
                <a:cubicBezTo>
                  <a:pt x="179029" y="7335"/>
                  <a:pt x="178900" y="7437"/>
                  <a:pt x="178750" y="7559"/>
                </a:cubicBezTo>
                <a:cubicBezTo>
                  <a:pt x="179127" y="6491"/>
                  <a:pt x="179374" y="6125"/>
                  <a:pt x="179465" y="6017"/>
                </a:cubicBezTo>
                <a:close/>
                <a:moveTo>
                  <a:pt x="218685" y="6014"/>
                </a:moveTo>
                <a:lnTo>
                  <a:pt x="218845" y="6251"/>
                </a:lnTo>
                <a:cubicBezTo>
                  <a:pt x="218842" y="6289"/>
                  <a:pt x="218842" y="6324"/>
                  <a:pt x="218838" y="6359"/>
                </a:cubicBezTo>
                <a:cubicBezTo>
                  <a:pt x="218671" y="6648"/>
                  <a:pt x="218510" y="6948"/>
                  <a:pt x="218357" y="7259"/>
                </a:cubicBezTo>
                <a:cubicBezTo>
                  <a:pt x="218249" y="7335"/>
                  <a:pt x="218116" y="7437"/>
                  <a:pt x="217970" y="7559"/>
                </a:cubicBezTo>
                <a:cubicBezTo>
                  <a:pt x="218339" y="6491"/>
                  <a:pt x="218594" y="6125"/>
                  <a:pt x="218685" y="6014"/>
                </a:cubicBezTo>
                <a:close/>
                <a:moveTo>
                  <a:pt x="257974" y="6017"/>
                </a:moveTo>
                <a:cubicBezTo>
                  <a:pt x="258030" y="6090"/>
                  <a:pt x="258083" y="6174"/>
                  <a:pt x="258135" y="6251"/>
                </a:cubicBezTo>
                <a:cubicBezTo>
                  <a:pt x="258131" y="6286"/>
                  <a:pt x="258131" y="6324"/>
                  <a:pt x="258131" y="6359"/>
                </a:cubicBezTo>
                <a:cubicBezTo>
                  <a:pt x="257961" y="6648"/>
                  <a:pt x="257800" y="6948"/>
                  <a:pt x="257650" y="7259"/>
                </a:cubicBezTo>
                <a:cubicBezTo>
                  <a:pt x="257538" y="7335"/>
                  <a:pt x="257406" y="7437"/>
                  <a:pt x="257259" y="7559"/>
                </a:cubicBezTo>
                <a:cubicBezTo>
                  <a:pt x="257633" y="6491"/>
                  <a:pt x="257880" y="6125"/>
                  <a:pt x="257974" y="6017"/>
                </a:cubicBezTo>
                <a:close/>
                <a:moveTo>
                  <a:pt x="12065" y="5414"/>
                </a:moveTo>
                <a:lnTo>
                  <a:pt x="12065" y="5414"/>
                </a:lnTo>
                <a:cubicBezTo>
                  <a:pt x="12264" y="5640"/>
                  <a:pt x="12449" y="5881"/>
                  <a:pt x="12623" y="6129"/>
                </a:cubicBezTo>
                <a:cubicBezTo>
                  <a:pt x="12728" y="6467"/>
                  <a:pt x="12840" y="6851"/>
                  <a:pt x="12962" y="7280"/>
                </a:cubicBezTo>
                <a:cubicBezTo>
                  <a:pt x="12899" y="7412"/>
                  <a:pt x="12836" y="7541"/>
                  <a:pt x="12780" y="7670"/>
                </a:cubicBezTo>
                <a:cubicBezTo>
                  <a:pt x="12578" y="7224"/>
                  <a:pt x="12355" y="6784"/>
                  <a:pt x="12107" y="6359"/>
                </a:cubicBezTo>
                <a:cubicBezTo>
                  <a:pt x="12086" y="5972"/>
                  <a:pt x="12072" y="5644"/>
                  <a:pt x="12065" y="5414"/>
                </a:cubicBezTo>
                <a:close/>
                <a:moveTo>
                  <a:pt x="51278" y="5414"/>
                </a:moveTo>
                <a:lnTo>
                  <a:pt x="51278" y="5414"/>
                </a:lnTo>
                <a:cubicBezTo>
                  <a:pt x="51480" y="5640"/>
                  <a:pt x="51669" y="5881"/>
                  <a:pt x="51840" y="6129"/>
                </a:cubicBezTo>
                <a:cubicBezTo>
                  <a:pt x="51944" y="6463"/>
                  <a:pt x="52060" y="6847"/>
                  <a:pt x="52178" y="7280"/>
                </a:cubicBezTo>
                <a:lnTo>
                  <a:pt x="51993" y="7670"/>
                </a:lnTo>
                <a:cubicBezTo>
                  <a:pt x="51798" y="7220"/>
                  <a:pt x="51571" y="6784"/>
                  <a:pt x="51324" y="6359"/>
                </a:cubicBezTo>
                <a:cubicBezTo>
                  <a:pt x="51306" y="5972"/>
                  <a:pt x="51292" y="5644"/>
                  <a:pt x="51278" y="5414"/>
                </a:cubicBezTo>
                <a:close/>
                <a:moveTo>
                  <a:pt x="90498" y="5414"/>
                </a:moveTo>
                <a:cubicBezTo>
                  <a:pt x="90700" y="5640"/>
                  <a:pt x="90885" y="5877"/>
                  <a:pt x="91056" y="6129"/>
                </a:cubicBezTo>
                <a:cubicBezTo>
                  <a:pt x="91168" y="6467"/>
                  <a:pt x="91279" y="6851"/>
                  <a:pt x="91398" y="7280"/>
                </a:cubicBezTo>
                <a:lnTo>
                  <a:pt x="91213" y="7670"/>
                </a:lnTo>
                <a:cubicBezTo>
                  <a:pt x="91014" y="7224"/>
                  <a:pt x="90791" y="6784"/>
                  <a:pt x="90543" y="6359"/>
                </a:cubicBezTo>
                <a:cubicBezTo>
                  <a:pt x="90523" y="5972"/>
                  <a:pt x="90509" y="5644"/>
                  <a:pt x="90498" y="5414"/>
                </a:cubicBezTo>
                <a:close/>
                <a:moveTo>
                  <a:pt x="129844" y="5414"/>
                </a:moveTo>
                <a:lnTo>
                  <a:pt x="129844" y="5414"/>
                </a:lnTo>
                <a:cubicBezTo>
                  <a:pt x="130042" y="5640"/>
                  <a:pt x="130227" y="5881"/>
                  <a:pt x="130402" y="6129"/>
                </a:cubicBezTo>
                <a:cubicBezTo>
                  <a:pt x="130506" y="6467"/>
                  <a:pt x="130621" y="6851"/>
                  <a:pt x="130743" y="7280"/>
                </a:cubicBezTo>
                <a:cubicBezTo>
                  <a:pt x="130677" y="7409"/>
                  <a:pt x="130618" y="7541"/>
                  <a:pt x="130559" y="7670"/>
                </a:cubicBezTo>
                <a:cubicBezTo>
                  <a:pt x="130360" y="7224"/>
                  <a:pt x="130137" y="6784"/>
                  <a:pt x="129889" y="6359"/>
                </a:cubicBezTo>
                <a:cubicBezTo>
                  <a:pt x="129864" y="5975"/>
                  <a:pt x="129854" y="5644"/>
                  <a:pt x="129844" y="5414"/>
                </a:cubicBezTo>
                <a:close/>
                <a:moveTo>
                  <a:pt x="169063" y="5414"/>
                </a:moveTo>
                <a:lnTo>
                  <a:pt x="169063" y="5414"/>
                </a:lnTo>
                <a:cubicBezTo>
                  <a:pt x="169262" y="5640"/>
                  <a:pt x="169447" y="5881"/>
                  <a:pt x="169622" y="6129"/>
                </a:cubicBezTo>
                <a:cubicBezTo>
                  <a:pt x="169726" y="6463"/>
                  <a:pt x="169838" y="6847"/>
                  <a:pt x="169956" y="7280"/>
                </a:cubicBezTo>
                <a:cubicBezTo>
                  <a:pt x="169894" y="7409"/>
                  <a:pt x="169834" y="7541"/>
                  <a:pt x="169779" y="7670"/>
                </a:cubicBezTo>
                <a:cubicBezTo>
                  <a:pt x="169576" y="7224"/>
                  <a:pt x="169353" y="6784"/>
                  <a:pt x="169102" y="6359"/>
                </a:cubicBezTo>
                <a:cubicBezTo>
                  <a:pt x="169084" y="5972"/>
                  <a:pt x="169070" y="5644"/>
                  <a:pt x="169063" y="5414"/>
                </a:cubicBezTo>
                <a:close/>
                <a:moveTo>
                  <a:pt x="247570" y="5414"/>
                </a:moveTo>
                <a:cubicBezTo>
                  <a:pt x="247768" y="5640"/>
                  <a:pt x="247957" y="5881"/>
                  <a:pt x="248128" y="6129"/>
                </a:cubicBezTo>
                <a:cubicBezTo>
                  <a:pt x="248232" y="6463"/>
                  <a:pt x="248347" y="6847"/>
                  <a:pt x="248462" y="7280"/>
                </a:cubicBezTo>
                <a:cubicBezTo>
                  <a:pt x="248403" y="7409"/>
                  <a:pt x="248340" y="7541"/>
                  <a:pt x="248285" y="7670"/>
                </a:cubicBezTo>
                <a:cubicBezTo>
                  <a:pt x="248086" y="7224"/>
                  <a:pt x="247859" y="6784"/>
                  <a:pt x="247608" y="6359"/>
                </a:cubicBezTo>
                <a:cubicBezTo>
                  <a:pt x="247594" y="5975"/>
                  <a:pt x="247580" y="5644"/>
                  <a:pt x="247570" y="5414"/>
                </a:cubicBezTo>
                <a:close/>
                <a:moveTo>
                  <a:pt x="208276" y="5414"/>
                </a:moveTo>
                <a:lnTo>
                  <a:pt x="208276" y="5414"/>
                </a:lnTo>
                <a:cubicBezTo>
                  <a:pt x="208479" y="5640"/>
                  <a:pt x="208664" y="5877"/>
                  <a:pt x="208834" y="6129"/>
                </a:cubicBezTo>
                <a:cubicBezTo>
                  <a:pt x="208946" y="6467"/>
                  <a:pt x="209058" y="6851"/>
                  <a:pt x="209176" y="7280"/>
                </a:cubicBezTo>
                <a:lnTo>
                  <a:pt x="208991" y="7674"/>
                </a:lnTo>
                <a:cubicBezTo>
                  <a:pt x="208793" y="7224"/>
                  <a:pt x="208569" y="6784"/>
                  <a:pt x="208322" y="6359"/>
                </a:cubicBezTo>
                <a:cubicBezTo>
                  <a:pt x="208304" y="5972"/>
                  <a:pt x="208287" y="5644"/>
                  <a:pt x="208276" y="5414"/>
                </a:cubicBezTo>
                <a:close/>
                <a:moveTo>
                  <a:pt x="16254" y="7566"/>
                </a:moveTo>
                <a:cubicBezTo>
                  <a:pt x="16286" y="7608"/>
                  <a:pt x="16314" y="7646"/>
                  <a:pt x="16338" y="7688"/>
                </a:cubicBezTo>
                <a:lnTo>
                  <a:pt x="16272" y="7782"/>
                </a:lnTo>
                <a:lnTo>
                  <a:pt x="16251" y="7765"/>
                </a:lnTo>
                <a:cubicBezTo>
                  <a:pt x="16251" y="7698"/>
                  <a:pt x="16254" y="7628"/>
                  <a:pt x="16254" y="7566"/>
                </a:cubicBezTo>
                <a:close/>
                <a:moveTo>
                  <a:pt x="55474" y="7566"/>
                </a:moveTo>
                <a:cubicBezTo>
                  <a:pt x="55499" y="7608"/>
                  <a:pt x="55530" y="7646"/>
                  <a:pt x="55555" y="7688"/>
                </a:cubicBezTo>
                <a:lnTo>
                  <a:pt x="55492" y="7782"/>
                </a:lnTo>
                <a:lnTo>
                  <a:pt x="55467" y="7765"/>
                </a:lnTo>
                <a:cubicBezTo>
                  <a:pt x="55467" y="7698"/>
                  <a:pt x="55474" y="7628"/>
                  <a:pt x="55474" y="7566"/>
                </a:cubicBezTo>
                <a:close/>
                <a:moveTo>
                  <a:pt x="94691" y="7566"/>
                </a:moveTo>
                <a:cubicBezTo>
                  <a:pt x="94719" y="7608"/>
                  <a:pt x="94750" y="7646"/>
                  <a:pt x="94774" y="7688"/>
                </a:cubicBezTo>
                <a:lnTo>
                  <a:pt x="94708" y="7782"/>
                </a:lnTo>
                <a:lnTo>
                  <a:pt x="94684" y="7765"/>
                </a:lnTo>
                <a:cubicBezTo>
                  <a:pt x="94687" y="7698"/>
                  <a:pt x="94687" y="7628"/>
                  <a:pt x="94691" y="7566"/>
                </a:cubicBezTo>
                <a:close/>
                <a:moveTo>
                  <a:pt x="212473" y="7569"/>
                </a:moveTo>
                <a:cubicBezTo>
                  <a:pt x="212497" y="7608"/>
                  <a:pt x="212528" y="7646"/>
                  <a:pt x="212556" y="7691"/>
                </a:cubicBezTo>
                <a:lnTo>
                  <a:pt x="212490" y="7782"/>
                </a:lnTo>
                <a:lnTo>
                  <a:pt x="212462" y="7765"/>
                </a:lnTo>
                <a:cubicBezTo>
                  <a:pt x="212469" y="7698"/>
                  <a:pt x="212469" y="7628"/>
                  <a:pt x="212473" y="7569"/>
                </a:cubicBezTo>
                <a:close/>
                <a:moveTo>
                  <a:pt x="134033" y="7566"/>
                </a:moveTo>
                <a:lnTo>
                  <a:pt x="134120" y="7688"/>
                </a:lnTo>
                <a:cubicBezTo>
                  <a:pt x="134096" y="7719"/>
                  <a:pt x="134071" y="7751"/>
                  <a:pt x="134050" y="7785"/>
                </a:cubicBezTo>
                <a:lnTo>
                  <a:pt x="134029" y="7765"/>
                </a:lnTo>
                <a:cubicBezTo>
                  <a:pt x="134029" y="7698"/>
                  <a:pt x="134033" y="7628"/>
                  <a:pt x="134033" y="7566"/>
                </a:cubicBezTo>
                <a:close/>
                <a:moveTo>
                  <a:pt x="173253" y="7566"/>
                </a:moveTo>
                <a:cubicBezTo>
                  <a:pt x="173284" y="7608"/>
                  <a:pt x="173312" y="7646"/>
                  <a:pt x="173336" y="7688"/>
                </a:cubicBezTo>
                <a:lnTo>
                  <a:pt x="173270" y="7785"/>
                </a:lnTo>
                <a:lnTo>
                  <a:pt x="173249" y="7765"/>
                </a:lnTo>
                <a:cubicBezTo>
                  <a:pt x="173249" y="7698"/>
                  <a:pt x="173253" y="7628"/>
                  <a:pt x="173253" y="7566"/>
                </a:cubicBezTo>
                <a:close/>
                <a:moveTo>
                  <a:pt x="251759" y="7566"/>
                </a:moveTo>
                <a:cubicBezTo>
                  <a:pt x="251790" y="7608"/>
                  <a:pt x="251818" y="7646"/>
                  <a:pt x="251842" y="7688"/>
                </a:cubicBezTo>
                <a:lnTo>
                  <a:pt x="251776" y="7785"/>
                </a:lnTo>
                <a:lnTo>
                  <a:pt x="251755" y="7765"/>
                </a:lnTo>
                <a:cubicBezTo>
                  <a:pt x="251755" y="7698"/>
                  <a:pt x="251759" y="7628"/>
                  <a:pt x="251759" y="7566"/>
                </a:cubicBezTo>
                <a:close/>
                <a:moveTo>
                  <a:pt x="242191" y="7255"/>
                </a:moveTo>
                <a:cubicBezTo>
                  <a:pt x="242198" y="7315"/>
                  <a:pt x="242208" y="7370"/>
                  <a:pt x="242222" y="7433"/>
                </a:cubicBezTo>
                <a:lnTo>
                  <a:pt x="242222" y="7754"/>
                </a:lnTo>
                <a:cubicBezTo>
                  <a:pt x="242215" y="7771"/>
                  <a:pt x="242208" y="7789"/>
                  <a:pt x="242205" y="7806"/>
                </a:cubicBezTo>
                <a:cubicBezTo>
                  <a:pt x="242205" y="7615"/>
                  <a:pt x="242198" y="7433"/>
                  <a:pt x="242191" y="7255"/>
                </a:cubicBezTo>
                <a:close/>
                <a:moveTo>
                  <a:pt x="22013" y="7538"/>
                </a:moveTo>
                <a:lnTo>
                  <a:pt x="22013" y="7538"/>
                </a:lnTo>
                <a:cubicBezTo>
                  <a:pt x="21957" y="7660"/>
                  <a:pt x="21902" y="7785"/>
                  <a:pt x="21849" y="7911"/>
                </a:cubicBezTo>
                <a:lnTo>
                  <a:pt x="21793" y="7806"/>
                </a:lnTo>
                <a:lnTo>
                  <a:pt x="22013" y="7538"/>
                </a:lnTo>
                <a:close/>
                <a:moveTo>
                  <a:pt x="61233" y="7538"/>
                </a:moveTo>
                <a:lnTo>
                  <a:pt x="61233" y="7538"/>
                </a:lnTo>
                <a:cubicBezTo>
                  <a:pt x="61177" y="7660"/>
                  <a:pt x="61122" y="7785"/>
                  <a:pt x="61069" y="7911"/>
                </a:cubicBezTo>
                <a:cubicBezTo>
                  <a:pt x="61045" y="7876"/>
                  <a:pt x="61027" y="7841"/>
                  <a:pt x="61010" y="7806"/>
                </a:cubicBezTo>
                <a:cubicBezTo>
                  <a:pt x="61080" y="7716"/>
                  <a:pt x="61156" y="7625"/>
                  <a:pt x="61233" y="7538"/>
                </a:cubicBezTo>
                <a:close/>
                <a:moveTo>
                  <a:pt x="100450" y="7538"/>
                </a:moveTo>
                <a:lnTo>
                  <a:pt x="100450" y="7538"/>
                </a:lnTo>
                <a:cubicBezTo>
                  <a:pt x="100390" y="7660"/>
                  <a:pt x="100338" y="7785"/>
                  <a:pt x="100282" y="7911"/>
                </a:cubicBezTo>
                <a:lnTo>
                  <a:pt x="100230" y="7806"/>
                </a:lnTo>
                <a:cubicBezTo>
                  <a:pt x="100300" y="7716"/>
                  <a:pt x="100373" y="7625"/>
                  <a:pt x="100450" y="7538"/>
                </a:cubicBezTo>
                <a:close/>
                <a:moveTo>
                  <a:pt x="139795" y="7538"/>
                </a:moveTo>
                <a:lnTo>
                  <a:pt x="139795" y="7538"/>
                </a:lnTo>
                <a:cubicBezTo>
                  <a:pt x="139736" y="7660"/>
                  <a:pt x="139680" y="7785"/>
                  <a:pt x="139628" y="7911"/>
                </a:cubicBezTo>
                <a:lnTo>
                  <a:pt x="139572" y="7806"/>
                </a:lnTo>
                <a:lnTo>
                  <a:pt x="139795" y="7538"/>
                </a:lnTo>
                <a:close/>
                <a:moveTo>
                  <a:pt x="179011" y="7538"/>
                </a:moveTo>
                <a:cubicBezTo>
                  <a:pt x="178956" y="7660"/>
                  <a:pt x="178900" y="7785"/>
                  <a:pt x="178848" y="7911"/>
                </a:cubicBezTo>
                <a:lnTo>
                  <a:pt x="178788" y="7806"/>
                </a:lnTo>
                <a:lnTo>
                  <a:pt x="179011" y="7538"/>
                </a:lnTo>
                <a:close/>
                <a:moveTo>
                  <a:pt x="218231" y="7538"/>
                </a:moveTo>
                <a:lnTo>
                  <a:pt x="218060" y="7911"/>
                </a:lnTo>
                <a:lnTo>
                  <a:pt x="218008" y="7806"/>
                </a:lnTo>
                <a:cubicBezTo>
                  <a:pt x="218078" y="7716"/>
                  <a:pt x="218151" y="7625"/>
                  <a:pt x="218231" y="7538"/>
                </a:cubicBezTo>
                <a:close/>
                <a:moveTo>
                  <a:pt x="257521" y="7538"/>
                </a:moveTo>
                <a:cubicBezTo>
                  <a:pt x="257465" y="7660"/>
                  <a:pt x="257406" y="7785"/>
                  <a:pt x="257354" y="7911"/>
                </a:cubicBezTo>
                <a:lnTo>
                  <a:pt x="257298" y="7806"/>
                </a:lnTo>
                <a:lnTo>
                  <a:pt x="257521" y="7538"/>
                </a:lnTo>
                <a:close/>
                <a:moveTo>
                  <a:pt x="12187" y="7799"/>
                </a:moveTo>
                <a:lnTo>
                  <a:pt x="12254" y="7974"/>
                </a:lnTo>
                <a:lnTo>
                  <a:pt x="12191" y="7820"/>
                </a:lnTo>
                <a:cubicBezTo>
                  <a:pt x="12187" y="7813"/>
                  <a:pt x="12187" y="7806"/>
                  <a:pt x="12187" y="7799"/>
                </a:cubicBezTo>
                <a:close/>
                <a:moveTo>
                  <a:pt x="129968" y="7805"/>
                </a:moveTo>
                <a:lnTo>
                  <a:pt x="130032" y="7974"/>
                </a:lnTo>
                <a:cubicBezTo>
                  <a:pt x="130011" y="7921"/>
                  <a:pt x="129994" y="7869"/>
                  <a:pt x="129969" y="7820"/>
                </a:cubicBezTo>
                <a:cubicBezTo>
                  <a:pt x="129969" y="7815"/>
                  <a:pt x="129969" y="7810"/>
                  <a:pt x="129968" y="7805"/>
                </a:cubicBezTo>
                <a:close/>
                <a:moveTo>
                  <a:pt x="169186" y="7799"/>
                </a:moveTo>
                <a:lnTo>
                  <a:pt x="169248" y="7974"/>
                </a:lnTo>
                <a:lnTo>
                  <a:pt x="169186" y="7820"/>
                </a:lnTo>
                <a:lnTo>
                  <a:pt x="169186" y="7799"/>
                </a:lnTo>
                <a:close/>
                <a:moveTo>
                  <a:pt x="208405" y="7799"/>
                </a:moveTo>
                <a:cubicBezTo>
                  <a:pt x="208426" y="7855"/>
                  <a:pt x="208444" y="7911"/>
                  <a:pt x="208465" y="7974"/>
                </a:cubicBezTo>
                <a:cubicBezTo>
                  <a:pt x="208447" y="7921"/>
                  <a:pt x="208426" y="7869"/>
                  <a:pt x="208405" y="7820"/>
                </a:cubicBezTo>
                <a:lnTo>
                  <a:pt x="208405" y="7799"/>
                </a:lnTo>
                <a:close/>
                <a:moveTo>
                  <a:pt x="51407" y="7799"/>
                </a:moveTo>
                <a:lnTo>
                  <a:pt x="51470" y="7977"/>
                </a:lnTo>
                <a:lnTo>
                  <a:pt x="51407" y="7820"/>
                </a:lnTo>
                <a:lnTo>
                  <a:pt x="51407" y="7799"/>
                </a:lnTo>
                <a:close/>
                <a:moveTo>
                  <a:pt x="90624" y="7799"/>
                </a:moveTo>
                <a:cubicBezTo>
                  <a:pt x="90648" y="7855"/>
                  <a:pt x="90666" y="7915"/>
                  <a:pt x="90686" y="7977"/>
                </a:cubicBezTo>
                <a:cubicBezTo>
                  <a:pt x="90669" y="7925"/>
                  <a:pt x="90648" y="7873"/>
                  <a:pt x="90624" y="7820"/>
                </a:cubicBezTo>
                <a:lnTo>
                  <a:pt x="90624" y="7799"/>
                </a:lnTo>
                <a:close/>
                <a:moveTo>
                  <a:pt x="247692" y="7799"/>
                </a:moveTo>
                <a:lnTo>
                  <a:pt x="247758" y="7977"/>
                </a:lnTo>
                <a:lnTo>
                  <a:pt x="247699" y="7820"/>
                </a:lnTo>
                <a:cubicBezTo>
                  <a:pt x="247692" y="7813"/>
                  <a:pt x="247692" y="7806"/>
                  <a:pt x="247692" y="7799"/>
                </a:cubicBezTo>
                <a:close/>
                <a:moveTo>
                  <a:pt x="163664" y="7008"/>
                </a:moveTo>
                <a:lnTo>
                  <a:pt x="163664" y="7008"/>
                </a:lnTo>
                <a:cubicBezTo>
                  <a:pt x="163685" y="7029"/>
                  <a:pt x="163699" y="7049"/>
                  <a:pt x="163713" y="7070"/>
                </a:cubicBezTo>
                <a:cubicBezTo>
                  <a:pt x="163709" y="7349"/>
                  <a:pt x="163709" y="7642"/>
                  <a:pt x="163716" y="7942"/>
                </a:cubicBezTo>
                <a:lnTo>
                  <a:pt x="163692" y="8019"/>
                </a:lnTo>
                <a:cubicBezTo>
                  <a:pt x="163695" y="7663"/>
                  <a:pt x="163685" y="7322"/>
                  <a:pt x="163664" y="7008"/>
                </a:cubicBezTo>
                <a:close/>
                <a:moveTo>
                  <a:pt x="202884" y="7008"/>
                </a:moveTo>
                <a:lnTo>
                  <a:pt x="202884" y="7008"/>
                </a:lnTo>
                <a:cubicBezTo>
                  <a:pt x="202901" y="7029"/>
                  <a:pt x="202915" y="7049"/>
                  <a:pt x="202933" y="7070"/>
                </a:cubicBezTo>
                <a:cubicBezTo>
                  <a:pt x="202922" y="7349"/>
                  <a:pt x="202929" y="7642"/>
                  <a:pt x="202936" y="7942"/>
                </a:cubicBezTo>
                <a:lnTo>
                  <a:pt x="202908" y="8019"/>
                </a:lnTo>
                <a:cubicBezTo>
                  <a:pt x="202915" y="7663"/>
                  <a:pt x="202905" y="7322"/>
                  <a:pt x="202884" y="7008"/>
                </a:cubicBezTo>
                <a:close/>
                <a:moveTo>
                  <a:pt x="45886" y="7011"/>
                </a:moveTo>
                <a:cubicBezTo>
                  <a:pt x="45903" y="7029"/>
                  <a:pt x="45920" y="7049"/>
                  <a:pt x="45934" y="7070"/>
                </a:cubicBezTo>
                <a:cubicBezTo>
                  <a:pt x="45931" y="7349"/>
                  <a:pt x="45931" y="7642"/>
                  <a:pt x="45938" y="7942"/>
                </a:cubicBezTo>
                <a:lnTo>
                  <a:pt x="45914" y="8023"/>
                </a:lnTo>
                <a:cubicBezTo>
                  <a:pt x="45917" y="7663"/>
                  <a:pt x="45907" y="7325"/>
                  <a:pt x="45886" y="7011"/>
                </a:cubicBezTo>
                <a:close/>
                <a:moveTo>
                  <a:pt x="85106" y="7011"/>
                </a:moveTo>
                <a:cubicBezTo>
                  <a:pt x="85123" y="7029"/>
                  <a:pt x="85137" y="7049"/>
                  <a:pt x="85154" y="7070"/>
                </a:cubicBezTo>
                <a:cubicBezTo>
                  <a:pt x="85144" y="7349"/>
                  <a:pt x="85147" y="7642"/>
                  <a:pt x="85158" y="7942"/>
                </a:cubicBezTo>
                <a:lnTo>
                  <a:pt x="85130" y="8023"/>
                </a:lnTo>
                <a:cubicBezTo>
                  <a:pt x="85137" y="7663"/>
                  <a:pt x="85126" y="7325"/>
                  <a:pt x="85106" y="7011"/>
                </a:cubicBezTo>
                <a:close/>
                <a:moveTo>
                  <a:pt x="125986" y="6307"/>
                </a:moveTo>
                <a:lnTo>
                  <a:pt x="125986" y="6307"/>
                </a:lnTo>
                <a:cubicBezTo>
                  <a:pt x="125951" y="6879"/>
                  <a:pt x="125906" y="7482"/>
                  <a:pt x="125853" y="8064"/>
                </a:cubicBezTo>
                <a:lnTo>
                  <a:pt x="125822" y="8103"/>
                </a:lnTo>
                <a:cubicBezTo>
                  <a:pt x="125745" y="7908"/>
                  <a:pt x="125658" y="7716"/>
                  <a:pt x="125571" y="7524"/>
                </a:cubicBezTo>
                <a:cubicBezTo>
                  <a:pt x="125710" y="7091"/>
                  <a:pt x="125850" y="6687"/>
                  <a:pt x="125986" y="6307"/>
                </a:cubicBezTo>
                <a:close/>
                <a:moveTo>
                  <a:pt x="243778" y="6129"/>
                </a:moveTo>
                <a:lnTo>
                  <a:pt x="243778" y="6129"/>
                </a:lnTo>
                <a:cubicBezTo>
                  <a:pt x="243740" y="6753"/>
                  <a:pt x="243694" y="7419"/>
                  <a:pt x="243638" y="8064"/>
                </a:cubicBezTo>
                <a:lnTo>
                  <a:pt x="243569" y="8148"/>
                </a:lnTo>
                <a:cubicBezTo>
                  <a:pt x="243482" y="7939"/>
                  <a:pt x="243391" y="7730"/>
                  <a:pt x="243297" y="7524"/>
                </a:cubicBezTo>
                <a:cubicBezTo>
                  <a:pt x="243461" y="7022"/>
                  <a:pt x="243621" y="6558"/>
                  <a:pt x="243778" y="6129"/>
                </a:cubicBezTo>
                <a:close/>
                <a:moveTo>
                  <a:pt x="27221" y="7866"/>
                </a:moveTo>
                <a:lnTo>
                  <a:pt x="27221" y="7866"/>
                </a:lnTo>
                <a:cubicBezTo>
                  <a:pt x="27245" y="7921"/>
                  <a:pt x="27277" y="7981"/>
                  <a:pt x="27301" y="8047"/>
                </a:cubicBezTo>
                <a:cubicBezTo>
                  <a:pt x="27284" y="8082"/>
                  <a:pt x="27270" y="8117"/>
                  <a:pt x="27245" y="8152"/>
                </a:cubicBezTo>
                <a:lnTo>
                  <a:pt x="27221" y="7866"/>
                </a:lnTo>
                <a:close/>
                <a:moveTo>
                  <a:pt x="66441" y="7862"/>
                </a:moveTo>
                <a:lnTo>
                  <a:pt x="66521" y="8047"/>
                </a:lnTo>
                <a:cubicBezTo>
                  <a:pt x="66500" y="8082"/>
                  <a:pt x="66483" y="8117"/>
                  <a:pt x="66465" y="8152"/>
                </a:cubicBezTo>
                <a:lnTo>
                  <a:pt x="66441" y="7862"/>
                </a:lnTo>
                <a:close/>
                <a:moveTo>
                  <a:pt x="105657" y="7862"/>
                </a:moveTo>
                <a:lnTo>
                  <a:pt x="105737" y="8047"/>
                </a:lnTo>
                <a:lnTo>
                  <a:pt x="105685" y="8152"/>
                </a:lnTo>
                <a:lnTo>
                  <a:pt x="105657" y="7862"/>
                </a:lnTo>
                <a:close/>
                <a:moveTo>
                  <a:pt x="144999" y="7862"/>
                </a:moveTo>
                <a:lnTo>
                  <a:pt x="144999" y="7862"/>
                </a:lnTo>
                <a:cubicBezTo>
                  <a:pt x="145027" y="7921"/>
                  <a:pt x="145055" y="7981"/>
                  <a:pt x="145083" y="8047"/>
                </a:cubicBezTo>
                <a:cubicBezTo>
                  <a:pt x="145066" y="8082"/>
                  <a:pt x="145048" y="8117"/>
                  <a:pt x="145027" y="8152"/>
                </a:cubicBezTo>
                <a:lnTo>
                  <a:pt x="144999" y="7862"/>
                </a:lnTo>
                <a:close/>
                <a:moveTo>
                  <a:pt x="184219" y="7866"/>
                </a:moveTo>
                <a:lnTo>
                  <a:pt x="184299" y="8047"/>
                </a:lnTo>
                <a:lnTo>
                  <a:pt x="184244" y="8152"/>
                </a:lnTo>
                <a:lnTo>
                  <a:pt x="184219" y="7866"/>
                </a:lnTo>
                <a:close/>
                <a:moveTo>
                  <a:pt x="223436" y="7862"/>
                </a:moveTo>
                <a:lnTo>
                  <a:pt x="223436" y="7862"/>
                </a:lnTo>
                <a:cubicBezTo>
                  <a:pt x="223463" y="7921"/>
                  <a:pt x="223488" y="7984"/>
                  <a:pt x="223516" y="8047"/>
                </a:cubicBezTo>
                <a:lnTo>
                  <a:pt x="223463" y="8152"/>
                </a:lnTo>
                <a:lnTo>
                  <a:pt x="223436" y="7862"/>
                </a:lnTo>
                <a:close/>
                <a:moveTo>
                  <a:pt x="262725" y="7866"/>
                </a:moveTo>
                <a:lnTo>
                  <a:pt x="262809" y="8047"/>
                </a:lnTo>
                <a:lnTo>
                  <a:pt x="262753" y="8152"/>
                </a:lnTo>
                <a:lnTo>
                  <a:pt x="262725" y="7866"/>
                </a:lnTo>
                <a:close/>
                <a:moveTo>
                  <a:pt x="36415" y="4964"/>
                </a:moveTo>
                <a:lnTo>
                  <a:pt x="36415" y="4964"/>
                </a:lnTo>
                <a:cubicBezTo>
                  <a:pt x="36367" y="5780"/>
                  <a:pt x="36304" y="6687"/>
                  <a:pt x="36224" y="7541"/>
                </a:cubicBezTo>
                <a:cubicBezTo>
                  <a:pt x="36077" y="7744"/>
                  <a:pt x="35941" y="7953"/>
                  <a:pt x="35816" y="8169"/>
                </a:cubicBezTo>
                <a:cubicBezTo>
                  <a:pt x="35718" y="7981"/>
                  <a:pt x="35624" y="7799"/>
                  <a:pt x="35523" y="7625"/>
                </a:cubicBezTo>
                <a:cubicBezTo>
                  <a:pt x="35816" y="6617"/>
                  <a:pt x="36122" y="5727"/>
                  <a:pt x="36415" y="4964"/>
                </a:cubicBezTo>
                <a:close/>
                <a:moveTo>
                  <a:pt x="75632" y="4964"/>
                </a:moveTo>
                <a:lnTo>
                  <a:pt x="75632" y="4964"/>
                </a:lnTo>
                <a:cubicBezTo>
                  <a:pt x="75583" y="5780"/>
                  <a:pt x="75520" y="6687"/>
                  <a:pt x="75444" y="7541"/>
                </a:cubicBezTo>
                <a:cubicBezTo>
                  <a:pt x="75294" y="7744"/>
                  <a:pt x="75158" y="7953"/>
                  <a:pt x="75032" y="8169"/>
                </a:cubicBezTo>
                <a:cubicBezTo>
                  <a:pt x="74938" y="7981"/>
                  <a:pt x="74840" y="7799"/>
                  <a:pt x="74735" y="7625"/>
                </a:cubicBezTo>
                <a:cubicBezTo>
                  <a:pt x="75032" y="6617"/>
                  <a:pt x="75342" y="5727"/>
                  <a:pt x="75632" y="4964"/>
                </a:cubicBezTo>
                <a:close/>
                <a:moveTo>
                  <a:pt x="114848" y="4964"/>
                </a:moveTo>
                <a:cubicBezTo>
                  <a:pt x="114803" y="5780"/>
                  <a:pt x="114740" y="6687"/>
                  <a:pt x="114663" y="7541"/>
                </a:cubicBezTo>
                <a:cubicBezTo>
                  <a:pt x="114538" y="7705"/>
                  <a:pt x="114402" y="7915"/>
                  <a:pt x="114248" y="8169"/>
                </a:cubicBezTo>
                <a:cubicBezTo>
                  <a:pt x="114154" y="7981"/>
                  <a:pt x="114060" y="7799"/>
                  <a:pt x="113955" y="7625"/>
                </a:cubicBezTo>
                <a:cubicBezTo>
                  <a:pt x="114252" y="6617"/>
                  <a:pt x="114559" y="5727"/>
                  <a:pt x="114848" y="4964"/>
                </a:cubicBezTo>
                <a:close/>
                <a:moveTo>
                  <a:pt x="154194" y="4964"/>
                </a:moveTo>
                <a:lnTo>
                  <a:pt x="154194" y="4964"/>
                </a:lnTo>
                <a:cubicBezTo>
                  <a:pt x="154148" y="5780"/>
                  <a:pt x="154082" y="6687"/>
                  <a:pt x="154005" y="7541"/>
                </a:cubicBezTo>
                <a:cubicBezTo>
                  <a:pt x="153855" y="7744"/>
                  <a:pt x="153719" y="7953"/>
                  <a:pt x="153594" y="8169"/>
                </a:cubicBezTo>
                <a:cubicBezTo>
                  <a:pt x="153496" y="7981"/>
                  <a:pt x="153402" y="7799"/>
                  <a:pt x="153301" y="7625"/>
                </a:cubicBezTo>
                <a:cubicBezTo>
                  <a:pt x="153594" y="6617"/>
                  <a:pt x="153904" y="5727"/>
                  <a:pt x="154194" y="4964"/>
                </a:cubicBezTo>
                <a:close/>
                <a:moveTo>
                  <a:pt x="193410" y="4964"/>
                </a:moveTo>
                <a:lnTo>
                  <a:pt x="193410" y="4964"/>
                </a:lnTo>
                <a:cubicBezTo>
                  <a:pt x="193361" y="5780"/>
                  <a:pt x="193299" y="6687"/>
                  <a:pt x="193222" y="7541"/>
                </a:cubicBezTo>
                <a:cubicBezTo>
                  <a:pt x="193075" y="7744"/>
                  <a:pt x="192939" y="7953"/>
                  <a:pt x="192814" y="8169"/>
                </a:cubicBezTo>
                <a:cubicBezTo>
                  <a:pt x="192716" y="7981"/>
                  <a:pt x="192622" y="7799"/>
                  <a:pt x="192521" y="7625"/>
                </a:cubicBezTo>
                <a:cubicBezTo>
                  <a:pt x="192814" y="6617"/>
                  <a:pt x="193121" y="5727"/>
                  <a:pt x="193410" y="4964"/>
                </a:cubicBezTo>
                <a:close/>
                <a:moveTo>
                  <a:pt x="232627" y="4964"/>
                </a:moveTo>
                <a:lnTo>
                  <a:pt x="232627" y="4964"/>
                </a:lnTo>
                <a:cubicBezTo>
                  <a:pt x="232581" y="5780"/>
                  <a:pt x="232519" y="6687"/>
                  <a:pt x="232442" y="7541"/>
                </a:cubicBezTo>
                <a:cubicBezTo>
                  <a:pt x="232320" y="7705"/>
                  <a:pt x="232180" y="7915"/>
                  <a:pt x="232027" y="8169"/>
                </a:cubicBezTo>
                <a:cubicBezTo>
                  <a:pt x="231936" y="7981"/>
                  <a:pt x="231838" y="7799"/>
                  <a:pt x="231734" y="7625"/>
                </a:cubicBezTo>
                <a:cubicBezTo>
                  <a:pt x="232030" y="6617"/>
                  <a:pt x="232337" y="5727"/>
                  <a:pt x="232627" y="4964"/>
                </a:cubicBezTo>
                <a:close/>
                <a:moveTo>
                  <a:pt x="271916" y="4964"/>
                </a:moveTo>
                <a:cubicBezTo>
                  <a:pt x="271874" y="5780"/>
                  <a:pt x="271808" y="6687"/>
                  <a:pt x="271728" y="7541"/>
                </a:cubicBezTo>
                <a:cubicBezTo>
                  <a:pt x="271581" y="7744"/>
                  <a:pt x="271445" y="7953"/>
                  <a:pt x="271320" y="8169"/>
                </a:cubicBezTo>
                <a:cubicBezTo>
                  <a:pt x="271226" y="7981"/>
                  <a:pt x="271128" y="7799"/>
                  <a:pt x="271027" y="7625"/>
                </a:cubicBezTo>
                <a:cubicBezTo>
                  <a:pt x="271320" y="6617"/>
                  <a:pt x="271630" y="5727"/>
                  <a:pt x="271916" y="4964"/>
                </a:cubicBezTo>
                <a:close/>
                <a:moveTo>
                  <a:pt x="47577" y="5902"/>
                </a:moveTo>
                <a:cubicBezTo>
                  <a:pt x="47535" y="6586"/>
                  <a:pt x="47487" y="7342"/>
                  <a:pt x="47420" y="8064"/>
                </a:cubicBezTo>
                <a:cubicBezTo>
                  <a:pt x="47385" y="8106"/>
                  <a:pt x="47347" y="8155"/>
                  <a:pt x="47305" y="8211"/>
                </a:cubicBezTo>
                <a:cubicBezTo>
                  <a:pt x="47211" y="7977"/>
                  <a:pt x="47110" y="7751"/>
                  <a:pt x="47009" y="7524"/>
                </a:cubicBezTo>
                <a:cubicBezTo>
                  <a:pt x="47197" y="6931"/>
                  <a:pt x="47389" y="6390"/>
                  <a:pt x="47577" y="5902"/>
                </a:cubicBezTo>
                <a:close/>
                <a:moveTo>
                  <a:pt x="86794" y="5902"/>
                </a:moveTo>
                <a:lnTo>
                  <a:pt x="86794" y="5902"/>
                </a:lnTo>
                <a:cubicBezTo>
                  <a:pt x="86752" y="6586"/>
                  <a:pt x="86700" y="7342"/>
                  <a:pt x="86640" y="8064"/>
                </a:cubicBezTo>
                <a:cubicBezTo>
                  <a:pt x="86605" y="8106"/>
                  <a:pt x="86567" y="8155"/>
                  <a:pt x="86525" y="8211"/>
                </a:cubicBezTo>
                <a:cubicBezTo>
                  <a:pt x="86431" y="7977"/>
                  <a:pt x="86330" y="7751"/>
                  <a:pt x="86225" y="7524"/>
                </a:cubicBezTo>
                <a:cubicBezTo>
                  <a:pt x="86417" y="6931"/>
                  <a:pt x="86609" y="6390"/>
                  <a:pt x="86794" y="5902"/>
                </a:cubicBezTo>
                <a:close/>
                <a:moveTo>
                  <a:pt x="165356" y="5902"/>
                </a:moveTo>
                <a:lnTo>
                  <a:pt x="165356" y="5902"/>
                </a:lnTo>
                <a:cubicBezTo>
                  <a:pt x="165314" y="6586"/>
                  <a:pt x="165265" y="7342"/>
                  <a:pt x="165199" y="8064"/>
                </a:cubicBezTo>
                <a:cubicBezTo>
                  <a:pt x="165164" y="8106"/>
                  <a:pt x="165125" y="8155"/>
                  <a:pt x="165087" y="8211"/>
                </a:cubicBezTo>
                <a:cubicBezTo>
                  <a:pt x="164989" y="7977"/>
                  <a:pt x="164888" y="7751"/>
                  <a:pt x="164791" y="7524"/>
                </a:cubicBezTo>
                <a:cubicBezTo>
                  <a:pt x="164975" y="6931"/>
                  <a:pt x="165167" y="6390"/>
                  <a:pt x="165356" y="5902"/>
                </a:cubicBezTo>
                <a:close/>
                <a:moveTo>
                  <a:pt x="8357" y="5902"/>
                </a:moveTo>
                <a:cubicBezTo>
                  <a:pt x="8319" y="6586"/>
                  <a:pt x="8267" y="7342"/>
                  <a:pt x="8200" y="8064"/>
                </a:cubicBezTo>
                <a:cubicBezTo>
                  <a:pt x="8166" y="8110"/>
                  <a:pt x="8127" y="8155"/>
                  <a:pt x="8089" y="8214"/>
                </a:cubicBezTo>
                <a:cubicBezTo>
                  <a:pt x="7991" y="7977"/>
                  <a:pt x="7897" y="7751"/>
                  <a:pt x="7792" y="7524"/>
                </a:cubicBezTo>
                <a:cubicBezTo>
                  <a:pt x="7981" y="6931"/>
                  <a:pt x="8173" y="6390"/>
                  <a:pt x="8357" y="5902"/>
                </a:cubicBezTo>
                <a:close/>
                <a:moveTo>
                  <a:pt x="204576" y="5902"/>
                </a:moveTo>
                <a:cubicBezTo>
                  <a:pt x="204534" y="6586"/>
                  <a:pt x="204481" y="7342"/>
                  <a:pt x="204419" y="8064"/>
                </a:cubicBezTo>
                <a:cubicBezTo>
                  <a:pt x="204384" y="8110"/>
                  <a:pt x="204345" y="8155"/>
                  <a:pt x="204303" y="8214"/>
                </a:cubicBezTo>
                <a:cubicBezTo>
                  <a:pt x="204209" y="7977"/>
                  <a:pt x="204108" y="7751"/>
                  <a:pt x="204004" y="7524"/>
                </a:cubicBezTo>
                <a:cubicBezTo>
                  <a:pt x="204195" y="6931"/>
                  <a:pt x="204387" y="6390"/>
                  <a:pt x="204576" y="5902"/>
                </a:cubicBezTo>
                <a:close/>
                <a:moveTo>
                  <a:pt x="14835" y="6551"/>
                </a:moveTo>
                <a:lnTo>
                  <a:pt x="14835" y="6551"/>
                </a:lnTo>
                <a:cubicBezTo>
                  <a:pt x="14992" y="6899"/>
                  <a:pt x="15173" y="7329"/>
                  <a:pt x="15365" y="7824"/>
                </a:cubicBezTo>
                <a:cubicBezTo>
                  <a:pt x="15271" y="7956"/>
                  <a:pt x="15159" y="8113"/>
                  <a:pt x="15044" y="8298"/>
                </a:cubicBezTo>
                <a:cubicBezTo>
                  <a:pt x="14964" y="7785"/>
                  <a:pt x="14894" y="7182"/>
                  <a:pt x="14835" y="6551"/>
                </a:cubicBezTo>
                <a:close/>
                <a:moveTo>
                  <a:pt x="54051" y="6551"/>
                </a:moveTo>
                <a:lnTo>
                  <a:pt x="54051" y="6551"/>
                </a:lnTo>
                <a:cubicBezTo>
                  <a:pt x="54208" y="6899"/>
                  <a:pt x="54390" y="7329"/>
                  <a:pt x="54578" y="7824"/>
                </a:cubicBezTo>
                <a:cubicBezTo>
                  <a:pt x="54484" y="7956"/>
                  <a:pt x="54376" y="8113"/>
                  <a:pt x="54257" y="8298"/>
                </a:cubicBezTo>
                <a:cubicBezTo>
                  <a:pt x="54184" y="7785"/>
                  <a:pt x="54114" y="7182"/>
                  <a:pt x="54051" y="6551"/>
                </a:cubicBezTo>
                <a:close/>
                <a:moveTo>
                  <a:pt x="93271" y="6551"/>
                </a:moveTo>
                <a:lnTo>
                  <a:pt x="93271" y="6551"/>
                </a:lnTo>
                <a:cubicBezTo>
                  <a:pt x="93428" y="6899"/>
                  <a:pt x="93606" y="7329"/>
                  <a:pt x="93798" y="7824"/>
                </a:cubicBezTo>
                <a:cubicBezTo>
                  <a:pt x="93704" y="7956"/>
                  <a:pt x="93595" y="8113"/>
                  <a:pt x="93477" y="8298"/>
                </a:cubicBezTo>
                <a:cubicBezTo>
                  <a:pt x="93397" y="7785"/>
                  <a:pt x="93330" y="7182"/>
                  <a:pt x="93271" y="6551"/>
                </a:cubicBezTo>
                <a:close/>
                <a:moveTo>
                  <a:pt x="132613" y="6551"/>
                </a:moveTo>
                <a:lnTo>
                  <a:pt x="132613" y="6551"/>
                </a:lnTo>
                <a:cubicBezTo>
                  <a:pt x="132770" y="6899"/>
                  <a:pt x="132951" y="7329"/>
                  <a:pt x="133143" y="7824"/>
                </a:cubicBezTo>
                <a:cubicBezTo>
                  <a:pt x="133049" y="7956"/>
                  <a:pt x="132937" y="8113"/>
                  <a:pt x="132822" y="8298"/>
                </a:cubicBezTo>
                <a:cubicBezTo>
                  <a:pt x="132742" y="7785"/>
                  <a:pt x="132672" y="7182"/>
                  <a:pt x="132613" y="6551"/>
                </a:cubicBezTo>
                <a:close/>
                <a:moveTo>
                  <a:pt x="171830" y="6551"/>
                </a:moveTo>
                <a:cubicBezTo>
                  <a:pt x="171990" y="6899"/>
                  <a:pt x="172171" y="7329"/>
                  <a:pt x="172360" y="7824"/>
                </a:cubicBezTo>
                <a:cubicBezTo>
                  <a:pt x="172262" y="7956"/>
                  <a:pt x="172154" y="8113"/>
                  <a:pt x="172039" y="8298"/>
                </a:cubicBezTo>
                <a:cubicBezTo>
                  <a:pt x="171962" y="7785"/>
                  <a:pt x="171892" y="7182"/>
                  <a:pt x="171830" y="6551"/>
                </a:cubicBezTo>
                <a:close/>
                <a:moveTo>
                  <a:pt x="250339" y="6551"/>
                </a:moveTo>
                <a:lnTo>
                  <a:pt x="250339" y="6551"/>
                </a:lnTo>
                <a:cubicBezTo>
                  <a:pt x="250496" y="6899"/>
                  <a:pt x="250681" y="7329"/>
                  <a:pt x="250866" y="7824"/>
                </a:cubicBezTo>
                <a:cubicBezTo>
                  <a:pt x="250772" y="7956"/>
                  <a:pt x="250667" y="8113"/>
                  <a:pt x="250548" y="8298"/>
                </a:cubicBezTo>
                <a:cubicBezTo>
                  <a:pt x="250468" y="7785"/>
                  <a:pt x="250398" y="7182"/>
                  <a:pt x="250339" y="6551"/>
                </a:cubicBezTo>
                <a:close/>
                <a:moveTo>
                  <a:pt x="211049" y="6551"/>
                </a:moveTo>
                <a:cubicBezTo>
                  <a:pt x="211206" y="6899"/>
                  <a:pt x="211388" y="7329"/>
                  <a:pt x="211580" y="7824"/>
                </a:cubicBezTo>
                <a:cubicBezTo>
                  <a:pt x="211482" y="7956"/>
                  <a:pt x="211374" y="8113"/>
                  <a:pt x="211255" y="8302"/>
                </a:cubicBezTo>
                <a:cubicBezTo>
                  <a:pt x="211182" y="7785"/>
                  <a:pt x="211112" y="7186"/>
                  <a:pt x="211049" y="6551"/>
                </a:cubicBezTo>
                <a:close/>
                <a:moveTo>
                  <a:pt x="62314" y="7555"/>
                </a:moveTo>
                <a:lnTo>
                  <a:pt x="62314" y="7559"/>
                </a:lnTo>
                <a:cubicBezTo>
                  <a:pt x="62359" y="7724"/>
                  <a:pt x="62404" y="7900"/>
                  <a:pt x="62450" y="8086"/>
                </a:cubicBezTo>
                <a:lnTo>
                  <a:pt x="62450" y="8086"/>
                </a:lnTo>
                <a:cubicBezTo>
                  <a:pt x="62391" y="8173"/>
                  <a:pt x="62346" y="8267"/>
                  <a:pt x="62311" y="8364"/>
                </a:cubicBezTo>
                <a:lnTo>
                  <a:pt x="62294" y="8364"/>
                </a:lnTo>
                <a:cubicBezTo>
                  <a:pt x="62304" y="8092"/>
                  <a:pt x="62311" y="7817"/>
                  <a:pt x="62314" y="7555"/>
                </a:cubicBezTo>
                <a:close/>
                <a:moveTo>
                  <a:pt x="219313" y="7555"/>
                </a:moveTo>
                <a:lnTo>
                  <a:pt x="219313" y="7559"/>
                </a:lnTo>
                <a:cubicBezTo>
                  <a:pt x="219356" y="7725"/>
                  <a:pt x="219401" y="7902"/>
                  <a:pt x="219447" y="8088"/>
                </a:cubicBezTo>
                <a:lnTo>
                  <a:pt x="219447" y="8088"/>
                </a:lnTo>
                <a:cubicBezTo>
                  <a:pt x="219389" y="8174"/>
                  <a:pt x="219344" y="8268"/>
                  <a:pt x="219309" y="8364"/>
                </a:cubicBezTo>
                <a:lnTo>
                  <a:pt x="219288" y="8364"/>
                </a:lnTo>
                <a:cubicBezTo>
                  <a:pt x="219299" y="8092"/>
                  <a:pt x="219309" y="7817"/>
                  <a:pt x="219313" y="7555"/>
                </a:cubicBezTo>
                <a:close/>
                <a:moveTo>
                  <a:pt x="8190" y="8204"/>
                </a:moveTo>
                <a:lnTo>
                  <a:pt x="8176" y="8375"/>
                </a:lnTo>
                <a:lnTo>
                  <a:pt x="8138" y="8316"/>
                </a:lnTo>
                <a:lnTo>
                  <a:pt x="8190" y="8204"/>
                </a:lnTo>
                <a:close/>
                <a:moveTo>
                  <a:pt x="47406" y="8204"/>
                </a:moveTo>
                <a:lnTo>
                  <a:pt x="47396" y="8375"/>
                </a:lnTo>
                <a:lnTo>
                  <a:pt x="47354" y="8316"/>
                </a:lnTo>
                <a:lnTo>
                  <a:pt x="47406" y="8204"/>
                </a:lnTo>
                <a:close/>
                <a:moveTo>
                  <a:pt x="86626" y="8204"/>
                </a:moveTo>
                <a:cubicBezTo>
                  <a:pt x="86623" y="8260"/>
                  <a:pt x="86619" y="8319"/>
                  <a:pt x="86609" y="8375"/>
                </a:cubicBezTo>
                <a:lnTo>
                  <a:pt x="86571" y="8316"/>
                </a:lnTo>
                <a:lnTo>
                  <a:pt x="86626" y="8204"/>
                </a:lnTo>
                <a:close/>
                <a:moveTo>
                  <a:pt x="165185" y="8204"/>
                </a:moveTo>
                <a:lnTo>
                  <a:pt x="165174" y="8375"/>
                </a:lnTo>
                <a:lnTo>
                  <a:pt x="165132" y="8316"/>
                </a:lnTo>
                <a:lnTo>
                  <a:pt x="165185" y="8204"/>
                </a:lnTo>
                <a:close/>
                <a:moveTo>
                  <a:pt x="204405" y="8204"/>
                </a:moveTo>
                <a:lnTo>
                  <a:pt x="204405" y="8204"/>
                </a:lnTo>
                <a:cubicBezTo>
                  <a:pt x="204401" y="8260"/>
                  <a:pt x="204398" y="8319"/>
                  <a:pt x="204387" y="8375"/>
                </a:cubicBezTo>
                <a:lnTo>
                  <a:pt x="204349" y="8316"/>
                </a:lnTo>
                <a:lnTo>
                  <a:pt x="204405" y="8204"/>
                </a:lnTo>
                <a:close/>
                <a:moveTo>
                  <a:pt x="6666" y="7011"/>
                </a:moveTo>
                <a:lnTo>
                  <a:pt x="6718" y="7070"/>
                </a:lnTo>
                <a:cubicBezTo>
                  <a:pt x="6708" y="7454"/>
                  <a:pt x="6715" y="7869"/>
                  <a:pt x="6732" y="8291"/>
                </a:cubicBezTo>
                <a:cubicBezTo>
                  <a:pt x="6718" y="8340"/>
                  <a:pt x="6701" y="8385"/>
                  <a:pt x="6683" y="8434"/>
                </a:cubicBezTo>
                <a:cubicBezTo>
                  <a:pt x="6704" y="7960"/>
                  <a:pt x="6701" y="7485"/>
                  <a:pt x="6666" y="7011"/>
                </a:cubicBezTo>
                <a:close/>
                <a:moveTo>
                  <a:pt x="18225" y="7946"/>
                </a:moveTo>
                <a:cubicBezTo>
                  <a:pt x="18257" y="8009"/>
                  <a:pt x="18281" y="8075"/>
                  <a:pt x="18312" y="8138"/>
                </a:cubicBezTo>
                <a:cubicBezTo>
                  <a:pt x="18344" y="8204"/>
                  <a:pt x="18243" y="8340"/>
                  <a:pt x="18211" y="8434"/>
                </a:cubicBezTo>
                <a:cubicBezTo>
                  <a:pt x="18218" y="8274"/>
                  <a:pt x="18222" y="8113"/>
                  <a:pt x="18222" y="7956"/>
                </a:cubicBezTo>
                <a:lnTo>
                  <a:pt x="18225" y="7946"/>
                </a:lnTo>
                <a:close/>
                <a:moveTo>
                  <a:pt x="57445" y="7946"/>
                </a:moveTo>
                <a:cubicBezTo>
                  <a:pt x="57470" y="8009"/>
                  <a:pt x="57501" y="8075"/>
                  <a:pt x="57529" y="8138"/>
                </a:cubicBezTo>
                <a:cubicBezTo>
                  <a:pt x="57553" y="8204"/>
                  <a:pt x="57463" y="8340"/>
                  <a:pt x="57428" y="8434"/>
                </a:cubicBezTo>
                <a:cubicBezTo>
                  <a:pt x="57435" y="8274"/>
                  <a:pt x="57435" y="8113"/>
                  <a:pt x="57442" y="7956"/>
                </a:cubicBezTo>
                <a:lnTo>
                  <a:pt x="57445" y="7946"/>
                </a:lnTo>
                <a:close/>
                <a:moveTo>
                  <a:pt x="96665" y="7946"/>
                </a:moveTo>
                <a:cubicBezTo>
                  <a:pt x="96689" y="8009"/>
                  <a:pt x="96717" y="8075"/>
                  <a:pt x="96745" y="8138"/>
                </a:cubicBezTo>
                <a:lnTo>
                  <a:pt x="96648" y="8434"/>
                </a:lnTo>
                <a:cubicBezTo>
                  <a:pt x="96651" y="8274"/>
                  <a:pt x="96655" y="8113"/>
                  <a:pt x="96655" y="7956"/>
                </a:cubicBezTo>
                <a:lnTo>
                  <a:pt x="96665" y="7946"/>
                </a:lnTo>
                <a:close/>
                <a:moveTo>
                  <a:pt x="136004" y="7946"/>
                </a:moveTo>
                <a:cubicBezTo>
                  <a:pt x="136035" y="8009"/>
                  <a:pt x="136063" y="8075"/>
                  <a:pt x="136091" y="8138"/>
                </a:cubicBezTo>
                <a:cubicBezTo>
                  <a:pt x="136056" y="8239"/>
                  <a:pt x="136021" y="8340"/>
                  <a:pt x="135993" y="8434"/>
                </a:cubicBezTo>
                <a:cubicBezTo>
                  <a:pt x="135997" y="8274"/>
                  <a:pt x="136000" y="8113"/>
                  <a:pt x="136000" y="7956"/>
                </a:cubicBezTo>
                <a:cubicBezTo>
                  <a:pt x="136004" y="7956"/>
                  <a:pt x="136004" y="7953"/>
                  <a:pt x="136004" y="7946"/>
                </a:cubicBezTo>
                <a:close/>
                <a:moveTo>
                  <a:pt x="175223" y="7946"/>
                </a:moveTo>
                <a:cubicBezTo>
                  <a:pt x="175248" y="8009"/>
                  <a:pt x="175279" y="8075"/>
                  <a:pt x="175307" y="8138"/>
                </a:cubicBezTo>
                <a:cubicBezTo>
                  <a:pt x="175332" y="8204"/>
                  <a:pt x="175241" y="8340"/>
                  <a:pt x="175209" y="8434"/>
                </a:cubicBezTo>
                <a:cubicBezTo>
                  <a:pt x="175216" y="8274"/>
                  <a:pt x="175220" y="8113"/>
                  <a:pt x="175220" y="7956"/>
                </a:cubicBezTo>
                <a:lnTo>
                  <a:pt x="175223" y="7946"/>
                </a:lnTo>
                <a:close/>
                <a:moveTo>
                  <a:pt x="214443" y="7946"/>
                </a:moveTo>
                <a:cubicBezTo>
                  <a:pt x="214468" y="8009"/>
                  <a:pt x="214499" y="8075"/>
                  <a:pt x="214524" y="8138"/>
                </a:cubicBezTo>
                <a:cubicBezTo>
                  <a:pt x="214551" y="8204"/>
                  <a:pt x="214461" y="8340"/>
                  <a:pt x="214426" y="8434"/>
                </a:cubicBezTo>
                <a:cubicBezTo>
                  <a:pt x="214433" y="8274"/>
                  <a:pt x="214433" y="8113"/>
                  <a:pt x="214436" y="7956"/>
                </a:cubicBezTo>
                <a:lnTo>
                  <a:pt x="214443" y="7946"/>
                </a:lnTo>
                <a:close/>
                <a:moveTo>
                  <a:pt x="253733" y="7946"/>
                </a:moveTo>
                <a:cubicBezTo>
                  <a:pt x="253757" y="8009"/>
                  <a:pt x="253789" y="8075"/>
                  <a:pt x="253813" y="8138"/>
                </a:cubicBezTo>
                <a:cubicBezTo>
                  <a:pt x="253841" y="8204"/>
                  <a:pt x="253747" y="8337"/>
                  <a:pt x="253719" y="8434"/>
                </a:cubicBezTo>
                <a:cubicBezTo>
                  <a:pt x="253723" y="8274"/>
                  <a:pt x="253726" y="8113"/>
                  <a:pt x="253726" y="7956"/>
                </a:cubicBezTo>
                <a:lnTo>
                  <a:pt x="253733" y="7946"/>
                </a:lnTo>
                <a:close/>
                <a:moveTo>
                  <a:pt x="12334" y="8214"/>
                </a:moveTo>
                <a:lnTo>
                  <a:pt x="12414" y="8445"/>
                </a:lnTo>
                <a:lnTo>
                  <a:pt x="12404" y="8452"/>
                </a:lnTo>
                <a:lnTo>
                  <a:pt x="12334" y="8214"/>
                </a:lnTo>
                <a:close/>
                <a:moveTo>
                  <a:pt x="51550" y="8211"/>
                </a:moveTo>
                <a:lnTo>
                  <a:pt x="51627" y="8445"/>
                </a:lnTo>
                <a:lnTo>
                  <a:pt x="51620" y="8452"/>
                </a:lnTo>
                <a:cubicBezTo>
                  <a:pt x="51596" y="8368"/>
                  <a:pt x="51575" y="8291"/>
                  <a:pt x="51550" y="8211"/>
                </a:cubicBezTo>
                <a:close/>
                <a:moveTo>
                  <a:pt x="130116" y="8211"/>
                </a:moveTo>
                <a:lnTo>
                  <a:pt x="130192" y="8445"/>
                </a:lnTo>
                <a:lnTo>
                  <a:pt x="130185" y="8452"/>
                </a:lnTo>
                <a:lnTo>
                  <a:pt x="130116" y="8211"/>
                </a:lnTo>
                <a:close/>
                <a:moveTo>
                  <a:pt x="169341" y="8245"/>
                </a:moveTo>
                <a:cubicBezTo>
                  <a:pt x="169361" y="8312"/>
                  <a:pt x="169384" y="8376"/>
                  <a:pt x="169405" y="8445"/>
                </a:cubicBezTo>
                <a:cubicBezTo>
                  <a:pt x="169405" y="8448"/>
                  <a:pt x="169402" y="8452"/>
                  <a:pt x="169398" y="8452"/>
                </a:cubicBezTo>
                <a:lnTo>
                  <a:pt x="169341" y="8245"/>
                </a:lnTo>
                <a:close/>
                <a:moveTo>
                  <a:pt x="208548" y="8211"/>
                </a:moveTo>
                <a:lnTo>
                  <a:pt x="208625" y="8445"/>
                </a:lnTo>
                <a:cubicBezTo>
                  <a:pt x="208622" y="8448"/>
                  <a:pt x="208622" y="8452"/>
                  <a:pt x="208618" y="8452"/>
                </a:cubicBezTo>
                <a:cubicBezTo>
                  <a:pt x="208597" y="8375"/>
                  <a:pt x="208573" y="8291"/>
                  <a:pt x="208548" y="8211"/>
                </a:cubicBezTo>
                <a:close/>
                <a:moveTo>
                  <a:pt x="90770" y="8211"/>
                </a:moveTo>
                <a:lnTo>
                  <a:pt x="90847" y="8445"/>
                </a:lnTo>
                <a:lnTo>
                  <a:pt x="90840" y="8455"/>
                </a:lnTo>
                <a:cubicBezTo>
                  <a:pt x="90815" y="8368"/>
                  <a:pt x="90795" y="8291"/>
                  <a:pt x="90770" y="8211"/>
                </a:cubicBezTo>
                <a:close/>
                <a:moveTo>
                  <a:pt x="247838" y="8208"/>
                </a:moveTo>
                <a:lnTo>
                  <a:pt x="247915" y="8445"/>
                </a:lnTo>
                <a:lnTo>
                  <a:pt x="247908" y="8455"/>
                </a:lnTo>
                <a:cubicBezTo>
                  <a:pt x="247883" y="8368"/>
                  <a:pt x="247863" y="8288"/>
                  <a:pt x="247838" y="8208"/>
                </a:cubicBezTo>
                <a:close/>
                <a:moveTo>
                  <a:pt x="153828" y="8466"/>
                </a:moveTo>
                <a:lnTo>
                  <a:pt x="153838" y="8477"/>
                </a:lnTo>
                <a:lnTo>
                  <a:pt x="153838" y="8477"/>
                </a:lnTo>
                <a:cubicBezTo>
                  <a:pt x="153835" y="8473"/>
                  <a:pt x="153831" y="8469"/>
                  <a:pt x="153828" y="8466"/>
                </a:cubicBezTo>
                <a:close/>
                <a:moveTo>
                  <a:pt x="121127" y="6927"/>
                </a:moveTo>
                <a:cubicBezTo>
                  <a:pt x="121218" y="7144"/>
                  <a:pt x="121319" y="7384"/>
                  <a:pt x="121420" y="7646"/>
                </a:cubicBezTo>
                <a:cubicBezTo>
                  <a:pt x="121385" y="7963"/>
                  <a:pt x="121354" y="8260"/>
                  <a:pt x="121333" y="8518"/>
                </a:cubicBezTo>
                <a:cubicBezTo>
                  <a:pt x="121252" y="8058"/>
                  <a:pt x="121190" y="7510"/>
                  <a:pt x="121127" y="6927"/>
                </a:cubicBezTo>
                <a:close/>
                <a:moveTo>
                  <a:pt x="13213" y="8242"/>
                </a:moveTo>
                <a:cubicBezTo>
                  <a:pt x="13213" y="8249"/>
                  <a:pt x="13213" y="8249"/>
                  <a:pt x="13216" y="8249"/>
                </a:cubicBezTo>
                <a:cubicBezTo>
                  <a:pt x="13185" y="8340"/>
                  <a:pt x="13161" y="8434"/>
                  <a:pt x="13133" y="8532"/>
                </a:cubicBezTo>
                <a:cubicBezTo>
                  <a:pt x="13133" y="8521"/>
                  <a:pt x="13129" y="8518"/>
                  <a:pt x="13126" y="8511"/>
                </a:cubicBezTo>
                <a:cubicBezTo>
                  <a:pt x="13154" y="8417"/>
                  <a:pt x="13185" y="8330"/>
                  <a:pt x="13213" y="8242"/>
                </a:cubicBezTo>
                <a:close/>
                <a:moveTo>
                  <a:pt x="21588" y="8501"/>
                </a:moveTo>
                <a:lnTo>
                  <a:pt x="21588" y="8501"/>
                </a:lnTo>
                <a:cubicBezTo>
                  <a:pt x="21591" y="8507"/>
                  <a:pt x="21595" y="8518"/>
                  <a:pt x="21595" y="8528"/>
                </a:cubicBezTo>
                <a:lnTo>
                  <a:pt x="21595" y="8532"/>
                </a:lnTo>
                <a:cubicBezTo>
                  <a:pt x="21595" y="8521"/>
                  <a:pt x="21591" y="8511"/>
                  <a:pt x="21588" y="8501"/>
                </a:cubicBezTo>
                <a:close/>
                <a:moveTo>
                  <a:pt x="52429" y="8242"/>
                </a:moveTo>
                <a:lnTo>
                  <a:pt x="52429" y="8249"/>
                </a:lnTo>
                <a:lnTo>
                  <a:pt x="52353" y="8532"/>
                </a:lnTo>
                <a:cubicBezTo>
                  <a:pt x="52346" y="8521"/>
                  <a:pt x="52346" y="8514"/>
                  <a:pt x="52342" y="8511"/>
                </a:cubicBezTo>
                <a:cubicBezTo>
                  <a:pt x="52373" y="8417"/>
                  <a:pt x="52398" y="8330"/>
                  <a:pt x="52429" y="8242"/>
                </a:cubicBezTo>
                <a:close/>
                <a:moveTo>
                  <a:pt x="60804" y="8501"/>
                </a:moveTo>
                <a:lnTo>
                  <a:pt x="60815" y="8528"/>
                </a:lnTo>
                <a:lnTo>
                  <a:pt x="60815" y="8532"/>
                </a:lnTo>
                <a:cubicBezTo>
                  <a:pt x="60811" y="8521"/>
                  <a:pt x="60808" y="8511"/>
                  <a:pt x="60804" y="8501"/>
                </a:cubicBezTo>
                <a:close/>
                <a:moveTo>
                  <a:pt x="91649" y="8242"/>
                </a:moveTo>
                <a:lnTo>
                  <a:pt x="91649" y="8249"/>
                </a:lnTo>
                <a:cubicBezTo>
                  <a:pt x="91625" y="8340"/>
                  <a:pt x="91593" y="8434"/>
                  <a:pt x="91569" y="8532"/>
                </a:cubicBezTo>
                <a:lnTo>
                  <a:pt x="91562" y="8511"/>
                </a:lnTo>
                <a:cubicBezTo>
                  <a:pt x="91590" y="8417"/>
                  <a:pt x="91618" y="8330"/>
                  <a:pt x="91649" y="8242"/>
                </a:cubicBezTo>
                <a:close/>
                <a:moveTo>
                  <a:pt x="100021" y="8497"/>
                </a:moveTo>
                <a:lnTo>
                  <a:pt x="100034" y="8525"/>
                </a:lnTo>
                <a:cubicBezTo>
                  <a:pt x="100034" y="8528"/>
                  <a:pt x="100031" y="8532"/>
                  <a:pt x="100028" y="8532"/>
                </a:cubicBezTo>
                <a:cubicBezTo>
                  <a:pt x="100028" y="8518"/>
                  <a:pt x="100024" y="8507"/>
                  <a:pt x="100021" y="8497"/>
                </a:cubicBezTo>
                <a:close/>
                <a:moveTo>
                  <a:pt x="130991" y="8242"/>
                </a:moveTo>
                <a:lnTo>
                  <a:pt x="130995" y="8249"/>
                </a:lnTo>
                <a:cubicBezTo>
                  <a:pt x="130963" y="8340"/>
                  <a:pt x="130939" y="8434"/>
                  <a:pt x="130911" y="8532"/>
                </a:cubicBezTo>
                <a:cubicBezTo>
                  <a:pt x="130911" y="8521"/>
                  <a:pt x="130907" y="8514"/>
                  <a:pt x="130904" y="8511"/>
                </a:cubicBezTo>
                <a:cubicBezTo>
                  <a:pt x="130932" y="8417"/>
                  <a:pt x="130963" y="8330"/>
                  <a:pt x="130991" y="8242"/>
                </a:cubicBezTo>
                <a:close/>
                <a:moveTo>
                  <a:pt x="139366" y="8497"/>
                </a:moveTo>
                <a:lnTo>
                  <a:pt x="139380" y="8528"/>
                </a:lnTo>
                <a:cubicBezTo>
                  <a:pt x="139376" y="8528"/>
                  <a:pt x="139376" y="8528"/>
                  <a:pt x="139376" y="8532"/>
                </a:cubicBezTo>
                <a:lnTo>
                  <a:pt x="139366" y="8497"/>
                </a:lnTo>
                <a:close/>
                <a:moveTo>
                  <a:pt x="170211" y="8242"/>
                </a:moveTo>
                <a:lnTo>
                  <a:pt x="170211" y="8249"/>
                </a:lnTo>
                <a:lnTo>
                  <a:pt x="170131" y="8532"/>
                </a:lnTo>
                <a:cubicBezTo>
                  <a:pt x="170127" y="8521"/>
                  <a:pt x="170127" y="8514"/>
                  <a:pt x="170124" y="8511"/>
                </a:cubicBezTo>
                <a:cubicBezTo>
                  <a:pt x="170152" y="8417"/>
                  <a:pt x="170180" y="8330"/>
                  <a:pt x="170211" y="8242"/>
                </a:cubicBezTo>
                <a:close/>
                <a:moveTo>
                  <a:pt x="178586" y="8497"/>
                </a:moveTo>
                <a:cubicBezTo>
                  <a:pt x="178589" y="8504"/>
                  <a:pt x="178589" y="8518"/>
                  <a:pt x="178593" y="8528"/>
                </a:cubicBezTo>
                <a:lnTo>
                  <a:pt x="178593" y="8532"/>
                </a:lnTo>
                <a:cubicBezTo>
                  <a:pt x="178589" y="8521"/>
                  <a:pt x="178586" y="8507"/>
                  <a:pt x="178586" y="8497"/>
                </a:cubicBezTo>
                <a:close/>
                <a:moveTo>
                  <a:pt x="209427" y="8242"/>
                </a:moveTo>
                <a:lnTo>
                  <a:pt x="209427" y="8249"/>
                </a:lnTo>
                <a:lnTo>
                  <a:pt x="209351" y="8532"/>
                </a:lnTo>
                <a:cubicBezTo>
                  <a:pt x="209344" y="8521"/>
                  <a:pt x="209340" y="8518"/>
                  <a:pt x="209340" y="8511"/>
                </a:cubicBezTo>
                <a:cubicBezTo>
                  <a:pt x="209368" y="8417"/>
                  <a:pt x="209400" y="8330"/>
                  <a:pt x="209427" y="8242"/>
                </a:cubicBezTo>
                <a:close/>
                <a:moveTo>
                  <a:pt x="217806" y="8501"/>
                </a:moveTo>
                <a:lnTo>
                  <a:pt x="217806" y="8501"/>
                </a:lnTo>
                <a:cubicBezTo>
                  <a:pt x="217806" y="8511"/>
                  <a:pt x="217809" y="8518"/>
                  <a:pt x="217813" y="8528"/>
                </a:cubicBezTo>
                <a:lnTo>
                  <a:pt x="217813" y="8532"/>
                </a:lnTo>
                <a:cubicBezTo>
                  <a:pt x="217809" y="8522"/>
                  <a:pt x="217806" y="8511"/>
                  <a:pt x="217806" y="8501"/>
                </a:cubicBezTo>
                <a:close/>
                <a:moveTo>
                  <a:pt x="248717" y="8242"/>
                </a:moveTo>
                <a:lnTo>
                  <a:pt x="248717" y="8249"/>
                </a:lnTo>
                <a:lnTo>
                  <a:pt x="248640" y="8532"/>
                </a:lnTo>
                <a:cubicBezTo>
                  <a:pt x="248633" y="8521"/>
                  <a:pt x="248633" y="8514"/>
                  <a:pt x="248630" y="8511"/>
                </a:cubicBezTo>
                <a:cubicBezTo>
                  <a:pt x="248661" y="8417"/>
                  <a:pt x="248686" y="8330"/>
                  <a:pt x="248717" y="8242"/>
                </a:cubicBezTo>
                <a:close/>
                <a:moveTo>
                  <a:pt x="257099" y="8518"/>
                </a:moveTo>
                <a:cubicBezTo>
                  <a:pt x="257100" y="8520"/>
                  <a:pt x="257101" y="8523"/>
                  <a:pt x="257102" y="8525"/>
                </a:cubicBezTo>
                <a:lnTo>
                  <a:pt x="257102" y="8532"/>
                </a:lnTo>
                <a:cubicBezTo>
                  <a:pt x="257101" y="8526"/>
                  <a:pt x="257100" y="8522"/>
                  <a:pt x="257099" y="8518"/>
                </a:cubicBezTo>
                <a:close/>
                <a:moveTo>
                  <a:pt x="251755" y="8532"/>
                </a:moveTo>
                <a:cubicBezTo>
                  <a:pt x="251755" y="8535"/>
                  <a:pt x="251755" y="8538"/>
                  <a:pt x="251756" y="8540"/>
                </a:cubicBezTo>
                <a:lnTo>
                  <a:pt x="251756" y="8540"/>
                </a:lnTo>
                <a:lnTo>
                  <a:pt x="251755" y="8539"/>
                </a:lnTo>
                <a:lnTo>
                  <a:pt x="251755" y="8532"/>
                </a:lnTo>
                <a:close/>
                <a:moveTo>
                  <a:pt x="173249" y="8532"/>
                </a:moveTo>
                <a:cubicBezTo>
                  <a:pt x="173249" y="8535"/>
                  <a:pt x="173249" y="8538"/>
                  <a:pt x="173250" y="8541"/>
                </a:cubicBezTo>
                <a:lnTo>
                  <a:pt x="173250" y="8541"/>
                </a:lnTo>
                <a:lnTo>
                  <a:pt x="173249" y="8539"/>
                </a:lnTo>
                <a:lnTo>
                  <a:pt x="173249" y="8532"/>
                </a:lnTo>
                <a:close/>
                <a:moveTo>
                  <a:pt x="16251" y="8532"/>
                </a:moveTo>
                <a:cubicBezTo>
                  <a:pt x="16251" y="8535"/>
                  <a:pt x="16251" y="8538"/>
                  <a:pt x="16251" y="8541"/>
                </a:cubicBezTo>
                <a:lnTo>
                  <a:pt x="16251" y="8541"/>
                </a:lnTo>
                <a:lnTo>
                  <a:pt x="16251" y="8539"/>
                </a:lnTo>
                <a:lnTo>
                  <a:pt x="16251" y="8532"/>
                </a:lnTo>
                <a:close/>
                <a:moveTo>
                  <a:pt x="134029" y="8532"/>
                </a:moveTo>
                <a:cubicBezTo>
                  <a:pt x="134031" y="8538"/>
                  <a:pt x="134032" y="8544"/>
                  <a:pt x="134033" y="8550"/>
                </a:cubicBezTo>
                <a:lnTo>
                  <a:pt x="134033" y="8550"/>
                </a:lnTo>
                <a:lnTo>
                  <a:pt x="134029" y="8539"/>
                </a:lnTo>
                <a:lnTo>
                  <a:pt x="134029" y="8532"/>
                </a:lnTo>
                <a:close/>
                <a:moveTo>
                  <a:pt x="55467" y="8532"/>
                </a:moveTo>
                <a:cubicBezTo>
                  <a:pt x="55474" y="8542"/>
                  <a:pt x="55478" y="8556"/>
                  <a:pt x="55478" y="8570"/>
                </a:cubicBezTo>
                <a:lnTo>
                  <a:pt x="55478" y="8570"/>
                </a:lnTo>
                <a:cubicBezTo>
                  <a:pt x="55478" y="8560"/>
                  <a:pt x="55474" y="8549"/>
                  <a:pt x="55467" y="8539"/>
                </a:cubicBezTo>
                <a:lnTo>
                  <a:pt x="55467" y="8532"/>
                </a:lnTo>
                <a:close/>
                <a:moveTo>
                  <a:pt x="4709" y="8448"/>
                </a:moveTo>
                <a:lnTo>
                  <a:pt x="4737" y="8570"/>
                </a:lnTo>
                <a:lnTo>
                  <a:pt x="4737" y="8570"/>
                </a:lnTo>
                <a:lnTo>
                  <a:pt x="4709" y="8501"/>
                </a:lnTo>
                <a:lnTo>
                  <a:pt x="4709" y="8448"/>
                </a:lnTo>
                <a:close/>
                <a:moveTo>
                  <a:pt x="43929" y="8448"/>
                </a:moveTo>
                <a:lnTo>
                  <a:pt x="43953" y="8570"/>
                </a:lnTo>
                <a:lnTo>
                  <a:pt x="43953" y="8570"/>
                </a:lnTo>
                <a:cubicBezTo>
                  <a:pt x="43946" y="8546"/>
                  <a:pt x="43936" y="8521"/>
                  <a:pt x="43922" y="8501"/>
                </a:cubicBezTo>
                <a:cubicBezTo>
                  <a:pt x="43922" y="8483"/>
                  <a:pt x="43925" y="8466"/>
                  <a:pt x="43929" y="8448"/>
                </a:cubicBezTo>
                <a:close/>
                <a:moveTo>
                  <a:pt x="83142" y="8448"/>
                </a:moveTo>
                <a:cubicBezTo>
                  <a:pt x="83152" y="8487"/>
                  <a:pt x="83166" y="8528"/>
                  <a:pt x="83173" y="8570"/>
                </a:cubicBezTo>
                <a:lnTo>
                  <a:pt x="83173" y="8570"/>
                </a:lnTo>
                <a:lnTo>
                  <a:pt x="83142" y="8501"/>
                </a:lnTo>
                <a:lnTo>
                  <a:pt x="83142" y="8448"/>
                </a:lnTo>
                <a:close/>
                <a:moveTo>
                  <a:pt x="94687" y="8532"/>
                </a:moveTo>
                <a:cubicBezTo>
                  <a:pt x="94694" y="8542"/>
                  <a:pt x="94698" y="8556"/>
                  <a:pt x="94698" y="8570"/>
                </a:cubicBezTo>
                <a:lnTo>
                  <a:pt x="94698" y="8570"/>
                </a:lnTo>
                <a:lnTo>
                  <a:pt x="94684" y="8539"/>
                </a:lnTo>
                <a:cubicBezTo>
                  <a:pt x="94687" y="8539"/>
                  <a:pt x="94687" y="8535"/>
                  <a:pt x="94687" y="8532"/>
                </a:cubicBezTo>
                <a:close/>
                <a:moveTo>
                  <a:pt x="200924" y="8448"/>
                </a:moveTo>
                <a:cubicBezTo>
                  <a:pt x="200934" y="8487"/>
                  <a:pt x="200944" y="8528"/>
                  <a:pt x="200951" y="8570"/>
                </a:cubicBezTo>
                <a:cubicBezTo>
                  <a:pt x="200944" y="8546"/>
                  <a:pt x="200931" y="8521"/>
                  <a:pt x="200924" y="8501"/>
                </a:cubicBezTo>
                <a:lnTo>
                  <a:pt x="200924" y="8448"/>
                </a:lnTo>
                <a:close/>
                <a:moveTo>
                  <a:pt x="212469" y="8532"/>
                </a:moveTo>
                <a:cubicBezTo>
                  <a:pt x="212473" y="8542"/>
                  <a:pt x="212476" y="8556"/>
                  <a:pt x="212476" y="8570"/>
                </a:cubicBezTo>
                <a:cubicBezTo>
                  <a:pt x="212473" y="8560"/>
                  <a:pt x="212469" y="8549"/>
                  <a:pt x="212469" y="8539"/>
                </a:cubicBezTo>
                <a:lnTo>
                  <a:pt x="212469" y="8532"/>
                </a:lnTo>
                <a:close/>
                <a:moveTo>
                  <a:pt x="161707" y="8448"/>
                </a:moveTo>
                <a:lnTo>
                  <a:pt x="161732" y="8570"/>
                </a:lnTo>
                <a:lnTo>
                  <a:pt x="161707" y="8501"/>
                </a:lnTo>
                <a:lnTo>
                  <a:pt x="161707" y="8448"/>
                </a:lnTo>
                <a:close/>
                <a:moveTo>
                  <a:pt x="126746" y="7758"/>
                </a:moveTo>
                <a:lnTo>
                  <a:pt x="126746" y="7758"/>
                </a:lnTo>
                <a:cubicBezTo>
                  <a:pt x="126833" y="7946"/>
                  <a:pt x="126931" y="8166"/>
                  <a:pt x="127032" y="8413"/>
                </a:cubicBezTo>
                <a:lnTo>
                  <a:pt x="126795" y="8699"/>
                </a:lnTo>
                <a:cubicBezTo>
                  <a:pt x="126778" y="8347"/>
                  <a:pt x="126760" y="8030"/>
                  <a:pt x="126746" y="7758"/>
                </a:cubicBezTo>
                <a:close/>
                <a:moveTo>
                  <a:pt x="238835" y="6760"/>
                </a:moveTo>
                <a:lnTo>
                  <a:pt x="238835" y="6760"/>
                </a:lnTo>
                <a:cubicBezTo>
                  <a:pt x="238951" y="7018"/>
                  <a:pt x="239073" y="7318"/>
                  <a:pt x="239202" y="7646"/>
                </a:cubicBezTo>
                <a:cubicBezTo>
                  <a:pt x="239156" y="8051"/>
                  <a:pt x="239118" y="8424"/>
                  <a:pt x="239090" y="8724"/>
                </a:cubicBezTo>
                <a:cubicBezTo>
                  <a:pt x="238996" y="8183"/>
                  <a:pt x="238909" y="7499"/>
                  <a:pt x="238835" y="6760"/>
                </a:cubicBezTo>
                <a:close/>
                <a:moveTo>
                  <a:pt x="19718" y="8204"/>
                </a:moveTo>
                <a:lnTo>
                  <a:pt x="19666" y="8745"/>
                </a:lnTo>
                <a:lnTo>
                  <a:pt x="19544" y="8598"/>
                </a:lnTo>
                <a:cubicBezTo>
                  <a:pt x="19606" y="8434"/>
                  <a:pt x="19666" y="8309"/>
                  <a:pt x="19718" y="8204"/>
                </a:cubicBezTo>
                <a:close/>
                <a:moveTo>
                  <a:pt x="58935" y="8204"/>
                </a:moveTo>
                <a:lnTo>
                  <a:pt x="58882" y="8745"/>
                </a:lnTo>
                <a:lnTo>
                  <a:pt x="58757" y="8598"/>
                </a:lnTo>
                <a:cubicBezTo>
                  <a:pt x="58823" y="8434"/>
                  <a:pt x="58882" y="8309"/>
                  <a:pt x="58935" y="8204"/>
                </a:cubicBezTo>
                <a:close/>
                <a:moveTo>
                  <a:pt x="98151" y="8204"/>
                </a:moveTo>
                <a:lnTo>
                  <a:pt x="98151" y="8204"/>
                </a:lnTo>
                <a:cubicBezTo>
                  <a:pt x="98137" y="8389"/>
                  <a:pt x="98120" y="8567"/>
                  <a:pt x="98099" y="8745"/>
                </a:cubicBezTo>
                <a:lnTo>
                  <a:pt x="97977" y="8598"/>
                </a:lnTo>
                <a:cubicBezTo>
                  <a:pt x="98043" y="8434"/>
                  <a:pt x="98099" y="8309"/>
                  <a:pt x="98151" y="8204"/>
                </a:cubicBezTo>
                <a:close/>
                <a:moveTo>
                  <a:pt x="137496" y="8204"/>
                </a:moveTo>
                <a:lnTo>
                  <a:pt x="137444" y="8745"/>
                </a:lnTo>
                <a:cubicBezTo>
                  <a:pt x="137406" y="8692"/>
                  <a:pt x="137364" y="8644"/>
                  <a:pt x="137322" y="8598"/>
                </a:cubicBezTo>
                <a:cubicBezTo>
                  <a:pt x="137388" y="8434"/>
                  <a:pt x="137444" y="8309"/>
                  <a:pt x="137496" y="8204"/>
                </a:cubicBezTo>
                <a:close/>
                <a:moveTo>
                  <a:pt x="176713" y="8204"/>
                </a:moveTo>
                <a:lnTo>
                  <a:pt x="176664" y="8745"/>
                </a:lnTo>
                <a:lnTo>
                  <a:pt x="176538" y="8598"/>
                </a:lnTo>
                <a:cubicBezTo>
                  <a:pt x="176605" y="8434"/>
                  <a:pt x="176664" y="8309"/>
                  <a:pt x="176713" y="8204"/>
                </a:cubicBezTo>
                <a:close/>
                <a:moveTo>
                  <a:pt x="215929" y="8204"/>
                </a:moveTo>
                <a:cubicBezTo>
                  <a:pt x="215915" y="8389"/>
                  <a:pt x="215898" y="8567"/>
                  <a:pt x="215880" y="8745"/>
                </a:cubicBezTo>
                <a:lnTo>
                  <a:pt x="215755" y="8598"/>
                </a:lnTo>
                <a:cubicBezTo>
                  <a:pt x="215821" y="8434"/>
                  <a:pt x="215880" y="8309"/>
                  <a:pt x="215929" y="8204"/>
                </a:cubicBezTo>
                <a:close/>
                <a:moveTo>
                  <a:pt x="255222" y="8204"/>
                </a:moveTo>
                <a:lnTo>
                  <a:pt x="255170" y="8745"/>
                </a:lnTo>
                <a:lnTo>
                  <a:pt x="255048" y="8598"/>
                </a:lnTo>
                <a:cubicBezTo>
                  <a:pt x="255114" y="8434"/>
                  <a:pt x="255170" y="8309"/>
                  <a:pt x="255222" y="8204"/>
                </a:cubicBezTo>
                <a:close/>
                <a:moveTo>
                  <a:pt x="36192" y="7890"/>
                </a:moveTo>
                <a:lnTo>
                  <a:pt x="36192" y="7890"/>
                </a:lnTo>
                <a:cubicBezTo>
                  <a:pt x="36171" y="8113"/>
                  <a:pt x="36147" y="8330"/>
                  <a:pt x="36122" y="8542"/>
                </a:cubicBezTo>
                <a:lnTo>
                  <a:pt x="36049" y="8466"/>
                </a:lnTo>
                <a:lnTo>
                  <a:pt x="36049" y="8466"/>
                </a:lnTo>
                <a:cubicBezTo>
                  <a:pt x="36074" y="8494"/>
                  <a:pt x="36098" y="8525"/>
                  <a:pt x="36119" y="8556"/>
                </a:cubicBezTo>
                <a:cubicBezTo>
                  <a:pt x="36109" y="8626"/>
                  <a:pt x="36105" y="8696"/>
                  <a:pt x="36098" y="8762"/>
                </a:cubicBezTo>
                <a:lnTo>
                  <a:pt x="35966" y="8483"/>
                </a:lnTo>
                <a:cubicBezTo>
                  <a:pt x="36049" y="8253"/>
                  <a:pt x="36122" y="8054"/>
                  <a:pt x="36192" y="7890"/>
                </a:cubicBezTo>
                <a:close/>
                <a:moveTo>
                  <a:pt x="75409" y="7890"/>
                </a:moveTo>
                <a:cubicBezTo>
                  <a:pt x="75388" y="8113"/>
                  <a:pt x="75363" y="8330"/>
                  <a:pt x="75339" y="8542"/>
                </a:cubicBezTo>
                <a:lnTo>
                  <a:pt x="75269" y="8466"/>
                </a:lnTo>
                <a:lnTo>
                  <a:pt x="75269" y="8466"/>
                </a:lnTo>
                <a:cubicBezTo>
                  <a:pt x="75294" y="8494"/>
                  <a:pt x="75318" y="8525"/>
                  <a:pt x="75339" y="8556"/>
                </a:cubicBezTo>
                <a:lnTo>
                  <a:pt x="75311" y="8762"/>
                </a:lnTo>
                <a:cubicBezTo>
                  <a:pt x="75273" y="8671"/>
                  <a:pt x="75231" y="8577"/>
                  <a:pt x="75185" y="8483"/>
                </a:cubicBezTo>
                <a:cubicBezTo>
                  <a:pt x="75269" y="8253"/>
                  <a:pt x="75342" y="8054"/>
                  <a:pt x="75409" y="7890"/>
                </a:cubicBezTo>
                <a:close/>
                <a:moveTo>
                  <a:pt x="114625" y="7890"/>
                </a:moveTo>
                <a:cubicBezTo>
                  <a:pt x="114604" y="8113"/>
                  <a:pt x="114583" y="8330"/>
                  <a:pt x="114555" y="8542"/>
                </a:cubicBezTo>
                <a:lnTo>
                  <a:pt x="114486" y="8466"/>
                </a:lnTo>
                <a:lnTo>
                  <a:pt x="114486" y="8466"/>
                </a:lnTo>
                <a:cubicBezTo>
                  <a:pt x="114496" y="8480"/>
                  <a:pt x="114520" y="8504"/>
                  <a:pt x="114555" y="8556"/>
                </a:cubicBezTo>
                <a:lnTo>
                  <a:pt x="114531" y="8762"/>
                </a:lnTo>
                <a:cubicBezTo>
                  <a:pt x="114493" y="8671"/>
                  <a:pt x="114447" y="8577"/>
                  <a:pt x="114405" y="8483"/>
                </a:cubicBezTo>
                <a:cubicBezTo>
                  <a:pt x="114482" y="8253"/>
                  <a:pt x="114555" y="8054"/>
                  <a:pt x="114625" y="7890"/>
                </a:cubicBezTo>
                <a:close/>
                <a:moveTo>
                  <a:pt x="153971" y="7887"/>
                </a:moveTo>
                <a:cubicBezTo>
                  <a:pt x="153950" y="8113"/>
                  <a:pt x="153925" y="8330"/>
                  <a:pt x="153901" y="8542"/>
                </a:cubicBezTo>
                <a:lnTo>
                  <a:pt x="153838" y="8477"/>
                </a:lnTo>
                <a:lnTo>
                  <a:pt x="153838" y="8477"/>
                </a:lnTo>
                <a:cubicBezTo>
                  <a:pt x="153861" y="8502"/>
                  <a:pt x="153879" y="8529"/>
                  <a:pt x="153897" y="8556"/>
                </a:cubicBezTo>
                <a:cubicBezTo>
                  <a:pt x="153894" y="8626"/>
                  <a:pt x="153883" y="8696"/>
                  <a:pt x="153876" y="8762"/>
                </a:cubicBezTo>
                <a:lnTo>
                  <a:pt x="153744" y="8483"/>
                </a:lnTo>
                <a:cubicBezTo>
                  <a:pt x="153828" y="8253"/>
                  <a:pt x="153901" y="8054"/>
                  <a:pt x="153971" y="7887"/>
                </a:cubicBezTo>
                <a:close/>
                <a:moveTo>
                  <a:pt x="193190" y="7887"/>
                </a:moveTo>
                <a:lnTo>
                  <a:pt x="193190" y="7887"/>
                </a:lnTo>
                <a:cubicBezTo>
                  <a:pt x="193170" y="8113"/>
                  <a:pt x="193145" y="8330"/>
                  <a:pt x="193121" y="8542"/>
                </a:cubicBezTo>
                <a:lnTo>
                  <a:pt x="193047" y="8466"/>
                </a:lnTo>
                <a:lnTo>
                  <a:pt x="193047" y="8466"/>
                </a:lnTo>
                <a:cubicBezTo>
                  <a:pt x="193072" y="8494"/>
                  <a:pt x="193096" y="8525"/>
                  <a:pt x="193117" y="8556"/>
                </a:cubicBezTo>
                <a:cubicBezTo>
                  <a:pt x="193107" y="8626"/>
                  <a:pt x="193100" y="8696"/>
                  <a:pt x="193096" y="8762"/>
                </a:cubicBezTo>
                <a:lnTo>
                  <a:pt x="192964" y="8483"/>
                </a:lnTo>
                <a:cubicBezTo>
                  <a:pt x="193047" y="8253"/>
                  <a:pt x="193121" y="8054"/>
                  <a:pt x="193190" y="7887"/>
                </a:cubicBezTo>
                <a:close/>
                <a:moveTo>
                  <a:pt x="232407" y="7890"/>
                </a:moveTo>
                <a:lnTo>
                  <a:pt x="232407" y="7890"/>
                </a:lnTo>
                <a:cubicBezTo>
                  <a:pt x="232386" y="8113"/>
                  <a:pt x="232362" y="8330"/>
                  <a:pt x="232337" y="8542"/>
                </a:cubicBezTo>
                <a:lnTo>
                  <a:pt x="232267" y="8466"/>
                </a:lnTo>
                <a:lnTo>
                  <a:pt x="232267" y="8466"/>
                </a:lnTo>
                <a:cubicBezTo>
                  <a:pt x="232274" y="8480"/>
                  <a:pt x="232302" y="8504"/>
                  <a:pt x="232337" y="8556"/>
                </a:cubicBezTo>
                <a:lnTo>
                  <a:pt x="232309" y="8762"/>
                </a:lnTo>
                <a:cubicBezTo>
                  <a:pt x="232271" y="8671"/>
                  <a:pt x="232229" y="8577"/>
                  <a:pt x="232184" y="8483"/>
                </a:cubicBezTo>
                <a:cubicBezTo>
                  <a:pt x="232267" y="8253"/>
                  <a:pt x="232341" y="8054"/>
                  <a:pt x="232407" y="7890"/>
                </a:cubicBezTo>
                <a:close/>
                <a:moveTo>
                  <a:pt x="271700" y="7887"/>
                </a:moveTo>
                <a:lnTo>
                  <a:pt x="271700" y="7887"/>
                </a:lnTo>
                <a:cubicBezTo>
                  <a:pt x="271679" y="8113"/>
                  <a:pt x="271651" y="8330"/>
                  <a:pt x="271630" y="8546"/>
                </a:cubicBezTo>
                <a:lnTo>
                  <a:pt x="271557" y="8466"/>
                </a:lnTo>
                <a:lnTo>
                  <a:pt x="271557" y="8466"/>
                </a:lnTo>
                <a:cubicBezTo>
                  <a:pt x="271581" y="8494"/>
                  <a:pt x="271606" y="8525"/>
                  <a:pt x="271627" y="8556"/>
                </a:cubicBezTo>
                <a:cubicBezTo>
                  <a:pt x="271616" y="8626"/>
                  <a:pt x="271609" y="8696"/>
                  <a:pt x="271602" y="8762"/>
                </a:cubicBezTo>
                <a:lnTo>
                  <a:pt x="271473" y="8483"/>
                </a:lnTo>
                <a:cubicBezTo>
                  <a:pt x="271557" y="8253"/>
                  <a:pt x="271630" y="8054"/>
                  <a:pt x="271700" y="7887"/>
                </a:cubicBezTo>
                <a:close/>
                <a:moveTo>
                  <a:pt x="244476" y="7761"/>
                </a:moveTo>
                <a:lnTo>
                  <a:pt x="244476" y="7761"/>
                </a:lnTo>
                <a:cubicBezTo>
                  <a:pt x="244566" y="7960"/>
                  <a:pt x="244664" y="8190"/>
                  <a:pt x="244776" y="8452"/>
                </a:cubicBezTo>
                <a:cubicBezTo>
                  <a:pt x="244692" y="8553"/>
                  <a:pt x="244612" y="8654"/>
                  <a:pt x="244528" y="8766"/>
                </a:cubicBezTo>
                <a:cubicBezTo>
                  <a:pt x="244507" y="8389"/>
                  <a:pt x="244490" y="8047"/>
                  <a:pt x="244476" y="7761"/>
                </a:cubicBezTo>
                <a:close/>
                <a:moveTo>
                  <a:pt x="125295" y="8521"/>
                </a:moveTo>
                <a:lnTo>
                  <a:pt x="125375" y="8759"/>
                </a:lnTo>
                <a:lnTo>
                  <a:pt x="125340" y="8811"/>
                </a:lnTo>
                <a:cubicBezTo>
                  <a:pt x="125327" y="8713"/>
                  <a:pt x="125313" y="8619"/>
                  <a:pt x="125295" y="8521"/>
                </a:cubicBezTo>
                <a:close/>
                <a:moveTo>
                  <a:pt x="8968" y="7761"/>
                </a:moveTo>
                <a:lnTo>
                  <a:pt x="8968" y="7761"/>
                </a:lnTo>
                <a:cubicBezTo>
                  <a:pt x="9069" y="7974"/>
                  <a:pt x="9177" y="8225"/>
                  <a:pt x="9296" y="8514"/>
                </a:cubicBezTo>
                <a:cubicBezTo>
                  <a:pt x="9209" y="8619"/>
                  <a:pt x="9118" y="8731"/>
                  <a:pt x="9027" y="8853"/>
                </a:cubicBezTo>
                <a:cubicBezTo>
                  <a:pt x="9003" y="8445"/>
                  <a:pt x="8982" y="8068"/>
                  <a:pt x="8968" y="7761"/>
                </a:cubicBezTo>
                <a:close/>
                <a:moveTo>
                  <a:pt x="48188" y="7761"/>
                </a:moveTo>
                <a:cubicBezTo>
                  <a:pt x="48285" y="7974"/>
                  <a:pt x="48397" y="8225"/>
                  <a:pt x="48516" y="8514"/>
                </a:cubicBezTo>
                <a:cubicBezTo>
                  <a:pt x="48421" y="8619"/>
                  <a:pt x="48334" y="8731"/>
                  <a:pt x="48244" y="8853"/>
                </a:cubicBezTo>
                <a:cubicBezTo>
                  <a:pt x="48219" y="8445"/>
                  <a:pt x="48202" y="8068"/>
                  <a:pt x="48188" y="7761"/>
                </a:cubicBezTo>
                <a:close/>
                <a:moveTo>
                  <a:pt x="87408" y="7761"/>
                </a:moveTo>
                <a:lnTo>
                  <a:pt x="87408" y="7761"/>
                </a:lnTo>
                <a:cubicBezTo>
                  <a:pt x="87502" y="7974"/>
                  <a:pt x="87613" y="8225"/>
                  <a:pt x="87729" y="8514"/>
                </a:cubicBezTo>
                <a:cubicBezTo>
                  <a:pt x="87641" y="8619"/>
                  <a:pt x="87551" y="8731"/>
                  <a:pt x="87463" y="8853"/>
                </a:cubicBezTo>
                <a:cubicBezTo>
                  <a:pt x="87439" y="8445"/>
                  <a:pt x="87422" y="8068"/>
                  <a:pt x="87408" y="7761"/>
                </a:cubicBezTo>
                <a:close/>
                <a:moveTo>
                  <a:pt x="165966" y="7758"/>
                </a:moveTo>
                <a:cubicBezTo>
                  <a:pt x="166067" y="7974"/>
                  <a:pt x="166175" y="8225"/>
                  <a:pt x="166294" y="8514"/>
                </a:cubicBezTo>
                <a:cubicBezTo>
                  <a:pt x="166203" y="8619"/>
                  <a:pt x="166116" y="8731"/>
                  <a:pt x="166022" y="8853"/>
                </a:cubicBezTo>
                <a:cubicBezTo>
                  <a:pt x="166001" y="8445"/>
                  <a:pt x="165980" y="8068"/>
                  <a:pt x="165966" y="7758"/>
                </a:cubicBezTo>
                <a:close/>
                <a:moveTo>
                  <a:pt x="205186" y="7758"/>
                </a:moveTo>
                <a:lnTo>
                  <a:pt x="205186" y="7758"/>
                </a:lnTo>
                <a:cubicBezTo>
                  <a:pt x="205284" y="7974"/>
                  <a:pt x="205392" y="8225"/>
                  <a:pt x="205507" y="8514"/>
                </a:cubicBezTo>
                <a:cubicBezTo>
                  <a:pt x="205420" y="8619"/>
                  <a:pt x="205332" y="8731"/>
                  <a:pt x="205242" y="8853"/>
                </a:cubicBezTo>
                <a:cubicBezTo>
                  <a:pt x="205217" y="8445"/>
                  <a:pt x="205200" y="8068"/>
                  <a:pt x="205186" y="7758"/>
                </a:cubicBezTo>
                <a:close/>
                <a:moveTo>
                  <a:pt x="240729" y="8821"/>
                </a:moveTo>
                <a:lnTo>
                  <a:pt x="240743" y="8835"/>
                </a:lnTo>
                <a:cubicBezTo>
                  <a:pt x="240743" y="8842"/>
                  <a:pt x="240740" y="8853"/>
                  <a:pt x="240736" y="8856"/>
                </a:cubicBezTo>
                <a:cubicBezTo>
                  <a:pt x="240736" y="8846"/>
                  <a:pt x="240733" y="8835"/>
                  <a:pt x="240729" y="8821"/>
                </a:cubicBezTo>
                <a:close/>
                <a:moveTo>
                  <a:pt x="15410" y="7946"/>
                </a:moveTo>
                <a:lnTo>
                  <a:pt x="15421" y="7977"/>
                </a:lnTo>
                <a:cubicBezTo>
                  <a:pt x="15393" y="8239"/>
                  <a:pt x="15368" y="8480"/>
                  <a:pt x="15351" y="8689"/>
                </a:cubicBezTo>
                <a:cubicBezTo>
                  <a:pt x="15281" y="8741"/>
                  <a:pt x="15211" y="8800"/>
                  <a:pt x="15138" y="8867"/>
                </a:cubicBezTo>
                <a:cubicBezTo>
                  <a:pt x="15131" y="8814"/>
                  <a:pt x="15117" y="8759"/>
                  <a:pt x="15107" y="8703"/>
                </a:cubicBezTo>
                <a:cubicBezTo>
                  <a:pt x="15222" y="8378"/>
                  <a:pt x="15323" y="8134"/>
                  <a:pt x="15410" y="7946"/>
                </a:cubicBezTo>
                <a:close/>
                <a:moveTo>
                  <a:pt x="54627" y="7946"/>
                </a:moveTo>
                <a:cubicBezTo>
                  <a:pt x="54634" y="7956"/>
                  <a:pt x="54634" y="7970"/>
                  <a:pt x="54637" y="7977"/>
                </a:cubicBezTo>
                <a:cubicBezTo>
                  <a:pt x="54609" y="8239"/>
                  <a:pt x="54588" y="8480"/>
                  <a:pt x="54567" y="8689"/>
                </a:cubicBezTo>
                <a:lnTo>
                  <a:pt x="54358" y="8867"/>
                </a:lnTo>
                <a:cubicBezTo>
                  <a:pt x="54344" y="8814"/>
                  <a:pt x="54337" y="8759"/>
                  <a:pt x="54327" y="8699"/>
                </a:cubicBezTo>
                <a:cubicBezTo>
                  <a:pt x="54438" y="8378"/>
                  <a:pt x="54540" y="8134"/>
                  <a:pt x="54627" y="7946"/>
                </a:cubicBezTo>
                <a:close/>
                <a:moveTo>
                  <a:pt x="93843" y="7946"/>
                </a:moveTo>
                <a:lnTo>
                  <a:pt x="93857" y="7977"/>
                </a:lnTo>
                <a:cubicBezTo>
                  <a:pt x="93829" y="8239"/>
                  <a:pt x="93805" y="8480"/>
                  <a:pt x="93787" y="8689"/>
                </a:cubicBezTo>
                <a:lnTo>
                  <a:pt x="93571" y="8867"/>
                </a:lnTo>
                <a:cubicBezTo>
                  <a:pt x="93564" y="8814"/>
                  <a:pt x="93554" y="8759"/>
                  <a:pt x="93543" y="8699"/>
                </a:cubicBezTo>
                <a:cubicBezTo>
                  <a:pt x="93658" y="8378"/>
                  <a:pt x="93759" y="8134"/>
                  <a:pt x="93843" y="7946"/>
                </a:cubicBezTo>
                <a:close/>
                <a:moveTo>
                  <a:pt x="133189" y="7946"/>
                </a:moveTo>
                <a:lnTo>
                  <a:pt x="133203" y="7977"/>
                </a:lnTo>
                <a:cubicBezTo>
                  <a:pt x="133171" y="8239"/>
                  <a:pt x="133150" y="8480"/>
                  <a:pt x="133133" y="8689"/>
                </a:cubicBezTo>
                <a:lnTo>
                  <a:pt x="132917" y="8867"/>
                </a:lnTo>
                <a:cubicBezTo>
                  <a:pt x="132910" y="8814"/>
                  <a:pt x="132896" y="8759"/>
                  <a:pt x="132889" y="8699"/>
                </a:cubicBezTo>
                <a:cubicBezTo>
                  <a:pt x="133000" y="8378"/>
                  <a:pt x="133101" y="8134"/>
                  <a:pt x="133189" y="7946"/>
                </a:cubicBezTo>
                <a:close/>
                <a:moveTo>
                  <a:pt x="172409" y="7946"/>
                </a:moveTo>
                <a:cubicBezTo>
                  <a:pt x="172412" y="7956"/>
                  <a:pt x="172416" y="7967"/>
                  <a:pt x="172416" y="7977"/>
                </a:cubicBezTo>
                <a:cubicBezTo>
                  <a:pt x="172391" y="8239"/>
                  <a:pt x="172367" y="8480"/>
                  <a:pt x="172349" y="8689"/>
                </a:cubicBezTo>
                <a:cubicBezTo>
                  <a:pt x="172279" y="8741"/>
                  <a:pt x="172210" y="8800"/>
                  <a:pt x="172136" y="8867"/>
                </a:cubicBezTo>
                <a:cubicBezTo>
                  <a:pt x="172123" y="8814"/>
                  <a:pt x="172116" y="8759"/>
                  <a:pt x="172105" y="8699"/>
                </a:cubicBezTo>
                <a:cubicBezTo>
                  <a:pt x="172220" y="8378"/>
                  <a:pt x="172321" y="8134"/>
                  <a:pt x="172409" y="7946"/>
                </a:cubicBezTo>
                <a:close/>
                <a:moveTo>
                  <a:pt x="211625" y="7946"/>
                </a:moveTo>
                <a:cubicBezTo>
                  <a:pt x="211628" y="7956"/>
                  <a:pt x="211628" y="7967"/>
                  <a:pt x="211635" y="7977"/>
                </a:cubicBezTo>
                <a:cubicBezTo>
                  <a:pt x="211608" y="8239"/>
                  <a:pt x="211587" y="8480"/>
                  <a:pt x="211566" y="8689"/>
                </a:cubicBezTo>
                <a:lnTo>
                  <a:pt x="211349" y="8867"/>
                </a:lnTo>
                <a:cubicBezTo>
                  <a:pt x="211342" y="8814"/>
                  <a:pt x="211335" y="8759"/>
                  <a:pt x="211321" y="8699"/>
                </a:cubicBezTo>
                <a:cubicBezTo>
                  <a:pt x="211437" y="8378"/>
                  <a:pt x="211538" y="8134"/>
                  <a:pt x="211625" y="7946"/>
                </a:cubicBezTo>
                <a:close/>
                <a:moveTo>
                  <a:pt x="250915" y="7946"/>
                </a:moveTo>
                <a:lnTo>
                  <a:pt x="250929" y="7977"/>
                </a:lnTo>
                <a:cubicBezTo>
                  <a:pt x="250897" y="8239"/>
                  <a:pt x="250876" y="8480"/>
                  <a:pt x="250859" y="8689"/>
                </a:cubicBezTo>
                <a:cubicBezTo>
                  <a:pt x="250789" y="8741"/>
                  <a:pt x="250719" y="8800"/>
                  <a:pt x="250646" y="8867"/>
                </a:cubicBezTo>
                <a:cubicBezTo>
                  <a:pt x="250632" y="8814"/>
                  <a:pt x="250622" y="8759"/>
                  <a:pt x="250615" y="8699"/>
                </a:cubicBezTo>
                <a:cubicBezTo>
                  <a:pt x="250726" y="8378"/>
                  <a:pt x="250827" y="8134"/>
                  <a:pt x="250915" y="7946"/>
                </a:cubicBezTo>
                <a:close/>
                <a:moveTo>
                  <a:pt x="243025" y="8521"/>
                </a:moveTo>
                <a:cubicBezTo>
                  <a:pt x="243052" y="8619"/>
                  <a:pt x="243087" y="8713"/>
                  <a:pt x="243119" y="8814"/>
                </a:cubicBezTo>
                <a:lnTo>
                  <a:pt x="243077" y="8888"/>
                </a:lnTo>
                <a:cubicBezTo>
                  <a:pt x="243059" y="8766"/>
                  <a:pt x="243042" y="8644"/>
                  <a:pt x="243025" y="8521"/>
                </a:cubicBezTo>
                <a:close/>
                <a:moveTo>
                  <a:pt x="10154" y="7956"/>
                </a:moveTo>
                <a:cubicBezTo>
                  <a:pt x="10255" y="8180"/>
                  <a:pt x="10377" y="8483"/>
                  <a:pt x="10517" y="8891"/>
                </a:cubicBezTo>
                <a:cubicBezTo>
                  <a:pt x="10496" y="8895"/>
                  <a:pt x="10478" y="8898"/>
                  <a:pt x="10461" y="8905"/>
                </a:cubicBezTo>
                <a:cubicBezTo>
                  <a:pt x="10293" y="8755"/>
                  <a:pt x="10119" y="8612"/>
                  <a:pt x="9931" y="8487"/>
                </a:cubicBezTo>
                <a:cubicBezTo>
                  <a:pt x="9972" y="8354"/>
                  <a:pt x="10011" y="8221"/>
                  <a:pt x="10049" y="8103"/>
                </a:cubicBezTo>
                <a:lnTo>
                  <a:pt x="10154" y="7956"/>
                </a:lnTo>
                <a:close/>
                <a:moveTo>
                  <a:pt x="49370" y="7956"/>
                </a:moveTo>
                <a:cubicBezTo>
                  <a:pt x="49510" y="8260"/>
                  <a:pt x="49632" y="8574"/>
                  <a:pt x="49736" y="8891"/>
                </a:cubicBezTo>
                <a:cubicBezTo>
                  <a:pt x="49716" y="8895"/>
                  <a:pt x="49698" y="8898"/>
                  <a:pt x="49677" y="8905"/>
                </a:cubicBezTo>
                <a:cubicBezTo>
                  <a:pt x="49513" y="8755"/>
                  <a:pt x="49339" y="8612"/>
                  <a:pt x="49150" y="8487"/>
                </a:cubicBezTo>
                <a:cubicBezTo>
                  <a:pt x="49189" y="8351"/>
                  <a:pt x="49231" y="8225"/>
                  <a:pt x="49269" y="8103"/>
                </a:cubicBezTo>
                <a:cubicBezTo>
                  <a:pt x="49300" y="8054"/>
                  <a:pt x="49332" y="8002"/>
                  <a:pt x="49370" y="7956"/>
                </a:cubicBezTo>
                <a:close/>
                <a:moveTo>
                  <a:pt x="88590" y="7956"/>
                </a:moveTo>
                <a:cubicBezTo>
                  <a:pt x="88688" y="8180"/>
                  <a:pt x="88810" y="8483"/>
                  <a:pt x="88949" y="8891"/>
                </a:cubicBezTo>
                <a:cubicBezTo>
                  <a:pt x="88932" y="8895"/>
                  <a:pt x="88914" y="8898"/>
                  <a:pt x="88897" y="8905"/>
                </a:cubicBezTo>
                <a:cubicBezTo>
                  <a:pt x="88730" y="8755"/>
                  <a:pt x="88552" y="8612"/>
                  <a:pt x="88367" y="8487"/>
                </a:cubicBezTo>
                <a:cubicBezTo>
                  <a:pt x="88405" y="8351"/>
                  <a:pt x="88444" y="8225"/>
                  <a:pt x="88485" y="8103"/>
                </a:cubicBezTo>
                <a:lnTo>
                  <a:pt x="88590" y="7956"/>
                </a:lnTo>
                <a:close/>
                <a:moveTo>
                  <a:pt x="127932" y="7956"/>
                </a:moveTo>
                <a:cubicBezTo>
                  <a:pt x="128033" y="8180"/>
                  <a:pt x="128155" y="8483"/>
                  <a:pt x="128295" y="8891"/>
                </a:cubicBezTo>
                <a:lnTo>
                  <a:pt x="128239" y="8905"/>
                </a:lnTo>
                <a:cubicBezTo>
                  <a:pt x="128075" y="8755"/>
                  <a:pt x="127897" y="8616"/>
                  <a:pt x="127712" y="8487"/>
                </a:cubicBezTo>
                <a:cubicBezTo>
                  <a:pt x="127751" y="8351"/>
                  <a:pt x="127789" y="8221"/>
                  <a:pt x="127827" y="8103"/>
                </a:cubicBezTo>
                <a:lnTo>
                  <a:pt x="127932" y="7956"/>
                </a:lnTo>
                <a:close/>
                <a:moveTo>
                  <a:pt x="167149" y="7956"/>
                </a:moveTo>
                <a:cubicBezTo>
                  <a:pt x="167288" y="8260"/>
                  <a:pt x="167410" y="8574"/>
                  <a:pt x="167515" y="8891"/>
                </a:cubicBezTo>
                <a:cubicBezTo>
                  <a:pt x="167494" y="8895"/>
                  <a:pt x="167476" y="8898"/>
                  <a:pt x="167459" y="8905"/>
                </a:cubicBezTo>
                <a:cubicBezTo>
                  <a:pt x="167292" y="8755"/>
                  <a:pt x="167114" y="8616"/>
                  <a:pt x="166929" y="8487"/>
                </a:cubicBezTo>
                <a:cubicBezTo>
                  <a:pt x="166971" y="8354"/>
                  <a:pt x="167009" y="8221"/>
                  <a:pt x="167047" y="8103"/>
                </a:cubicBezTo>
                <a:lnTo>
                  <a:pt x="167149" y="7956"/>
                </a:lnTo>
                <a:close/>
                <a:moveTo>
                  <a:pt x="206368" y="7956"/>
                </a:moveTo>
                <a:cubicBezTo>
                  <a:pt x="206466" y="8180"/>
                  <a:pt x="206592" y="8483"/>
                  <a:pt x="206735" y="8895"/>
                </a:cubicBezTo>
                <a:cubicBezTo>
                  <a:pt x="206714" y="8895"/>
                  <a:pt x="206696" y="8898"/>
                  <a:pt x="206679" y="8905"/>
                </a:cubicBezTo>
                <a:cubicBezTo>
                  <a:pt x="206511" y="8752"/>
                  <a:pt x="206334" y="8612"/>
                  <a:pt x="206145" y="8487"/>
                </a:cubicBezTo>
                <a:cubicBezTo>
                  <a:pt x="206191" y="8354"/>
                  <a:pt x="206229" y="8221"/>
                  <a:pt x="206264" y="8103"/>
                </a:cubicBezTo>
                <a:lnTo>
                  <a:pt x="206368" y="7956"/>
                </a:lnTo>
                <a:close/>
                <a:moveTo>
                  <a:pt x="245655" y="7956"/>
                </a:moveTo>
                <a:cubicBezTo>
                  <a:pt x="245794" y="8260"/>
                  <a:pt x="245916" y="8574"/>
                  <a:pt x="246021" y="8891"/>
                </a:cubicBezTo>
                <a:cubicBezTo>
                  <a:pt x="246003" y="8895"/>
                  <a:pt x="245986" y="8898"/>
                  <a:pt x="245965" y="8905"/>
                </a:cubicBezTo>
                <a:cubicBezTo>
                  <a:pt x="245801" y="8755"/>
                  <a:pt x="245623" y="8612"/>
                  <a:pt x="245438" y="8487"/>
                </a:cubicBezTo>
                <a:cubicBezTo>
                  <a:pt x="245477" y="8354"/>
                  <a:pt x="245515" y="8225"/>
                  <a:pt x="245557" y="8103"/>
                </a:cubicBezTo>
                <a:lnTo>
                  <a:pt x="245655" y="7956"/>
                </a:lnTo>
                <a:close/>
                <a:moveTo>
                  <a:pt x="31522" y="7939"/>
                </a:moveTo>
                <a:cubicBezTo>
                  <a:pt x="31532" y="7977"/>
                  <a:pt x="31546" y="8016"/>
                  <a:pt x="31557" y="8061"/>
                </a:cubicBezTo>
                <a:lnTo>
                  <a:pt x="31494" y="8912"/>
                </a:lnTo>
                <a:lnTo>
                  <a:pt x="31414" y="8741"/>
                </a:lnTo>
                <a:cubicBezTo>
                  <a:pt x="31393" y="8644"/>
                  <a:pt x="31372" y="8549"/>
                  <a:pt x="31344" y="8459"/>
                </a:cubicBezTo>
                <a:cubicBezTo>
                  <a:pt x="31407" y="8277"/>
                  <a:pt x="31462" y="8103"/>
                  <a:pt x="31522" y="7939"/>
                </a:cubicBezTo>
                <a:close/>
                <a:moveTo>
                  <a:pt x="70742" y="7939"/>
                </a:moveTo>
                <a:cubicBezTo>
                  <a:pt x="70752" y="7977"/>
                  <a:pt x="70766" y="8016"/>
                  <a:pt x="70773" y="8061"/>
                </a:cubicBezTo>
                <a:cubicBezTo>
                  <a:pt x="70756" y="8340"/>
                  <a:pt x="70735" y="8626"/>
                  <a:pt x="70710" y="8912"/>
                </a:cubicBezTo>
                <a:lnTo>
                  <a:pt x="70634" y="8741"/>
                </a:lnTo>
                <a:cubicBezTo>
                  <a:pt x="70613" y="8644"/>
                  <a:pt x="70588" y="8549"/>
                  <a:pt x="70564" y="8459"/>
                </a:cubicBezTo>
                <a:cubicBezTo>
                  <a:pt x="70623" y="8277"/>
                  <a:pt x="70682" y="8103"/>
                  <a:pt x="70742" y="7939"/>
                </a:cubicBezTo>
                <a:close/>
                <a:moveTo>
                  <a:pt x="109958" y="7939"/>
                </a:moveTo>
                <a:cubicBezTo>
                  <a:pt x="109969" y="7977"/>
                  <a:pt x="109979" y="8016"/>
                  <a:pt x="109993" y="8061"/>
                </a:cubicBezTo>
                <a:cubicBezTo>
                  <a:pt x="109975" y="8340"/>
                  <a:pt x="109951" y="8626"/>
                  <a:pt x="109927" y="8912"/>
                </a:cubicBezTo>
                <a:cubicBezTo>
                  <a:pt x="109906" y="8853"/>
                  <a:pt x="109878" y="8797"/>
                  <a:pt x="109853" y="8741"/>
                </a:cubicBezTo>
                <a:cubicBezTo>
                  <a:pt x="109826" y="8685"/>
                  <a:pt x="109805" y="8549"/>
                  <a:pt x="109784" y="8459"/>
                </a:cubicBezTo>
                <a:cubicBezTo>
                  <a:pt x="109839" y="8277"/>
                  <a:pt x="109899" y="8103"/>
                  <a:pt x="109958" y="7939"/>
                </a:cubicBezTo>
                <a:close/>
                <a:moveTo>
                  <a:pt x="149304" y="7939"/>
                </a:moveTo>
                <a:cubicBezTo>
                  <a:pt x="149317" y="7977"/>
                  <a:pt x="149324" y="8012"/>
                  <a:pt x="149338" y="8061"/>
                </a:cubicBezTo>
                <a:lnTo>
                  <a:pt x="149272" y="8912"/>
                </a:lnTo>
                <a:cubicBezTo>
                  <a:pt x="149248" y="8853"/>
                  <a:pt x="149220" y="8797"/>
                  <a:pt x="149199" y="8741"/>
                </a:cubicBezTo>
                <a:cubicBezTo>
                  <a:pt x="149178" y="8685"/>
                  <a:pt x="149150" y="8549"/>
                  <a:pt x="149126" y="8452"/>
                </a:cubicBezTo>
                <a:lnTo>
                  <a:pt x="149304" y="7939"/>
                </a:lnTo>
                <a:close/>
                <a:moveTo>
                  <a:pt x="188523" y="7939"/>
                </a:moveTo>
                <a:cubicBezTo>
                  <a:pt x="188530" y="7977"/>
                  <a:pt x="188544" y="8012"/>
                  <a:pt x="188551" y="8061"/>
                </a:cubicBezTo>
                <a:cubicBezTo>
                  <a:pt x="188534" y="8340"/>
                  <a:pt x="188513" y="8626"/>
                  <a:pt x="188492" y="8912"/>
                </a:cubicBezTo>
                <a:lnTo>
                  <a:pt x="188412" y="8741"/>
                </a:lnTo>
                <a:cubicBezTo>
                  <a:pt x="188391" y="8644"/>
                  <a:pt x="188370" y="8549"/>
                  <a:pt x="188342" y="8452"/>
                </a:cubicBezTo>
                <a:cubicBezTo>
                  <a:pt x="188405" y="8277"/>
                  <a:pt x="188461" y="8103"/>
                  <a:pt x="188523" y="7939"/>
                </a:cubicBezTo>
                <a:close/>
                <a:moveTo>
                  <a:pt x="227736" y="7939"/>
                </a:moveTo>
                <a:cubicBezTo>
                  <a:pt x="227750" y="7977"/>
                  <a:pt x="227761" y="8019"/>
                  <a:pt x="227771" y="8061"/>
                </a:cubicBezTo>
                <a:cubicBezTo>
                  <a:pt x="227754" y="8340"/>
                  <a:pt x="227733" y="8626"/>
                  <a:pt x="227712" y="8912"/>
                </a:cubicBezTo>
                <a:lnTo>
                  <a:pt x="227632" y="8741"/>
                </a:lnTo>
                <a:cubicBezTo>
                  <a:pt x="227611" y="8644"/>
                  <a:pt x="227583" y="8549"/>
                  <a:pt x="227562" y="8459"/>
                </a:cubicBezTo>
                <a:cubicBezTo>
                  <a:pt x="227618" y="8277"/>
                  <a:pt x="227681" y="8103"/>
                  <a:pt x="227736" y="7939"/>
                </a:cubicBezTo>
                <a:close/>
                <a:moveTo>
                  <a:pt x="267030" y="7939"/>
                </a:moveTo>
                <a:cubicBezTo>
                  <a:pt x="267040" y="7977"/>
                  <a:pt x="267050" y="8016"/>
                  <a:pt x="267061" y="8061"/>
                </a:cubicBezTo>
                <a:cubicBezTo>
                  <a:pt x="267043" y="8340"/>
                  <a:pt x="267023" y="8626"/>
                  <a:pt x="266998" y="8912"/>
                </a:cubicBezTo>
                <a:lnTo>
                  <a:pt x="266921" y="8745"/>
                </a:lnTo>
                <a:cubicBezTo>
                  <a:pt x="266900" y="8644"/>
                  <a:pt x="266876" y="8549"/>
                  <a:pt x="266852" y="8452"/>
                </a:cubicBezTo>
                <a:cubicBezTo>
                  <a:pt x="266911" y="8277"/>
                  <a:pt x="266967" y="8103"/>
                  <a:pt x="267030" y="7939"/>
                </a:cubicBezTo>
                <a:close/>
                <a:moveTo>
                  <a:pt x="15330" y="8919"/>
                </a:moveTo>
                <a:lnTo>
                  <a:pt x="15330" y="8930"/>
                </a:lnTo>
                <a:lnTo>
                  <a:pt x="15327" y="8930"/>
                </a:lnTo>
                <a:cubicBezTo>
                  <a:pt x="15327" y="8923"/>
                  <a:pt x="15330" y="8923"/>
                  <a:pt x="15330" y="8919"/>
                </a:cubicBezTo>
                <a:close/>
                <a:moveTo>
                  <a:pt x="54550" y="8919"/>
                </a:moveTo>
                <a:lnTo>
                  <a:pt x="54550" y="8930"/>
                </a:lnTo>
                <a:lnTo>
                  <a:pt x="54543" y="8930"/>
                </a:lnTo>
                <a:cubicBezTo>
                  <a:pt x="54543" y="8923"/>
                  <a:pt x="54550" y="8923"/>
                  <a:pt x="54550" y="8919"/>
                </a:cubicBezTo>
                <a:close/>
                <a:moveTo>
                  <a:pt x="133112" y="8919"/>
                </a:moveTo>
                <a:lnTo>
                  <a:pt x="133108" y="8930"/>
                </a:lnTo>
                <a:lnTo>
                  <a:pt x="133105" y="8930"/>
                </a:lnTo>
                <a:lnTo>
                  <a:pt x="133112" y="8919"/>
                </a:lnTo>
                <a:close/>
                <a:moveTo>
                  <a:pt x="172328" y="8919"/>
                </a:moveTo>
                <a:lnTo>
                  <a:pt x="172328" y="8930"/>
                </a:lnTo>
                <a:lnTo>
                  <a:pt x="172325" y="8930"/>
                </a:lnTo>
                <a:cubicBezTo>
                  <a:pt x="172325" y="8923"/>
                  <a:pt x="172328" y="8923"/>
                  <a:pt x="172328" y="8919"/>
                </a:cubicBezTo>
                <a:close/>
                <a:moveTo>
                  <a:pt x="250838" y="8919"/>
                </a:moveTo>
                <a:lnTo>
                  <a:pt x="250838" y="8930"/>
                </a:lnTo>
                <a:lnTo>
                  <a:pt x="250831" y="8930"/>
                </a:lnTo>
                <a:cubicBezTo>
                  <a:pt x="250831" y="8923"/>
                  <a:pt x="250838" y="8923"/>
                  <a:pt x="250838" y="8919"/>
                </a:cubicBezTo>
                <a:close/>
                <a:moveTo>
                  <a:pt x="36838" y="8678"/>
                </a:moveTo>
                <a:lnTo>
                  <a:pt x="36838" y="8678"/>
                </a:lnTo>
                <a:cubicBezTo>
                  <a:pt x="36827" y="8748"/>
                  <a:pt x="36813" y="8825"/>
                  <a:pt x="36799" y="8902"/>
                </a:cubicBezTo>
                <a:cubicBezTo>
                  <a:pt x="36792" y="8916"/>
                  <a:pt x="36785" y="8926"/>
                  <a:pt x="36778" y="8937"/>
                </a:cubicBezTo>
                <a:cubicBezTo>
                  <a:pt x="36782" y="8895"/>
                  <a:pt x="36785" y="8849"/>
                  <a:pt x="36796" y="8800"/>
                </a:cubicBezTo>
                <a:cubicBezTo>
                  <a:pt x="36803" y="8755"/>
                  <a:pt x="36827" y="8713"/>
                  <a:pt x="36838" y="8678"/>
                </a:cubicBezTo>
                <a:close/>
                <a:moveTo>
                  <a:pt x="76057" y="8678"/>
                </a:moveTo>
                <a:lnTo>
                  <a:pt x="76057" y="8678"/>
                </a:lnTo>
                <a:cubicBezTo>
                  <a:pt x="76040" y="8752"/>
                  <a:pt x="76026" y="8828"/>
                  <a:pt x="76019" y="8902"/>
                </a:cubicBezTo>
                <a:lnTo>
                  <a:pt x="75995" y="8937"/>
                </a:lnTo>
                <a:lnTo>
                  <a:pt x="76009" y="8800"/>
                </a:lnTo>
                <a:cubicBezTo>
                  <a:pt x="76026" y="8759"/>
                  <a:pt x="76040" y="8713"/>
                  <a:pt x="76057" y="8678"/>
                </a:cubicBezTo>
                <a:close/>
                <a:moveTo>
                  <a:pt x="115274" y="8678"/>
                </a:moveTo>
                <a:lnTo>
                  <a:pt x="115274" y="8678"/>
                </a:lnTo>
                <a:cubicBezTo>
                  <a:pt x="115260" y="8748"/>
                  <a:pt x="115246" y="8821"/>
                  <a:pt x="115232" y="8905"/>
                </a:cubicBezTo>
                <a:lnTo>
                  <a:pt x="115211" y="8937"/>
                </a:lnTo>
                <a:cubicBezTo>
                  <a:pt x="115218" y="8891"/>
                  <a:pt x="115225" y="8846"/>
                  <a:pt x="115229" y="8800"/>
                </a:cubicBezTo>
                <a:cubicBezTo>
                  <a:pt x="115246" y="8759"/>
                  <a:pt x="115260" y="8713"/>
                  <a:pt x="115274" y="8678"/>
                </a:cubicBezTo>
                <a:close/>
                <a:moveTo>
                  <a:pt x="154616" y="8678"/>
                </a:moveTo>
                <a:lnTo>
                  <a:pt x="154616" y="8678"/>
                </a:lnTo>
                <a:cubicBezTo>
                  <a:pt x="154605" y="8748"/>
                  <a:pt x="154591" y="8821"/>
                  <a:pt x="154577" y="8902"/>
                </a:cubicBezTo>
                <a:cubicBezTo>
                  <a:pt x="154571" y="8916"/>
                  <a:pt x="154564" y="8926"/>
                  <a:pt x="154557" y="8937"/>
                </a:cubicBezTo>
                <a:cubicBezTo>
                  <a:pt x="154560" y="8891"/>
                  <a:pt x="154564" y="8849"/>
                  <a:pt x="154574" y="8800"/>
                </a:cubicBezTo>
                <a:cubicBezTo>
                  <a:pt x="154581" y="8752"/>
                  <a:pt x="154605" y="8713"/>
                  <a:pt x="154616" y="8678"/>
                </a:cubicBezTo>
                <a:close/>
                <a:moveTo>
                  <a:pt x="193836" y="8678"/>
                </a:moveTo>
                <a:lnTo>
                  <a:pt x="193836" y="8678"/>
                </a:lnTo>
                <a:cubicBezTo>
                  <a:pt x="193818" y="8752"/>
                  <a:pt x="193804" y="8828"/>
                  <a:pt x="193797" y="8902"/>
                </a:cubicBezTo>
                <a:lnTo>
                  <a:pt x="193776" y="8937"/>
                </a:lnTo>
                <a:lnTo>
                  <a:pt x="193790" y="8800"/>
                </a:lnTo>
                <a:cubicBezTo>
                  <a:pt x="193808" y="8759"/>
                  <a:pt x="193818" y="8713"/>
                  <a:pt x="193836" y="8678"/>
                </a:cubicBezTo>
                <a:close/>
                <a:moveTo>
                  <a:pt x="233056" y="8678"/>
                </a:moveTo>
                <a:lnTo>
                  <a:pt x="233056" y="8678"/>
                </a:lnTo>
                <a:cubicBezTo>
                  <a:pt x="233038" y="8748"/>
                  <a:pt x="233024" y="8821"/>
                  <a:pt x="233010" y="8902"/>
                </a:cubicBezTo>
                <a:cubicBezTo>
                  <a:pt x="233007" y="8912"/>
                  <a:pt x="233000" y="8926"/>
                  <a:pt x="232993" y="8937"/>
                </a:cubicBezTo>
                <a:lnTo>
                  <a:pt x="233007" y="8800"/>
                </a:lnTo>
                <a:cubicBezTo>
                  <a:pt x="233024" y="8759"/>
                  <a:pt x="233038" y="8713"/>
                  <a:pt x="233056" y="8678"/>
                </a:cubicBezTo>
                <a:close/>
                <a:moveTo>
                  <a:pt x="272345" y="8678"/>
                </a:moveTo>
                <a:cubicBezTo>
                  <a:pt x="272328" y="8755"/>
                  <a:pt x="272314" y="8828"/>
                  <a:pt x="272307" y="8905"/>
                </a:cubicBezTo>
                <a:lnTo>
                  <a:pt x="272283" y="8937"/>
                </a:lnTo>
                <a:lnTo>
                  <a:pt x="272297" y="8800"/>
                </a:lnTo>
                <a:cubicBezTo>
                  <a:pt x="272314" y="8759"/>
                  <a:pt x="272328" y="8720"/>
                  <a:pt x="272345" y="8678"/>
                </a:cubicBezTo>
                <a:close/>
                <a:moveTo>
                  <a:pt x="59102" y="5902"/>
                </a:moveTo>
                <a:lnTo>
                  <a:pt x="59102" y="5902"/>
                </a:lnTo>
                <a:cubicBezTo>
                  <a:pt x="59064" y="6586"/>
                  <a:pt x="59011" y="7342"/>
                  <a:pt x="58945" y="8064"/>
                </a:cubicBezTo>
                <a:cubicBezTo>
                  <a:pt x="58861" y="8169"/>
                  <a:pt x="58760" y="8305"/>
                  <a:pt x="58648" y="8473"/>
                </a:cubicBezTo>
                <a:cubicBezTo>
                  <a:pt x="58558" y="8609"/>
                  <a:pt x="58457" y="8766"/>
                  <a:pt x="58352" y="8943"/>
                </a:cubicBezTo>
                <a:lnTo>
                  <a:pt x="58314" y="8863"/>
                </a:lnTo>
                <a:cubicBezTo>
                  <a:pt x="58296" y="8727"/>
                  <a:pt x="58272" y="8591"/>
                  <a:pt x="58251" y="8455"/>
                </a:cubicBezTo>
                <a:cubicBezTo>
                  <a:pt x="58530" y="7489"/>
                  <a:pt x="58823" y="6634"/>
                  <a:pt x="59102" y="5902"/>
                </a:cubicBezTo>
                <a:close/>
                <a:moveTo>
                  <a:pt x="98322" y="5902"/>
                </a:moveTo>
                <a:lnTo>
                  <a:pt x="98322" y="5902"/>
                </a:lnTo>
                <a:cubicBezTo>
                  <a:pt x="98280" y="6586"/>
                  <a:pt x="98228" y="7342"/>
                  <a:pt x="98165" y="8064"/>
                </a:cubicBezTo>
                <a:cubicBezTo>
                  <a:pt x="98081" y="8169"/>
                  <a:pt x="97977" y="8305"/>
                  <a:pt x="97861" y="8473"/>
                </a:cubicBezTo>
                <a:cubicBezTo>
                  <a:pt x="97771" y="8609"/>
                  <a:pt x="97673" y="8766"/>
                  <a:pt x="97572" y="8943"/>
                </a:cubicBezTo>
                <a:lnTo>
                  <a:pt x="97530" y="8863"/>
                </a:lnTo>
                <a:cubicBezTo>
                  <a:pt x="97509" y="8727"/>
                  <a:pt x="97492" y="8591"/>
                  <a:pt x="97471" y="8455"/>
                </a:cubicBezTo>
                <a:cubicBezTo>
                  <a:pt x="97750" y="7489"/>
                  <a:pt x="98043" y="6634"/>
                  <a:pt x="98322" y="5902"/>
                </a:cubicBezTo>
                <a:close/>
                <a:moveTo>
                  <a:pt x="19882" y="5902"/>
                </a:moveTo>
                <a:lnTo>
                  <a:pt x="19882" y="5902"/>
                </a:lnTo>
                <a:cubicBezTo>
                  <a:pt x="19844" y="6586"/>
                  <a:pt x="19791" y="7342"/>
                  <a:pt x="19729" y="8064"/>
                </a:cubicBezTo>
                <a:cubicBezTo>
                  <a:pt x="19620" y="8197"/>
                  <a:pt x="19523" y="8333"/>
                  <a:pt x="19429" y="8476"/>
                </a:cubicBezTo>
                <a:cubicBezTo>
                  <a:pt x="19338" y="8609"/>
                  <a:pt x="19237" y="8766"/>
                  <a:pt x="19136" y="8947"/>
                </a:cubicBezTo>
                <a:cubicBezTo>
                  <a:pt x="19125" y="8919"/>
                  <a:pt x="19108" y="8895"/>
                  <a:pt x="19094" y="8863"/>
                </a:cubicBezTo>
                <a:cubicBezTo>
                  <a:pt x="19076" y="8727"/>
                  <a:pt x="19055" y="8591"/>
                  <a:pt x="19031" y="8452"/>
                </a:cubicBezTo>
                <a:cubicBezTo>
                  <a:pt x="19310" y="7489"/>
                  <a:pt x="19606" y="6634"/>
                  <a:pt x="19882" y="5902"/>
                </a:cubicBezTo>
                <a:close/>
                <a:moveTo>
                  <a:pt x="137660" y="5902"/>
                </a:moveTo>
                <a:cubicBezTo>
                  <a:pt x="137622" y="6586"/>
                  <a:pt x="137570" y="7342"/>
                  <a:pt x="137510" y="8064"/>
                </a:cubicBezTo>
                <a:cubicBezTo>
                  <a:pt x="137402" y="8197"/>
                  <a:pt x="137301" y="8333"/>
                  <a:pt x="137207" y="8473"/>
                </a:cubicBezTo>
                <a:cubicBezTo>
                  <a:pt x="137116" y="8609"/>
                  <a:pt x="137015" y="8766"/>
                  <a:pt x="136917" y="8947"/>
                </a:cubicBezTo>
                <a:cubicBezTo>
                  <a:pt x="136903" y="8919"/>
                  <a:pt x="136886" y="8895"/>
                  <a:pt x="136872" y="8863"/>
                </a:cubicBezTo>
                <a:cubicBezTo>
                  <a:pt x="136855" y="8727"/>
                  <a:pt x="136834" y="8591"/>
                  <a:pt x="136813" y="8455"/>
                </a:cubicBezTo>
                <a:cubicBezTo>
                  <a:pt x="137092" y="7489"/>
                  <a:pt x="137385" y="6634"/>
                  <a:pt x="137660" y="5902"/>
                </a:cubicBezTo>
                <a:close/>
                <a:moveTo>
                  <a:pt x="176880" y="5902"/>
                </a:moveTo>
                <a:lnTo>
                  <a:pt x="176880" y="5902"/>
                </a:lnTo>
                <a:cubicBezTo>
                  <a:pt x="176842" y="6586"/>
                  <a:pt x="176790" y="7342"/>
                  <a:pt x="176727" y="8064"/>
                </a:cubicBezTo>
                <a:cubicBezTo>
                  <a:pt x="176619" y="8197"/>
                  <a:pt x="176521" y="8333"/>
                  <a:pt x="176427" y="8476"/>
                </a:cubicBezTo>
                <a:cubicBezTo>
                  <a:pt x="176336" y="8609"/>
                  <a:pt x="176235" y="8766"/>
                  <a:pt x="176134" y="8947"/>
                </a:cubicBezTo>
                <a:cubicBezTo>
                  <a:pt x="176116" y="8919"/>
                  <a:pt x="176102" y="8891"/>
                  <a:pt x="176092" y="8863"/>
                </a:cubicBezTo>
                <a:cubicBezTo>
                  <a:pt x="176074" y="8727"/>
                  <a:pt x="176050" y="8591"/>
                  <a:pt x="176029" y="8452"/>
                </a:cubicBezTo>
                <a:cubicBezTo>
                  <a:pt x="176308" y="7489"/>
                  <a:pt x="176601" y="6634"/>
                  <a:pt x="176880" y="5902"/>
                </a:cubicBezTo>
                <a:close/>
                <a:moveTo>
                  <a:pt x="216100" y="5902"/>
                </a:moveTo>
                <a:lnTo>
                  <a:pt x="216100" y="5902"/>
                </a:lnTo>
                <a:cubicBezTo>
                  <a:pt x="216058" y="6586"/>
                  <a:pt x="216009" y="7342"/>
                  <a:pt x="215943" y="8064"/>
                </a:cubicBezTo>
                <a:cubicBezTo>
                  <a:pt x="215835" y="8197"/>
                  <a:pt x="215737" y="8333"/>
                  <a:pt x="215647" y="8473"/>
                </a:cubicBezTo>
                <a:cubicBezTo>
                  <a:pt x="215553" y="8609"/>
                  <a:pt x="215455" y="8766"/>
                  <a:pt x="215350" y="8947"/>
                </a:cubicBezTo>
                <a:lnTo>
                  <a:pt x="215308" y="8863"/>
                </a:lnTo>
                <a:cubicBezTo>
                  <a:pt x="215287" y="8727"/>
                  <a:pt x="215270" y="8591"/>
                  <a:pt x="215249" y="8452"/>
                </a:cubicBezTo>
                <a:cubicBezTo>
                  <a:pt x="215528" y="7489"/>
                  <a:pt x="215821" y="6634"/>
                  <a:pt x="216100" y="5902"/>
                </a:cubicBezTo>
                <a:close/>
                <a:moveTo>
                  <a:pt x="255386" y="5902"/>
                </a:moveTo>
                <a:lnTo>
                  <a:pt x="255386" y="5902"/>
                </a:lnTo>
                <a:cubicBezTo>
                  <a:pt x="255348" y="6586"/>
                  <a:pt x="255296" y="7342"/>
                  <a:pt x="255236" y="8064"/>
                </a:cubicBezTo>
                <a:cubicBezTo>
                  <a:pt x="255128" y="8197"/>
                  <a:pt x="255027" y="8333"/>
                  <a:pt x="254933" y="8476"/>
                </a:cubicBezTo>
                <a:cubicBezTo>
                  <a:pt x="254842" y="8609"/>
                  <a:pt x="254741" y="8766"/>
                  <a:pt x="254643" y="8947"/>
                </a:cubicBezTo>
                <a:cubicBezTo>
                  <a:pt x="254626" y="8919"/>
                  <a:pt x="254612" y="8891"/>
                  <a:pt x="254598" y="8863"/>
                </a:cubicBezTo>
                <a:cubicBezTo>
                  <a:pt x="254581" y="8727"/>
                  <a:pt x="254560" y="8591"/>
                  <a:pt x="254539" y="8452"/>
                </a:cubicBezTo>
                <a:cubicBezTo>
                  <a:pt x="254818" y="7489"/>
                  <a:pt x="255114" y="6634"/>
                  <a:pt x="255386" y="5902"/>
                </a:cubicBezTo>
                <a:close/>
                <a:moveTo>
                  <a:pt x="7517" y="8521"/>
                </a:moveTo>
                <a:cubicBezTo>
                  <a:pt x="7562" y="8644"/>
                  <a:pt x="7601" y="8766"/>
                  <a:pt x="7639" y="8895"/>
                </a:cubicBezTo>
                <a:lnTo>
                  <a:pt x="7587" y="8989"/>
                </a:lnTo>
                <a:cubicBezTo>
                  <a:pt x="7566" y="8835"/>
                  <a:pt x="7545" y="8678"/>
                  <a:pt x="7517" y="8521"/>
                </a:cubicBezTo>
                <a:close/>
                <a:moveTo>
                  <a:pt x="42530" y="6551"/>
                </a:moveTo>
                <a:cubicBezTo>
                  <a:pt x="42663" y="6858"/>
                  <a:pt x="42820" y="7224"/>
                  <a:pt x="42987" y="7646"/>
                </a:cubicBezTo>
                <a:cubicBezTo>
                  <a:pt x="42924" y="8180"/>
                  <a:pt x="42882" y="8654"/>
                  <a:pt x="42854" y="8989"/>
                </a:cubicBezTo>
                <a:cubicBezTo>
                  <a:pt x="42799" y="8727"/>
                  <a:pt x="42750" y="8417"/>
                  <a:pt x="42704" y="8078"/>
                </a:cubicBezTo>
                <a:cubicBezTo>
                  <a:pt x="42715" y="8061"/>
                  <a:pt x="42725" y="8040"/>
                  <a:pt x="42732" y="8023"/>
                </a:cubicBezTo>
                <a:lnTo>
                  <a:pt x="42732" y="8023"/>
                </a:lnTo>
                <a:lnTo>
                  <a:pt x="42698" y="8058"/>
                </a:lnTo>
                <a:cubicBezTo>
                  <a:pt x="42638" y="7597"/>
                  <a:pt x="42575" y="7088"/>
                  <a:pt x="42530" y="6551"/>
                </a:cubicBezTo>
                <a:close/>
                <a:moveTo>
                  <a:pt x="46737" y="8521"/>
                </a:moveTo>
                <a:lnTo>
                  <a:pt x="46737" y="8521"/>
                </a:lnTo>
                <a:cubicBezTo>
                  <a:pt x="46775" y="8644"/>
                  <a:pt x="46817" y="8766"/>
                  <a:pt x="46859" y="8898"/>
                </a:cubicBezTo>
                <a:cubicBezTo>
                  <a:pt x="46841" y="8923"/>
                  <a:pt x="46824" y="8957"/>
                  <a:pt x="46799" y="8989"/>
                </a:cubicBezTo>
                <a:cubicBezTo>
                  <a:pt x="46782" y="8835"/>
                  <a:pt x="46761" y="8678"/>
                  <a:pt x="46737" y="8521"/>
                </a:cubicBezTo>
                <a:close/>
                <a:moveTo>
                  <a:pt x="81743" y="6551"/>
                </a:moveTo>
                <a:lnTo>
                  <a:pt x="81743" y="6551"/>
                </a:lnTo>
                <a:cubicBezTo>
                  <a:pt x="81883" y="6858"/>
                  <a:pt x="82040" y="7224"/>
                  <a:pt x="82207" y="7646"/>
                </a:cubicBezTo>
                <a:cubicBezTo>
                  <a:pt x="82141" y="8176"/>
                  <a:pt x="82099" y="8654"/>
                  <a:pt x="82074" y="8989"/>
                </a:cubicBezTo>
                <a:cubicBezTo>
                  <a:pt x="82019" y="8727"/>
                  <a:pt x="81966" y="8417"/>
                  <a:pt x="81921" y="8078"/>
                </a:cubicBezTo>
                <a:lnTo>
                  <a:pt x="81952" y="8019"/>
                </a:lnTo>
                <a:lnTo>
                  <a:pt x="81917" y="8054"/>
                </a:lnTo>
                <a:cubicBezTo>
                  <a:pt x="81851" y="7597"/>
                  <a:pt x="81795" y="7088"/>
                  <a:pt x="81743" y="6551"/>
                </a:cubicBezTo>
                <a:close/>
                <a:moveTo>
                  <a:pt x="85957" y="8521"/>
                </a:moveTo>
                <a:lnTo>
                  <a:pt x="85957" y="8521"/>
                </a:lnTo>
                <a:cubicBezTo>
                  <a:pt x="85995" y="8644"/>
                  <a:pt x="86033" y="8766"/>
                  <a:pt x="86072" y="8898"/>
                </a:cubicBezTo>
                <a:lnTo>
                  <a:pt x="86019" y="8989"/>
                </a:lnTo>
                <a:lnTo>
                  <a:pt x="85957" y="8521"/>
                </a:lnTo>
                <a:close/>
                <a:moveTo>
                  <a:pt x="160308" y="6551"/>
                </a:moveTo>
                <a:cubicBezTo>
                  <a:pt x="160444" y="6858"/>
                  <a:pt x="160601" y="7224"/>
                  <a:pt x="160765" y="7646"/>
                </a:cubicBezTo>
                <a:cubicBezTo>
                  <a:pt x="160703" y="8176"/>
                  <a:pt x="160661" y="8654"/>
                  <a:pt x="160633" y="8989"/>
                </a:cubicBezTo>
                <a:cubicBezTo>
                  <a:pt x="160580" y="8727"/>
                  <a:pt x="160528" y="8417"/>
                  <a:pt x="160483" y="8078"/>
                </a:cubicBezTo>
                <a:cubicBezTo>
                  <a:pt x="160493" y="8061"/>
                  <a:pt x="160504" y="8040"/>
                  <a:pt x="160511" y="8019"/>
                </a:cubicBezTo>
                <a:lnTo>
                  <a:pt x="160511" y="8019"/>
                </a:lnTo>
                <a:lnTo>
                  <a:pt x="160476" y="8054"/>
                </a:lnTo>
                <a:cubicBezTo>
                  <a:pt x="160417" y="7597"/>
                  <a:pt x="160361" y="7088"/>
                  <a:pt x="160308" y="6551"/>
                </a:cubicBezTo>
                <a:close/>
                <a:moveTo>
                  <a:pt x="164515" y="8521"/>
                </a:moveTo>
                <a:lnTo>
                  <a:pt x="164515" y="8521"/>
                </a:lnTo>
                <a:cubicBezTo>
                  <a:pt x="164553" y="8644"/>
                  <a:pt x="164599" y="8766"/>
                  <a:pt x="164637" y="8895"/>
                </a:cubicBezTo>
                <a:lnTo>
                  <a:pt x="164585" y="8989"/>
                </a:lnTo>
                <a:cubicBezTo>
                  <a:pt x="164564" y="8835"/>
                  <a:pt x="164543" y="8678"/>
                  <a:pt x="164515" y="8521"/>
                </a:cubicBezTo>
                <a:close/>
                <a:moveTo>
                  <a:pt x="199521" y="6551"/>
                </a:moveTo>
                <a:lnTo>
                  <a:pt x="199521" y="6551"/>
                </a:lnTo>
                <a:cubicBezTo>
                  <a:pt x="199661" y="6858"/>
                  <a:pt x="199818" y="7224"/>
                  <a:pt x="199985" y="7646"/>
                </a:cubicBezTo>
                <a:cubicBezTo>
                  <a:pt x="199922" y="8180"/>
                  <a:pt x="199881" y="8654"/>
                  <a:pt x="199853" y="8989"/>
                </a:cubicBezTo>
                <a:cubicBezTo>
                  <a:pt x="199797" y="8727"/>
                  <a:pt x="199748" y="8417"/>
                  <a:pt x="199703" y="8078"/>
                </a:cubicBezTo>
                <a:lnTo>
                  <a:pt x="199731" y="8023"/>
                </a:lnTo>
                <a:lnTo>
                  <a:pt x="199696" y="8058"/>
                </a:lnTo>
                <a:cubicBezTo>
                  <a:pt x="199629" y="7597"/>
                  <a:pt x="199574" y="7088"/>
                  <a:pt x="199521" y="6551"/>
                </a:cubicBezTo>
                <a:close/>
                <a:moveTo>
                  <a:pt x="203735" y="8521"/>
                </a:moveTo>
                <a:cubicBezTo>
                  <a:pt x="203773" y="8644"/>
                  <a:pt x="203812" y="8766"/>
                  <a:pt x="203857" y="8895"/>
                </a:cubicBezTo>
                <a:lnTo>
                  <a:pt x="203801" y="8989"/>
                </a:lnTo>
                <a:cubicBezTo>
                  <a:pt x="203784" y="8835"/>
                  <a:pt x="203756" y="8678"/>
                  <a:pt x="203735" y="8521"/>
                </a:cubicBezTo>
                <a:close/>
                <a:moveTo>
                  <a:pt x="32122" y="8019"/>
                </a:moveTo>
                <a:lnTo>
                  <a:pt x="32258" y="8427"/>
                </a:lnTo>
                <a:cubicBezTo>
                  <a:pt x="32244" y="8619"/>
                  <a:pt x="32226" y="8811"/>
                  <a:pt x="32212" y="8996"/>
                </a:cubicBezTo>
                <a:cubicBezTo>
                  <a:pt x="32177" y="8828"/>
                  <a:pt x="32139" y="8661"/>
                  <a:pt x="32101" y="8501"/>
                </a:cubicBezTo>
                <a:cubicBezTo>
                  <a:pt x="32059" y="8340"/>
                  <a:pt x="32111" y="8176"/>
                  <a:pt x="32122" y="8019"/>
                </a:cubicBezTo>
                <a:close/>
                <a:moveTo>
                  <a:pt x="71335" y="8019"/>
                </a:moveTo>
                <a:cubicBezTo>
                  <a:pt x="71383" y="8152"/>
                  <a:pt x="71429" y="8288"/>
                  <a:pt x="71474" y="8427"/>
                </a:cubicBezTo>
                <a:cubicBezTo>
                  <a:pt x="71457" y="8619"/>
                  <a:pt x="71446" y="8811"/>
                  <a:pt x="71429" y="8996"/>
                </a:cubicBezTo>
                <a:cubicBezTo>
                  <a:pt x="71397" y="8828"/>
                  <a:pt x="71359" y="8661"/>
                  <a:pt x="71317" y="8501"/>
                </a:cubicBezTo>
                <a:cubicBezTo>
                  <a:pt x="71279" y="8340"/>
                  <a:pt x="71331" y="8176"/>
                  <a:pt x="71335" y="8019"/>
                </a:cubicBezTo>
                <a:close/>
                <a:moveTo>
                  <a:pt x="110555" y="8019"/>
                </a:moveTo>
                <a:cubicBezTo>
                  <a:pt x="110600" y="8152"/>
                  <a:pt x="110645" y="8288"/>
                  <a:pt x="110691" y="8427"/>
                </a:cubicBezTo>
                <a:cubicBezTo>
                  <a:pt x="110677" y="8619"/>
                  <a:pt x="110663" y="8811"/>
                  <a:pt x="110645" y="8996"/>
                </a:cubicBezTo>
                <a:cubicBezTo>
                  <a:pt x="110610" y="8828"/>
                  <a:pt x="110575" y="8661"/>
                  <a:pt x="110534" y="8501"/>
                </a:cubicBezTo>
                <a:cubicBezTo>
                  <a:pt x="110488" y="8340"/>
                  <a:pt x="110551" y="8176"/>
                  <a:pt x="110555" y="8019"/>
                </a:cubicBezTo>
                <a:close/>
                <a:moveTo>
                  <a:pt x="149900" y="8019"/>
                </a:moveTo>
                <a:cubicBezTo>
                  <a:pt x="149945" y="8152"/>
                  <a:pt x="149991" y="8288"/>
                  <a:pt x="150036" y="8427"/>
                </a:cubicBezTo>
                <a:cubicBezTo>
                  <a:pt x="150022" y="8619"/>
                  <a:pt x="150005" y="8811"/>
                  <a:pt x="149991" y="8996"/>
                </a:cubicBezTo>
                <a:cubicBezTo>
                  <a:pt x="149956" y="8828"/>
                  <a:pt x="149917" y="8661"/>
                  <a:pt x="149879" y="8501"/>
                </a:cubicBezTo>
                <a:cubicBezTo>
                  <a:pt x="149841" y="8340"/>
                  <a:pt x="149893" y="8176"/>
                  <a:pt x="149900" y="8019"/>
                </a:cubicBezTo>
                <a:close/>
                <a:moveTo>
                  <a:pt x="189113" y="8019"/>
                </a:moveTo>
                <a:cubicBezTo>
                  <a:pt x="189162" y="8152"/>
                  <a:pt x="189207" y="8288"/>
                  <a:pt x="189252" y="8427"/>
                </a:cubicBezTo>
                <a:cubicBezTo>
                  <a:pt x="189238" y="8619"/>
                  <a:pt x="189225" y="8811"/>
                  <a:pt x="189211" y="8996"/>
                </a:cubicBezTo>
                <a:cubicBezTo>
                  <a:pt x="189176" y="8828"/>
                  <a:pt x="189137" y="8661"/>
                  <a:pt x="189095" y="8501"/>
                </a:cubicBezTo>
                <a:cubicBezTo>
                  <a:pt x="189057" y="8340"/>
                  <a:pt x="189109" y="8176"/>
                  <a:pt x="189113" y="8019"/>
                </a:cubicBezTo>
                <a:close/>
                <a:moveTo>
                  <a:pt x="228333" y="8019"/>
                </a:moveTo>
                <a:cubicBezTo>
                  <a:pt x="228382" y="8152"/>
                  <a:pt x="228427" y="8288"/>
                  <a:pt x="228469" y="8427"/>
                </a:cubicBezTo>
                <a:cubicBezTo>
                  <a:pt x="228455" y="8619"/>
                  <a:pt x="228441" y="8811"/>
                  <a:pt x="228427" y="8996"/>
                </a:cubicBezTo>
                <a:cubicBezTo>
                  <a:pt x="228392" y="8828"/>
                  <a:pt x="228354" y="8661"/>
                  <a:pt x="228312" y="8501"/>
                </a:cubicBezTo>
                <a:cubicBezTo>
                  <a:pt x="228267" y="8340"/>
                  <a:pt x="228329" y="8176"/>
                  <a:pt x="228333" y="8019"/>
                </a:cubicBezTo>
                <a:close/>
                <a:moveTo>
                  <a:pt x="267622" y="8019"/>
                </a:moveTo>
                <a:cubicBezTo>
                  <a:pt x="267671" y="8152"/>
                  <a:pt x="267713" y="8288"/>
                  <a:pt x="267762" y="8427"/>
                </a:cubicBezTo>
                <a:cubicBezTo>
                  <a:pt x="267748" y="8619"/>
                  <a:pt x="267731" y="8811"/>
                  <a:pt x="267720" y="8996"/>
                </a:cubicBezTo>
                <a:cubicBezTo>
                  <a:pt x="267685" y="8828"/>
                  <a:pt x="267643" y="8661"/>
                  <a:pt x="267605" y="8501"/>
                </a:cubicBezTo>
                <a:cubicBezTo>
                  <a:pt x="267567" y="8340"/>
                  <a:pt x="267619" y="8176"/>
                  <a:pt x="267622" y="8019"/>
                </a:cubicBezTo>
                <a:close/>
                <a:moveTo>
                  <a:pt x="40430" y="7063"/>
                </a:moveTo>
                <a:lnTo>
                  <a:pt x="40584" y="7625"/>
                </a:lnTo>
                <a:cubicBezTo>
                  <a:pt x="40667" y="7928"/>
                  <a:pt x="40748" y="8274"/>
                  <a:pt x="40835" y="8644"/>
                </a:cubicBezTo>
                <a:lnTo>
                  <a:pt x="40807" y="8710"/>
                </a:lnTo>
                <a:lnTo>
                  <a:pt x="40552" y="9003"/>
                </a:lnTo>
                <a:cubicBezTo>
                  <a:pt x="40500" y="8323"/>
                  <a:pt x="40462" y="7642"/>
                  <a:pt x="40430" y="7063"/>
                </a:cubicBezTo>
                <a:close/>
                <a:moveTo>
                  <a:pt x="79647" y="7063"/>
                </a:moveTo>
                <a:lnTo>
                  <a:pt x="79647" y="7063"/>
                </a:lnTo>
                <a:cubicBezTo>
                  <a:pt x="79699" y="7241"/>
                  <a:pt x="79751" y="7430"/>
                  <a:pt x="79804" y="7625"/>
                </a:cubicBezTo>
                <a:cubicBezTo>
                  <a:pt x="79880" y="7928"/>
                  <a:pt x="79968" y="8274"/>
                  <a:pt x="80055" y="8644"/>
                </a:cubicBezTo>
                <a:lnTo>
                  <a:pt x="80020" y="8710"/>
                </a:lnTo>
                <a:cubicBezTo>
                  <a:pt x="79936" y="8800"/>
                  <a:pt x="79856" y="8898"/>
                  <a:pt x="79772" y="9003"/>
                </a:cubicBezTo>
                <a:cubicBezTo>
                  <a:pt x="79720" y="8323"/>
                  <a:pt x="79678" y="7642"/>
                  <a:pt x="79647" y="7063"/>
                </a:cubicBezTo>
                <a:close/>
                <a:moveTo>
                  <a:pt x="118863" y="7063"/>
                </a:moveTo>
                <a:lnTo>
                  <a:pt x="118863" y="7063"/>
                </a:lnTo>
                <a:cubicBezTo>
                  <a:pt x="118915" y="7241"/>
                  <a:pt x="118964" y="7423"/>
                  <a:pt x="119020" y="7625"/>
                </a:cubicBezTo>
                <a:cubicBezTo>
                  <a:pt x="119100" y="7928"/>
                  <a:pt x="119187" y="8274"/>
                  <a:pt x="119271" y="8644"/>
                </a:cubicBezTo>
                <a:cubicBezTo>
                  <a:pt x="119261" y="8668"/>
                  <a:pt x="119250" y="8689"/>
                  <a:pt x="119240" y="8710"/>
                </a:cubicBezTo>
                <a:lnTo>
                  <a:pt x="118985" y="9003"/>
                </a:lnTo>
                <a:cubicBezTo>
                  <a:pt x="118936" y="8323"/>
                  <a:pt x="118894" y="7639"/>
                  <a:pt x="118863" y="7063"/>
                </a:cubicBezTo>
                <a:close/>
                <a:moveTo>
                  <a:pt x="158212" y="7063"/>
                </a:moveTo>
                <a:lnTo>
                  <a:pt x="158212" y="7063"/>
                </a:lnTo>
                <a:cubicBezTo>
                  <a:pt x="158257" y="7241"/>
                  <a:pt x="158310" y="7423"/>
                  <a:pt x="158362" y="7625"/>
                </a:cubicBezTo>
                <a:cubicBezTo>
                  <a:pt x="158446" y="7928"/>
                  <a:pt x="158529" y="8274"/>
                  <a:pt x="158617" y="8644"/>
                </a:cubicBezTo>
                <a:lnTo>
                  <a:pt x="158585" y="8710"/>
                </a:lnTo>
                <a:lnTo>
                  <a:pt x="158334" y="9003"/>
                </a:lnTo>
                <a:cubicBezTo>
                  <a:pt x="158282" y="8323"/>
                  <a:pt x="158240" y="7639"/>
                  <a:pt x="158212" y="7063"/>
                </a:cubicBezTo>
                <a:close/>
                <a:moveTo>
                  <a:pt x="197428" y="7063"/>
                </a:moveTo>
                <a:lnTo>
                  <a:pt x="197582" y="7625"/>
                </a:lnTo>
                <a:cubicBezTo>
                  <a:pt x="197666" y="7928"/>
                  <a:pt x="197746" y="8274"/>
                  <a:pt x="197833" y="8644"/>
                </a:cubicBezTo>
                <a:cubicBezTo>
                  <a:pt x="197823" y="8664"/>
                  <a:pt x="197812" y="8689"/>
                  <a:pt x="197805" y="8710"/>
                </a:cubicBezTo>
                <a:cubicBezTo>
                  <a:pt x="197721" y="8800"/>
                  <a:pt x="197634" y="8898"/>
                  <a:pt x="197551" y="9003"/>
                </a:cubicBezTo>
                <a:cubicBezTo>
                  <a:pt x="197498" y="8323"/>
                  <a:pt x="197456" y="7642"/>
                  <a:pt x="197428" y="7063"/>
                </a:cubicBezTo>
                <a:close/>
                <a:moveTo>
                  <a:pt x="236645" y="7063"/>
                </a:moveTo>
                <a:cubicBezTo>
                  <a:pt x="236697" y="7241"/>
                  <a:pt x="236750" y="7430"/>
                  <a:pt x="236802" y="7625"/>
                </a:cubicBezTo>
                <a:cubicBezTo>
                  <a:pt x="236879" y="7928"/>
                  <a:pt x="236966" y="8274"/>
                  <a:pt x="237050" y="8644"/>
                </a:cubicBezTo>
                <a:cubicBezTo>
                  <a:pt x="237043" y="8668"/>
                  <a:pt x="237032" y="8689"/>
                  <a:pt x="237018" y="8710"/>
                </a:cubicBezTo>
                <a:lnTo>
                  <a:pt x="236767" y="9003"/>
                </a:lnTo>
                <a:cubicBezTo>
                  <a:pt x="236715" y="8323"/>
                  <a:pt x="236676" y="7642"/>
                  <a:pt x="236645" y="7063"/>
                </a:cubicBezTo>
                <a:close/>
                <a:moveTo>
                  <a:pt x="275938" y="7063"/>
                </a:moveTo>
                <a:cubicBezTo>
                  <a:pt x="275987" y="7241"/>
                  <a:pt x="276039" y="7423"/>
                  <a:pt x="276092" y="7625"/>
                </a:cubicBezTo>
                <a:cubicBezTo>
                  <a:pt x="276172" y="7928"/>
                  <a:pt x="276255" y="8274"/>
                  <a:pt x="276343" y="8644"/>
                </a:cubicBezTo>
                <a:cubicBezTo>
                  <a:pt x="276332" y="8664"/>
                  <a:pt x="276322" y="8689"/>
                  <a:pt x="276311" y="8710"/>
                </a:cubicBezTo>
                <a:cubicBezTo>
                  <a:pt x="276231" y="8800"/>
                  <a:pt x="276144" y="8898"/>
                  <a:pt x="276060" y="9003"/>
                </a:cubicBezTo>
                <a:cubicBezTo>
                  <a:pt x="276008" y="8323"/>
                  <a:pt x="275962" y="7639"/>
                  <a:pt x="275938" y="7063"/>
                </a:cubicBezTo>
                <a:close/>
                <a:moveTo>
                  <a:pt x="5229" y="8825"/>
                </a:moveTo>
                <a:lnTo>
                  <a:pt x="5302" y="8916"/>
                </a:lnTo>
                <a:cubicBezTo>
                  <a:pt x="5298" y="8975"/>
                  <a:pt x="5298" y="9034"/>
                  <a:pt x="5291" y="9093"/>
                </a:cubicBezTo>
                <a:lnTo>
                  <a:pt x="5229" y="8825"/>
                </a:lnTo>
                <a:close/>
                <a:moveTo>
                  <a:pt x="16502" y="7946"/>
                </a:moveTo>
                <a:cubicBezTo>
                  <a:pt x="16624" y="8152"/>
                  <a:pt x="16743" y="8361"/>
                  <a:pt x="16861" y="8577"/>
                </a:cubicBezTo>
                <a:cubicBezTo>
                  <a:pt x="16840" y="8741"/>
                  <a:pt x="16826" y="8916"/>
                  <a:pt x="16816" y="9093"/>
                </a:cubicBezTo>
                <a:cubicBezTo>
                  <a:pt x="16722" y="8675"/>
                  <a:pt x="16603" y="8302"/>
                  <a:pt x="16460" y="8044"/>
                </a:cubicBezTo>
                <a:lnTo>
                  <a:pt x="16502" y="7946"/>
                </a:lnTo>
                <a:close/>
                <a:moveTo>
                  <a:pt x="44442" y="8821"/>
                </a:moveTo>
                <a:lnTo>
                  <a:pt x="44522" y="8916"/>
                </a:lnTo>
                <a:cubicBezTo>
                  <a:pt x="44515" y="8975"/>
                  <a:pt x="44511" y="9031"/>
                  <a:pt x="44511" y="9093"/>
                </a:cubicBezTo>
                <a:cubicBezTo>
                  <a:pt x="44490" y="9003"/>
                  <a:pt x="44469" y="8909"/>
                  <a:pt x="44442" y="8821"/>
                </a:cubicBezTo>
                <a:close/>
                <a:moveTo>
                  <a:pt x="55722" y="7946"/>
                </a:moveTo>
                <a:cubicBezTo>
                  <a:pt x="55844" y="8152"/>
                  <a:pt x="55963" y="8361"/>
                  <a:pt x="56074" y="8577"/>
                </a:cubicBezTo>
                <a:cubicBezTo>
                  <a:pt x="56057" y="8741"/>
                  <a:pt x="56043" y="8916"/>
                  <a:pt x="56036" y="9093"/>
                </a:cubicBezTo>
                <a:cubicBezTo>
                  <a:pt x="55938" y="8675"/>
                  <a:pt x="55823" y="8298"/>
                  <a:pt x="55677" y="8044"/>
                </a:cubicBezTo>
                <a:cubicBezTo>
                  <a:pt x="55691" y="8009"/>
                  <a:pt x="55705" y="7977"/>
                  <a:pt x="55722" y="7946"/>
                </a:cubicBezTo>
                <a:close/>
                <a:moveTo>
                  <a:pt x="83661" y="8821"/>
                </a:moveTo>
                <a:lnTo>
                  <a:pt x="83742" y="8916"/>
                </a:lnTo>
                <a:lnTo>
                  <a:pt x="83728" y="9093"/>
                </a:lnTo>
                <a:cubicBezTo>
                  <a:pt x="83710" y="9003"/>
                  <a:pt x="83682" y="8909"/>
                  <a:pt x="83661" y="8821"/>
                </a:cubicBezTo>
                <a:close/>
                <a:moveTo>
                  <a:pt x="94938" y="7946"/>
                </a:moveTo>
                <a:cubicBezTo>
                  <a:pt x="95064" y="8152"/>
                  <a:pt x="95183" y="8361"/>
                  <a:pt x="95294" y="8577"/>
                </a:cubicBezTo>
                <a:cubicBezTo>
                  <a:pt x="95277" y="8741"/>
                  <a:pt x="95263" y="8916"/>
                  <a:pt x="95256" y="9093"/>
                </a:cubicBezTo>
                <a:cubicBezTo>
                  <a:pt x="95158" y="8675"/>
                  <a:pt x="95040" y="8298"/>
                  <a:pt x="94897" y="8044"/>
                </a:cubicBezTo>
                <a:lnTo>
                  <a:pt x="94938" y="7946"/>
                </a:lnTo>
                <a:close/>
                <a:moveTo>
                  <a:pt x="134284" y="7946"/>
                </a:moveTo>
                <a:cubicBezTo>
                  <a:pt x="134406" y="8152"/>
                  <a:pt x="134528" y="8361"/>
                  <a:pt x="134640" y="8577"/>
                </a:cubicBezTo>
                <a:cubicBezTo>
                  <a:pt x="134619" y="8748"/>
                  <a:pt x="134605" y="8923"/>
                  <a:pt x="134601" y="9093"/>
                </a:cubicBezTo>
                <a:cubicBezTo>
                  <a:pt x="134500" y="8675"/>
                  <a:pt x="134382" y="8298"/>
                  <a:pt x="134242" y="8044"/>
                </a:cubicBezTo>
                <a:lnTo>
                  <a:pt x="134284" y="7946"/>
                </a:lnTo>
                <a:close/>
                <a:moveTo>
                  <a:pt x="162220" y="8821"/>
                </a:moveTo>
                <a:lnTo>
                  <a:pt x="162300" y="8916"/>
                </a:lnTo>
                <a:cubicBezTo>
                  <a:pt x="162297" y="8975"/>
                  <a:pt x="162297" y="9038"/>
                  <a:pt x="162290" y="9093"/>
                </a:cubicBezTo>
                <a:cubicBezTo>
                  <a:pt x="162269" y="9003"/>
                  <a:pt x="162248" y="8909"/>
                  <a:pt x="162220" y="8821"/>
                </a:cubicBezTo>
                <a:close/>
                <a:moveTo>
                  <a:pt x="173500" y="7946"/>
                </a:moveTo>
                <a:cubicBezTo>
                  <a:pt x="173622" y="8152"/>
                  <a:pt x="173741" y="8361"/>
                  <a:pt x="173853" y="8577"/>
                </a:cubicBezTo>
                <a:cubicBezTo>
                  <a:pt x="173835" y="8741"/>
                  <a:pt x="173825" y="8916"/>
                  <a:pt x="173814" y="9093"/>
                </a:cubicBezTo>
                <a:cubicBezTo>
                  <a:pt x="173720" y="8675"/>
                  <a:pt x="173601" y="8302"/>
                  <a:pt x="173458" y="8044"/>
                </a:cubicBezTo>
                <a:cubicBezTo>
                  <a:pt x="173469" y="8009"/>
                  <a:pt x="173486" y="7977"/>
                  <a:pt x="173500" y="7946"/>
                </a:cubicBezTo>
                <a:close/>
                <a:moveTo>
                  <a:pt x="201440" y="8825"/>
                </a:moveTo>
                <a:lnTo>
                  <a:pt x="201520" y="8916"/>
                </a:lnTo>
                <a:cubicBezTo>
                  <a:pt x="201513" y="8975"/>
                  <a:pt x="201510" y="9034"/>
                  <a:pt x="201510" y="9093"/>
                </a:cubicBezTo>
                <a:cubicBezTo>
                  <a:pt x="201489" y="9003"/>
                  <a:pt x="201468" y="8912"/>
                  <a:pt x="201440" y="8825"/>
                </a:cubicBezTo>
                <a:close/>
                <a:moveTo>
                  <a:pt x="212717" y="7946"/>
                </a:moveTo>
                <a:cubicBezTo>
                  <a:pt x="212842" y="8152"/>
                  <a:pt x="212961" y="8361"/>
                  <a:pt x="213072" y="8577"/>
                </a:cubicBezTo>
                <a:cubicBezTo>
                  <a:pt x="213055" y="8741"/>
                  <a:pt x="213041" y="8916"/>
                  <a:pt x="213034" y="9093"/>
                </a:cubicBezTo>
                <a:cubicBezTo>
                  <a:pt x="212936" y="8675"/>
                  <a:pt x="212821" y="8298"/>
                  <a:pt x="212675" y="8044"/>
                </a:cubicBezTo>
                <a:lnTo>
                  <a:pt x="212717" y="7946"/>
                </a:lnTo>
                <a:close/>
                <a:moveTo>
                  <a:pt x="252010" y="7946"/>
                </a:moveTo>
                <a:cubicBezTo>
                  <a:pt x="252132" y="8152"/>
                  <a:pt x="252251" y="8361"/>
                  <a:pt x="252362" y="8577"/>
                </a:cubicBezTo>
                <a:cubicBezTo>
                  <a:pt x="252345" y="8741"/>
                  <a:pt x="252331" y="8916"/>
                  <a:pt x="252324" y="9093"/>
                </a:cubicBezTo>
                <a:cubicBezTo>
                  <a:pt x="252226" y="8675"/>
                  <a:pt x="252108" y="8302"/>
                  <a:pt x="251965" y="8044"/>
                </a:cubicBezTo>
                <a:lnTo>
                  <a:pt x="252010" y="7946"/>
                </a:lnTo>
                <a:close/>
                <a:moveTo>
                  <a:pt x="24954" y="7105"/>
                </a:moveTo>
                <a:lnTo>
                  <a:pt x="25187" y="7416"/>
                </a:lnTo>
                <a:cubicBezTo>
                  <a:pt x="25268" y="7649"/>
                  <a:pt x="25355" y="7921"/>
                  <a:pt x="25446" y="8225"/>
                </a:cubicBezTo>
                <a:cubicBezTo>
                  <a:pt x="25418" y="8483"/>
                  <a:pt x="25397" y="8713"/>
                  <a:pt x="25383" y="8902"/>
                </a:cubicBezTo>
                <a:lnTo>
                  <a:pt x="25254" y="9097"/>
                </a:lnTo>
                <a:cubicBezTo>
                  <a:pt x="25135" y="8598"/>
                  <a:pt x="25034" y="7894"/>
                  <a:pt x="24954" y="7105"/>
                </a:cubicBezTo>
                <a:close/>
                <a:moveTo>
                  <a:pt x="103387" y="7109"/>
                </a:moveTo>
                <a:lnTo>
                  <a:pt x="103387" y="7109"/>
                </a:lnTo>
                <a:cubicBezTo>
                  <a:pt x="103463" y="7206"/>
                  <a:pt x="103547" y="7311"/>
                  <a:pt x="103620" y="7416"/>
                </a:cubicBezTo>
                <a:cubicBezTo>
                  <a:pt x="103704" y="7656"/>
                  <a:pt x="103788" y="7921"/>
                  <a:pt x="103878" y="8225"/>
                </a:cubicBezTo>
                <a:cubicBezTo>
                  <a:pt x="103854" y="8483"/>
                  <a:pt x="103836" y="8713"/>
                  <a:pt x="103819" y="8902"/>
                </a:cubicBezTo>
                <a:lnTo>
                  <a:pt x="103686" y="9097"/>
                </a:lnTo>
                <a:cubicBezTo>
                  <a:pt x="103575" y="8598"/>
                  <a:pt x="103474" y="7894"/>
                  <a:pt x="103387" y="7109"/>
                </a:cubicBezTo>
                <a:close/>
                <a:moveTo>
                  <a:pt x="142732" y="7105"/>
                </a:moveTo>
                <a:lnTo>
                  <a:pt x="142969" y="7416"/>
                </a:lnTo>
                <a:cubicBezTo>
                  <a:pt x="143046" y="7656"/>
                  <a:pt x="143133" y="7921"/>
                  <a:pt x="143224" y="8225"/>
                </a:cubicBezTo>
                <a:cubicBezTo>
                  <a:pt x="143199" y="8483"/>
                  <a:pt x="143178" y="8713"/>
                  <a:pt x="143165" y="8902"/>
                </a:cubicBezTo>
                <a:lnTo>
                  <a:pt x="143032" y="9097"/>
                </a:lnTo>
                <a:cubicBezTo>
                  <a:pt x="142920" y="8598"/>
                  <a:pt x="142819" y="7894"/>
                  <a:pt x="142732" y="7105"/>
                </a:cubicBezTo>
                <a:close/>
                <a:moveTo>
                  <a:pt x="181948" y="7105"/>
                </a:moveTo>
                <a:lnTo>
                  <a:pt x="181948" y="7105"/>
                </a:lnTo>
                <a:cubicBezTo>
                  <a:pt x="182029" y="7206"/>
                  <a:pt x="182109" y="7311"/>
                  <a:pt x="182186" y="7416"/>
                </a:cubicBezTo>
                <a:cubicBezTo>
                  <a:pt x="182266" y="7656"/>
                  <a:pt x="182353" y="7921"/>
                  <a:pt x="182440" y="8225"/>
                </a:cubicBezTo>
                <a:cubicBezTo>
                  <a:pt x="182419" y="8483"/>
                  <a:pt x="182395" y="8713"/>
                  <a:pt x="182384" y="8902"/>
                </a:cubicBezTo>
                <a:cubicBezTo>
                  <a:pt x="182339" y="8968"/>
                  <a:pt x="182290" y="9034"/>
                  <a:pt x="182252" y="9097"/>
                </a:cubicBezTo>
                <a:cubicBezTo>
                  <a:pt x="182133" y="8598"/>
                  <a:pt x="182036" y="7894"/>
                  <a:pt x="181948" y="7105"/>
                </a:cubicBezTo>
                <a:close/>
                <a:moveTo>
                  <a:pt x="221165" y="7105"/>
                </a:moveTo>
                <a:cubicBezTo>
                  <a:pt x="221249" y="7206"/>
                  <a:pt x="221329" y="7311"/>
                  <a:pt x="221402" y="7416"/>
                </a:cubicBezTo>
                <a:cubicBezTo>
                  <a:pt x="221486" y="7649"/>
                  <a:pt x="221566" y="7921"/>
                  <a:pt x="221660" y="8221"/>
                </a:cubicBezTo>
                <a:cubicBezTo>
                  <a:pt x="221632" y="8483"/>
                  <a:pt x="221615" y="8713"/>
                  <a:pt x="221597" y="8902"/>
                </a:cubicBezTo>
                <a:lnTo>
                  <a:pt x="221468" y="9097"/>
                </a:lnTo>
                <a:cubicBezTo>
                  <a:pt x="221353" y="8598"/>
                  <a:pt x="221252" y="7894"/>
                  <a:pt x="221165" y="7105"/>
                </a:cubicBezTo>
                <a:close/>
                <a:moveTo>
                  <a:pt x="260458" y="7109"/>
                </a:moveTo>
                <a:cubicBezTo>
                  <a:pt x="260538" y="7206"/>
                  <a:pt x="260615" y="7311"/>
                  <a:pt x="260695" y="7416"/>
                </a:cubicBezTo>
                <a:cubicBezTo>
                  <a:pt x="260772" y="7656"/>
                  <a:pt x="260859" y="7921"/>
                  <a:pt x="260946" y="8225"/>
                </a:cubicBezTo>
                <a:cubicBezTo>
                  <a:pt x="260925" y="8483"/>
                  <a:pt x="260904" y="8713"/>
                  <a:pt x="260891" y="8902"/>
                </a:cubicBezTo>
                <a:lnTo>
                  <a:pt x="260761" y="9097"/>
                </a:lnTo>
                <a:cubicBezTo>
                  <a:pt x="260643" y="8598"/>
                  <a:pt x="260542" y="7894"/>
                  <a:pt x="260458" y="7109"/>
                </a:cubicBezTo>
                <a:close/>
                <a:moveTo>
                  <a:pt x="64167" y="7105"/>
                </a:moveTo>
                <a:lnTo>
                  <a:pt x="64167" y="7105"/>
                </a:lnTo>
                <a:cubicBezTo>
                  <a:pt x="64250" y="7206"/>
                  <a:pt x="64327" y="7311"/>
                  <a:pt x="64407" y="7416"/>
                </a:cubicBezTo>
                <a:cubicBezTo>
                  <a:pt x="64488" y="7649"/>
                  <a:pt x="64575" y="7921"/>
                  <a:pt x="64658" y="8221"/>
                </a:cubicBezTo>
                <a:cubicBezTo>
                  <a:pt x="64634" y="8483"/>
                  <a:pt x="64617" y="8713"/>
                  <a:pt x="64603" y="8902"/>
                </a:cubicBezTo>
                <a:cubicBezTo>
                  <a:pt x="64557" y="8964"/>
                  <a:pt x="64512" y="9034"/>
                  <a:pt x="64474" y="9104"/>
                </a:cubicBezTo>
                <a:cubicBezTo>
                  <a:pt x="64355" y="8598"/>
                  <a:pt x="64254" y="7894"/>
                  <a:pt x="64167" y="7105"/>
                </a:cubicBezTo>
                <a:close/>
                <a:moveTo>
                  <a:pt x="22543" y="7799"/>
                </a:moveTo>
                <a:cubicBezTo>
                  <a:pt x="22512" y="8249"/>
                  <a:pt x="22477" y="8713"/>
                  <a:pt x="22439" y="9174"/>
                </a:cubicBezTo>
                <a:cubicBezTo>
                  <a:pt x="22373" y="9010"/>
                  <a:pt x="22306" y="8853"/>
                  <a:pt x="22236" y="8696"/>
                </a:cubicBezTo>
                <a:cubicBezTo>
                  <a:pt x="22338" y="8382"/>
                  <a:pt x="22442" y="8082"/>
                  <a:pt x="22543" y="7799"/>
                </a:cubicBezTo>
                <a:close/>
                <a:moveTo>
                  <a:pt x="61760" y="7799"/>
                </a:moveTo>
                <a:cubicBezTo>
                  <a:pt x="61732" y="8249"/>
                  <a:pt x="61697" y="8713"/>
                  <a:pt x="61655" y="9174"/>
                </a:cubicBezTo>
                <a:cubicBezTo>
                  <a:pt x="61592" y="9010"/>
                  <a:pt x="61523" y="8853"/>
                  <a:pt x="61453" y="8696"/>
                </a:cubicBezTo>
                <a:cubicBezTo>
                  <a:pt x="61558" y="8382"/>
                  <a:pt x="61655" y="8082"/>
                  <a:pt x="61760" y="7799"/>
                </a:cubicBezTo>
                <a:close/>
                <a:moveTo>
                  <a:pt x="100976" y="7799"/>
                </a:moveTo>
                <a:cubicBezTo>
                  <a:pt x="100948" y="8249"/>
                  <a:pt x="100913" y="8713"/>
                  <a:pt x="100875" y="9174"/>
                </a:cubicBezTo>
                <a:cubicBezTo>
                  <a:pt x="100809" y="9010"/>
                  <a:pt x="100739" y="8853"/>
                  <a:pt x="100669" y="8696"/>
                </a:cubicBezTo>
                <a:cubicBezTo>
                  <a:pt x="100774" y="8382"/>
                  <a:pt x="100875" y="8082"/>
                  <a:pt x="100976" y="7799"/>
                </a:cubicBezTo>
                <a:close/>
                <a:moveTo>
                  <a:pt x="140322" y="7799"/>
                </a:moveTo>
                <a:lnTo>
                  <a:pt x="140322" y="7799"/>
                </a:lnTo>
                <a:cubicBezTo>
                  <a:pt x="140290" y="8249"/>
                  <a:pt x="140259" y="8713"/>
                  <a:pt x="140221" y="9174"/>
                </a:cubicBezTo>
                <a:cubicBezTo>
                  <a:pt x="140154" y="9010"/>
                  <a:pt x="140085" y="8853"/>
                  <a:pt x="140015" y="8696"/>
                </a:cubicBezTo>
                <a:cubicBezTo>
                  <a:pt x="140116" y="8382"/>
                  <a:pt x="140221" y="8082"/>
                  <a:pt x="140322" y="7799"/>
                </a:cubicBezTo>
                <a:close/>
                <a:moveTo>
                  <a:pt x="179538" y="7799"/>
                </a:moveTo>
                <a:lnTo>
                  <a:pt x="179538" y="7799"/>
                </a:lnTo>
                <a:cubicBezTo>
                  <a:pt x="179510" y="8249"/>
                  <a:pt x="179475" y="8713"/>
                  <a:pt x="179434" y="9174"/>
                </a:cubicBezTo>
                <a:cubicBezTo>
                  <a:pt x="179371" y="9010"/>
                  <a:pt x="179304" y="8853"/>
                  <a:pt x="179235" y="8696"/>
                </a:cubicBezTo>
                <a:cubicBezTo>
                  <a:pt x="179336" y="8382"/>
                  <a:pt x="179434" y="8082"/>
                  <a:pt x="179538" y="7799"/>
                </a:cubicBezTo>
                <a:close/>
                <a:moveTo>
                  <a:pt x="218758" y="7799"/>
                </a:moveTo>
                <a:lnTo>
                  <a:pt x="218758" y="7799"/>
                </a:lnTo>
                <a:cubicBezTo>
                  <a:pt x="218730" y="8249"/>
                  <a:pt x="218695" y="8713"/>
                  <a:pt x="218653" y="9174"/>
                </a:cubicBezTo>
                <a:cubicBezTo>
                  <a:pt x="218587" y="9010"/>
                  <a:pt x="218517" y="8853"/>
                  <a:pt x="218451" y="8696"/>
                </a:cubicBezTo>
                <a:cubicBezTo>
                  <a:pt x="218552" y="8382"/>
                  <a:pt x="218653" y="8082"/>
                  <a:pt x="218758" y="7799"/>
                </a:cubicBezTo>
                <a:close/>
                <a:moveTo>
                  <a:pt x="258048" y="7799"/>
                </a:moveTo>
                <a:lnTo>
                  <a:pt x="258048" y="7799"/>
                </a:lnTo>
                <a:cubicBezTo>
                  <a:pt x="258016" y="8249"/>
                  <a:pt x="257981" y="8713"/>
                  <a:pt x="257943" y="9174"/>
                </a:cubicBezTo>
                <a:cubicBezTo>
                  <a:pt x="257877" y="9010"/>
                  <a:pt x="257814" y="8853"/>
                  <a:pt x="257744" y="8696"/>
                </a:cubicBezTo>
                <a:cubicBezTo>
                  <a:pt x="257842" y="8382"/>
                  <a:pt x="257947" y="8082"/>
                  <a:pt x="258048" y="7799"/>
                </a:cubicBezTo>
                <a:close/>
                <a:moveTo>
                  <a:pt x="9910" y="8560"/>
                </a:moveTo>
                <a:cubicBezTo>
                  <a:pt x="10021" y="8675"/>
                  <a:pt x="10129" y="8797"/>
                  <a:pt x="10234" y="8926"/>
                </a:cubicBezTo>
                <a:cubicBezTo>
                  <a:pt x="10190" y="8901"/>
                  <a:pt x="10141" y="8888"/>
                  <a:pt x="10092" y="8888"/>
                </a:cubicBezTo>
                <a:cubicBezTo>
                  <a:pt x="10059" y="8888"/>
                  <a:pt x="10025" y="8894"/>
                  <a:pt x="9993" y="8905"/>
                </a:cubicBezTo>
                <a:cubicBezTo>
                  <a:pt x="9993" y="8905"/>
                  <a:pt x="10067" y="8971"/>
                  <a:pt x="10164" y="9209"/>
                </a:cubicBezTo>
                <a:lnTo>
                  <a:pt x="10126" y="9282"/>
                </a:lnTo>
                <a:cubicBezTo>
                  <a:pt x="10039" y="9097"/>
                  <a:pt x="9951" y="8916"/>
                  <a:pt x="9857" y="8734"/>
                </a:cubicBezTo>
                <a:lnTo>
                  <a:pt x="9910" y="8560"/>
                </a:lnTo>
                <a:close/>
                <a:moveTo>
                  <a:pt x="49126" y="8560"/>
                </a:moveTo>
                <a:cubicBezTo>
                  <a:pt x="49241" y="8678"/>
                  <a:pt x="49346" y="8800"/>
                  <a:pt x="49447" y="8926"/>
                </a:cubicBezTo>
                <a:cubicBezTo>
                  <a:pt x="49403" y="8901"/>
                  <a:pt x="49354" y="8888"/>
                  <a:pt x="49305" y="8888"/>
                </a:cubicBezTo>
                <a:cubicBezTo>
                  <a:pt x="49273" y="8888"/>
                  <a:pt x="49240" y="8894"/>
                  <a:pt x="49210" y="8905"/>
                </a:cubicBezTo>
                <a:cubicBezTo>
                  <a:pt x="49210" y="8905"/>
                  <a:pt x="49286" y="8971"/>
                  <a:pt x="49377" y="9209"/>
                </a:cubicBezTo>
                <a:lnTo>
                  <a:pt x="49339" y="9282"/>
                </a:lnTo>
                <a:cubicBezTo>
                  <a:pt x="49255" y="9097"/>
                  <a:pt x="49168" y="8916"/>
                  <a:pt x="49077" y="8734"/>
                </a:cubicBezTo>
                <a:cubicBezTo>
                  <a:pt x="49095" y="8675"/>
                  <a:pt x="49112" y="8619"/>
                  <a:pt x="49126" y="8560"/>
                </a:cubicBezTo>
                <a:close/>
                <a:moveTo>
                  <a:pt x="88346" y="8560"/>
                </a:moveTo>
                <a:cubicBezTo>
                  <a:pt x="88458" y="8678"/>
                  <a:pt x="88566" y="8800"/>
                  <a:pt x="88667" y="8926"/>
                </a:cubicBezTo>
                <a:cubicBezTo>
                  <a:pt x="88623" y="8901"/>
                  <a:pt x="88574" y="8888"/>
                  <a:pt x="88524" y="8888"/>
                </a:cubicBezTo>
                <a:cubicBezTo>
                  <a:pt x="88491" y="8888"/>
                  <a:pt x="88458" y="8894"/>
                  <a:pt x="88426" y="8905"/>
                </a:cubicBezTo>
                <a:cubicBezTo>
                  <a:pt x="88426" y="8905"/>
                  <a:pt x="88503" y="8971"/>
                  <a:pt x="88597" y="9209"/>
                </a:cubicBezTo>
                <a:lnTo>
                  <a:pt x="88559" y="9282"/>
                </a:lnTo>
                <a:cubicBezTo>
                  <a:pt x="88475" y="9097"/>
                  <a:pt x="88388" y="8916"/>
                  <a:pt x="88294" y="8734"/>
                </a:cubicBezTo>
                <a:lnTo>
                  <a:pt x="88346" y="8560"/>
                </a:lnTo>
                <a:close/>
                <a:moveTo>
                  <a:pt x="127691" y="8560"/>
                </a:moveTo>
                <a:cubicBezTo>
                  <a:pt x="127800" y="8675"/>
                  <a:pt x="127908" y="8797"/>
                  <a:pt x="128012" y="8926"/>
                </a:cubicBezTo>
                <a:cubicBezTo>
                  <a:pt x="127968" y="8901"/>
                  <a:pt x="127919" y="8888"/>
                  <a:pt x="127870" y="8888"/>
                </a:cubicBezTo>
                <a:cubicBezTo>
                  <a:pt x="127837" y="8888"/>
                  <a:pt x="127804" y="8894"/>
                  <a:pt x="127772" y="8905"/>
                </a:cubicBezTo>
                <a:cubicBezTo>
                  <a:pt x="127772" y="8905"/>
                  <a:pt x="127848" y="8971"/>
                  <a:pt x="127943" y="9209"/>
                </a:cubicBezTo>
                <a:lnTo>
                  <a:pt x="127904" y="9282"/>
                </a:lnTo>
                <a:cubicBezTo>
                  <a:pt x="127817" y="9097"/>
                  <a:pt x="127730" y="8916"/>
                  <a:pt x="127639" y="8734"/>
                </a:cubicBezTo>
                <a:lnTo>
                  <a:pt x="127691" y="8560"/>
                </a:lnTo>
                <a:close/>
                <a:moveTo>
                  <a:pt x="166908" y="8560"/>
                </a:moveTo>
                <a:cubicBezTo>
                  <a:pt x="167019" y="8675"/>
                  <a:pt x="167124" y="8797"/>
                  <a:pt x="167229" y="8926"/>
                </a:cubicBezTo>
                <a:cubicBezTo>
                  <a:pt x="167184" y="8902"/>
                  <a:pt x="167133" y="8889"/>
                  <a:pt x="167083" y="8889"/>
                </a:cubicBezTo>
                <a:cubicBezTo>
                  <a:pt x="167052" y="8889"/>
                  <a:pt x="167021" y="8894"/>
                  <a:pt x="166992" y="8905"/>
                </a:cubicBezTo>
                <a:cubicBezTo>
                  <a:pt x="166992" y="8905"/>
                  <a:pt x="167065" y="8971"/>
                  <a:pt x="167159" y="9209"/>
                </a:cubicBezTo>
                <a:lnTo>
                  <a:pt x="167117" y="9282"/>
                </a:lnTo>
                <a:cubicBezTo>
                  <a:pt x="167037" y="9097"/>
                  <a:pt x="166950" y="8916"/>
                  <a:pt x="166856" y="8734"/>
                </a:cubicBezTo>
                <a:lnTo>
                  <a:pt x="166908" y="8560"/>
                </a:lnTo>
                <a:close/>
                <a:moveTo>
                  <a:pt x="206124" y="8560"/>
                </a:moveTo>
                <a:cubicBezTo>
                  <a:pt x="206239" y="8678"/>
                  <a:pt x="206344" y="8800"/>
                  <a:pt x="206445" y="8926"/>
                </a:cubicBezTo>
                <a:cubicBezTo>
                  <a:pt x="206401" y="8901"/>
                  <a:pt x="206352" y="8888"/>
                  <a:pt x="206303" y="8888"/>
                </a:cubicBezTo>
                <a:cubicBezTo>
                  <a:pt x="206270" y="8888"/>
                  <a:pt x="206237" y="8894"/>
                  <a:pt x="206204" y="8905"/>
                </a:cubicBezTo>
                <a:cubicBezTo>
                  <a:pt x="206204" y="8905"/>
                  <a:pt x="206285" y="8971"/>
                  <a:pt x="206375" y="9209"/>
                </a:cubicBezTo>
                <a:lnTo>
                  <a:pt x="206337" y="9282"/>
                </a:lnTo>
                <a:cubicBezTo>
                  <a:pt x="206253" y="9097"/>
                  <a:pt x="206166" y="8916"/>
                  <a:pt x="206072" y="8734"/>
                </a:cubicBezTo>
                <a:lnTo>
                  <a:pt x="206124" y="8560"/>
                </a:lnTo>
                <a:close/>
                <a:moveTo>
                  <a:pt x="245417" y="8560"/>
                </a:moveTo>
                <a:cubicBezTo>
                  <a:pt x="245529" y="8678"/>
                  <a:pt x="245637" y="8800"/>
                  <a:pt x="245735" y="8926"/>
                </a:cubicBezTo>
                <a:cubicBezTo>
                  <a:pt x="245692" y="8902"/>
                  <a:pt x="245642" y="8889"/>
                  <a:pt x="245593" y="8889"/>
                </a:cubicBezTo>
                <a:cubicBezTo>
                  <a:pt x="245562" y="8889"/>
                  <a:pt x="245531" y="8894"/>
                  <a:pt x="245501" y="8905"/>
                </a:cubicBezTo>
                <a:cubicBezTo>
                  <a:pt x="245501" y="8905"/>
                  <a:pt x="245574" y="8971"/>
                  <a:pt x="245665" y="9209"/>
                </a:cubicBezTo>
                <a:cubicBezTo>
                  <a:pt x="245651" y="9230"/>
                  <a:pt x="245641" y="9254"/>
                  <a:pt x="245630" y="9282"/>
                </a:cubicBezTo>
                <a:cubicBezTo>
                  <a:pt x="245543" y="9097"/>
                  <a:pt x="245456" y="8916"/>
                  <a:pt x="245365" y="8734"/>
                </a:cubicBezTo>
                <a:lnTo>
                  <a:pt x="245417" y="8560"/>
                </a:lnTo>
                <a:close/>
                <a:moveTo>
                  <a:pt x="147654" y="7737"/>
                </a:moveTo>
                <a:cubicBezTo>
                  <a:pt x="147650" y="7796"/>
                  <a:pt x="147650" y="7852"/>
                  <a:pt x="147647" y="7911"/>
                </a:cubicBezTo>
                <a:cubicBezTo>
                  <a:pt x="147458" y="8351"/>
                  <a:pt x="147280" y="8828"/>
                  <a:pt x="147110" y="9327"/>
                </a:cubicBezTo>
                <a:cubicBezTo>
                  <a:pt x="147099" y="9135"/>
                  <a:pt x="147092" y="8989"/>
                  <a:pt x="147092" y="8902"/>
                </a:cubicBezTo>
                <a:cubicBezTo>
                  <a:pt x="147389" y="8089"/>
                  <a:pt x="147584" y="7810"/>
                  <a:pt x="147654" y="7737"/>
                </a:cubicBezTo>
                <a:close/>
                <a:moveTo>
                  <a:pt x="186870" y="7737"/>
                </a:moveTo>
                <a:cubicBezTo>
                  <a:pt x="186870" y="7796"/>
                  <a:pt x="186867" y="7852"/>
                  <a:pt x="186863" y="7911"/>
                </a:cubicBezTo>
                <a:cubicBezTo>
                  <a:pt x="186671" y="8351"/>
                  <a:pt x="186493" y="8828"/>
                  <a:pt x="186322" y="9327"/>
                </a:cubicBezTo>
                <a:cubicBezTo>
                  <a:pt x="186315" y="9135"/>
                  <a:pt x="186312" y="8989"/>
                  <a:pt x="186305" y="8902"/>
                </a:cubicBezTo>
                <a:cubicBezTo>
                  <a:pt x="186608" y="8089"/>
                  <a:pt x="186804" y="7810"/>
                  <a:pt x="186870" y="7737"/>
                </a:cubicBezTo>
                <a:close/>
                <a:moveTo>
                  <a:pt x="226087" y="7737"/>
                </a:moveTo>
                <a:cubicBezTo>
                  <a:pt x="226087" y="7796"/>
                  <a:pt x="226083" y="7852"/>
                  <a:pt x="226080" y="7911"/>
                </a:cubicBezTo>
                <a:cubicBezTo>
                  <a:pt x="225891" y="8351"/>
                  <a:pt x="225713" y="8828"/>
                  <a:pt x="225542" y="9327"/>
                </a:cubicBezTo>
                <a:cubicBezTo>
                  <a:pt x="225535" y="9135"/>
                  <a:pt x="225528" y="8989"/>
                  <a:pt x="225525" y="8902"/>
                </a:cubicBezTo>
                <a:cubicBezTo>
                  <a:pt x="225821" y="8089"/>
                  <a:pt x="226024" y="7810"/>
                  <a:pt x="226087" y="7737"/>
                </a:cubicBezTo>
                <a:close/>
                <a:moveTo>
                  <a:pt x="29875" y="7737"/>
                </a:moveTo>
                <a:lnTo>
                  <a:pt x="29875" y="7737"/>
                </a:lnTo>
                <a:cubicBezTo>
                  <a:pt x="29872" y="7796"/>
                  <a:pt x="29868" y="7852"/>
                  <a:pt x="29868" y="7911"/>
                </a:cubicBezTo>
                <a:cubicBezTo>
                  <a:pt x="29680" y="8354"/>
                  <a:pt x="29502" y="8828"/>
                  <a:pt x="29331" y="9331"/>
                </a:cubicBezTo>
                <a:cubicBezTo>
                  <a:pt x="29321" y="9139"/>
                  <a:pt x="29314" y="8989"/>
                  <a:pt x="29314" y="8902"/>
                </a:cubicBezTo>
                <a:cubicBezTo>
                  <a:pt x="29610" y="8092"/>
                  <a:pt x="29806" y="7813"/>
                  <a:pt x="29875" y="7737"/>
                </a:cubicBezTo>
                <a:close/>
                <a:moveTo>
                  <a:pt x="29492" y="6669"/>
                </a:moveTo>
                <a:cubicBezTo>
                  <a:pt x="29593" y="6868"/>
                  <a:pt x="29690" y="7067"/>
                  <a:pt x="29781" y="7273"/>
                </a:cubicBezTo>
                <a:lnTo>
                  <a:pt x="29739" y="7280"/>
                </a:lnTo>
                <a:cubicBezTo>
                  <a:pt x="29739" y="7280"/>
                  <a:pt x="29802" y="7332"/>
                  <a:pt x="29886" y="7510"/>
                </a:cubicBezTo>
                <a:cubicBezTo>
                  <a:pt x="29879" y="7580"/>
                  <a:pt x="29875" y="7656"/>
                  <a:pt x="29875" y="7733"/>
                </a:cubicBezTo>
                <a:cubicBezTo>
                  <a:pt x="29760" y="7848"/>
                  <a:pt x="29282" y="8364"/>
                  <a:pt x="28773" y="9393"/>
                </a:cubicBezTo>
                <a:lnTo>
                  <a:pt x="28707" y="9250"/>
                </a:lnTo>
                <a:cubicBezTo>
                  <a:pt x="28955" y="8295"/>
                  <a:pt x="29227" y="7433"/>
                  <a:pt x="29492" y="6669"/>
                </a:cubicBezTo>
                <a:close/>
                <a:moveTo>
                  <a:pt x="68712" y="6669"/>
                </a:moveTo>
                <a:cubicBezTo>
                  <a:pt x="68806" y="6865"/>
                  <a:pt x="68907" y="7067"/>
                  <a:pt x="68998" y="7269"/>
                </a:cubicBezTo>
                <a:lnTo>
                  <a:pt x="68956" y="7280"/>
                </a:lnTo>
                <a:cubicBezTo>
                  <a:pt x="68956" y="7280"/>
                  <a:pt x="69015" y="7332"/>
                  <a:pt x="69102" y="7510"/>
                </a:cubicBezTo>
                <a:cubicBezTo>
                  <a:pt x="69099" y="7580"/>
                  <a:pt x="69092" y="7653"/>
                  <a:pt x="69092" y="7733"/>
                </a:cubicBezTo>
                <a:cubicBezTo>
                  <a:pt x="69092" y="7733"/>
                  <a:pt x="69092" y="7733"/>
                  <a:pt x="69092" y="7733"/>
                </a:cubicBezTo>
                <a:lnTo>
                  <a:pt x="69092" y="7733"/>
                </a:lnTo>
                <a:cubicBezTo>
                  <a:pt x="69092" y="7796"/>
                  <a:pt x="69085" y="7852"/>
                  <a:pt x="69081" y="7911"/>
                </a:cubicBezTo>
                <a:cubicBezTo>
                  <a:pt x="68893" y="8351"/>
                  <a:pt x="68715" y="8828"/>
                  <a:pt x="68544" y="9327"/>
                </a:cubicBezTo>
                <a:cubicBezTo>
                  <a:pt x="68537" y="9135"/>
                  <a:pt x="68534" y="8989"/>
                  <a:pt x="68527" y="8902"/>
                </a:cubicBezTo>
                <a:cubicBezTo>
                  <a:pt x="68830" y="8089"/>
                  <a:pt x="69026" y="7810"/>
                  <a:pt x="69092" y="7733"/>
                </a:cubicBezTo>
                <a:lnTo>
                  <a:pt x="69092" y="7733"/>
                </a:lnTo>
                <a:cubicBezTo>
                  <a:pt x="68980" y="7845"/>
                  <a:pt x="68502" y="8364"/>
                  <a:pt x="67993" y="9393"/>
                </a:cubicBezTo>
                <a:cubicBezTo>
                  <a:pt x="67969" y="9345"/>
                  <a:pt x="67948" y="9299"/>
                  <a:pt x="67923" y="9250"/>
                </a:cubicBezTo>
                <a:cubicBezTo>
                  <a:pt x="68174" y="8295"/>
                  <a:pt x="68446" y="7433"/>
                  <a:pt x="68712" y="6669"/>
                </a:cubicBezTo>
                <a:close/>
                <a:moveTo>
                  <a:pt x="107925" y="6669"/>
                </a:moveTo>
                <a:cubicBezTo>
                  <a:pt x="108026" y="6865"/>
                  <a:pt x="108123" y="7067"/>
                  <a:pt x="108218" y="7269"/>
                </a:cubicBezTo>
                <a:lnTo>
                  <a:pt x="108176" y="7280"/>
                </a:lnTo>
                <a:cubicBezTo>
                  <a:pt x="108176" y="7280"/>
                  <a:pt x="108235" y="7332"/>
                  <a:pt x="108319" y="7510"/>
                </a:cubicBezTo>
                <a:cubicBezTo>
                  <a:pt x="108319" y="7580"/>
                  <a:pt x="108315" y="7653"/>
                  <a:pt x="108308" y="7733"/>
                </a:cubicBezTo>
                <a:cubicBezTo>
                  <a:pt x="108308" y="7733"/>
                  <a:pt x="108308" y="7733"/>
                  <a:pt x="108308" y="7733"/>
                </a:cubicBezTo>
                <a:lnTo>
                  <a:pt x="108308" y="7733"/>
                </a:lnTo>
                <a:cubicBezTo>
                  <a:pt x="108305" y="7796"/>
                  <a:pt x="108305" y="7852"/>
                  <a:pt x="108301" y="7911"/>
                </a:cubicBezTo>
                <a:cubicBezTo>
                  <a:pt x="108113" y="8351"/>
                  <a:pt x="107935" y="8828"/>
                  <a:pt x="107764" y="9327"/>
                </a:cubicBezTo>
                <a:cubicBezTo>
                  <a:pt x="107754" y="9135"/>
                  <a:pt x="107750" y="8989"/>
                  <a:pt x="107747" y="8902"/>
                </a:cubicBezTo>
                <a:cubicBezTo>
                  <a:pt x="108043" y="8089"/>
                  <a:pt x="108242" y="7810"/>
                  <a:pt x="108308" y="7733"/>
                </a:cubicBezTo>
                <a:lnTo>
                  <a:pt x="108308" y="7733"/>
                </a:lnTo>
                <a:cubicBezTo>
                  <a:pt x="108200" y="7845"/>
                  <a:pt x="107715" y="8364"/>
                  <a:pt x="107209" y="9393"/>
                </a:cubicBezTo>
                <a:cubicBezTo>
                  <a:pt x="107189" y="9341"/>
                  <a:pt x="107164" y="9299"/>
                  <a:pt x="107140" y="9250"/>
                </a:cubicBezTo>
                <a:cubicBezTo>
                  <a:pt x="107391" y="8295"/>
                  <a:pt x="107659" y="7433"/>
                  <a:pt x="107925" y="6669"/>
                </a:cubicBezTo>
                <a:close/>
                <a:moveTo>
                  <a:pt x="147270" y="6669"/>
                </a:moveTo>
                <a:cubicBezTo>
                  <a:pt x="147371" y="6865"/>
                  <a:pt x="147469" y="7067"/>
                  <a:pt x="147563" y="7269"/>
                </a:cubicBezTo>
                <a:lnTo>
                  <a:pt x="147518" y="7280"/>
                </a:lnTo>
                <a:cubicBezTo>
                  <a:pt x="147518" y="7280"/>
                  <a:pt x="147580" y="7332"/>
                  <a:pt x="147664" y="7510"/>
                </a:cubicBezTo>
                <a:cubicBezTo>
                  <a:pt x="147661" y="7580"/>
                  <a:pt x="147661" y="7653"/>
                  <a:pt x="147654" y="7733"/>
                </a:cubicBezTo>
                <a:cubicBezTo>
                  <a:pt x="147542" y="7845"/>
                  <a:pt x="147061" y="8364"/>
                  <a:pt x="146551" y="9393"/>
                </a:cubicBezTo>
                <a:lnTo>
                  <a:pt x="146485" y="9250"/>
                </a:lnTo>
                <a:cubicBezTo>
                  <a:pt x="146733" y="8295"/>
                  <a:pt x="147005" y="7433"/>
                  <a:pt x="147270" y="6669"/>
                </a:cubicBezTo>
                <a:close/>
                <a:moveTo>
                  <a:pt x="186490" y="6669"/>
                </a:moveTo>
                <a:cubicBezTo>
                  <a:pt x="186591" y="6868"/>
                  <a:pt x="186689" y="7067"/>
                  <a:pt x="186779" y="7269"/>
                </a:cubicBezTo>
                <a:lnTo>
                  <a:pt x="186738" y="7280"/>
                </a:lnTo>
                <a:cubicBezTo>
                  <a:pt x="186738" y="7280"/>
                  <a:pt x="186800" y="7332"/>
                  <a:pt x="186884" y="7510"/>
                </a:cubicBezTo>
                <a:lnTo>
                  <a:pt x="186870" y="7733"/>
                </a:lnTo>
                <a:cubicBezTo>
                  <a:pt x="186762" y="7845"/>
                  <a:pt x="186281" y="8364"/>
                  <a:pt x="185771" y="9393"/>
                </a:cubicBezTo>
                <a:cubicBezTo>
                  <a:pt x="185750" y="9345"/>
                  <a:pt x="185726" y="9299"/>
                  <a:pt x="185702" y="9250"/>
                </a:cubicBezTo>
                <a:cubicBezTo>
                  <a:pt x="185953" y="8295"/>
                  <a:pt x="186225" y="7433"/>
                  <a:pt x="186490" y="6669"/>
                </a:cubicBezTo>
                <a:close/>
                <a:moveTo>
                  <a:pt x="225703" y="6669"/>
                </a:moveTo>
                <a:cubicBezTo>
                  <a:pt x="225804" y="6865"/>
                  <a:pt x="225902" y="7067"/>
                  <a:pt x="225996" y="7269"/>
                </a:cubicBezTo>
                <a:lnTo>
                  <a:pt x="225954" y="7280"/>
                </a:lnTo>
                <a:cubicBezTo>
                  <a:pt x="225954" y="7280"/>
                  <a:pt x="226013" y="7332"/>
                  <a:pt x="226097" y="7510"/>
                </a:cubicBezTo>
                <a:cubicBezTo>
                  <a:pt x="226097" y="7580"/>
                  <a:pt x="226093" y="7653"/>
                  <a:pt x="226087" y="7733"/>
                </a:cubicBezTo>
                <a:cubicBezTo>
                  <a:pt x="225975" y="7845"/>
                  <a:pt x="225494" y="8364"/>
                  <a:pt x="224988" y="9393"/>
                </a:cubicBezTo>
                <a:lnTo>
                  <a:pt x="224918" y="9250"/>
                </a:lnTo>
                <a:cubicBezTo>
                  <a:pt x="225169" y="8295"/>
                  <a:pt x="225438" y="7433"/>
                  <a:pt x="225703" y="6669"/>
                </a:cubicBezTo>
                <a:close/>
                <a:moveTo>
                  <a:pt x="264996" y="6669"/>
                </a:moveTo>
                <a:cubicBezTo>
                  <a:pt x="265101" y="6868"/>
                  <a:pt x="265195" y="7067"/>
                  <a:pt x="265285" y="7269"/>
                </a:cubicBezTo>
                <a:lnTo>
                  <a:pt x="265247" y="7280"/>
                </a:lnTo>
                <a:cubicBezTo>
                  <a:pt x="265247" y="7280"/>
                  <a:pt x="265306" y="7332"/>
                  <a:pt x="265390" y="7510"/>
                </a:cubicBezTo>
                <a:cubicBezTo>
                  <a:pt x="265387" y="7580"/>
                  <a:pt x="265383" y="7656"/>
                  <a:pt x="265383" y="7733"/>
                </a:cubicBezTo>
                <a:cubicBezTo>
                  <a:pt x="265383" y="7733"/>
                  <a:pt x="265383" y="7733"/>
                  <a:pt x="265383" y="7733"/>
                </a:cubicBezTo>
                <a:lnTo>
                  <a:pt x="265383" y="7733"/>
                </a:lnTo>
                <a:cubicBezTo>
                  <a:pt x="265376" y="7796"/>
                  <a:pt x="265373" y="7852"/>
                  <a:pt x="265373" y="7911"/>
                </a:cubicBezTo>
                <a:cubicBezTo>
                  <a:pt x="265184" y="8354"/>
                  <a:pt x="265003" y="8828"/>
                  <a:pt x="264832" y="9334"/>
                </a:cubicBezTo>
                <a:cubicBezTo>
                  <a:pt x="264825" y="9139"/>
                  <a:pt x="264818" y="8989"/>
                  <a:pt x="264815" y="8902"/>
                </a:cubicBezTo>
                <a:cubicBezTo>
                  <a:pt x="265115" y="8092"/>
                  <a:pt x="265313" y="7813"/>
                  <a:pt x="265383" y="7733"/>
                </a:cubicBezTo>
                <a:lnTo>
                  <a:pt x="265383" y="7733"/>
                </a:lnTo>
                <a:cubicBezTo>
                  <a:pt x="265268" y="7845"/>
                  <a:pt x="264787" y="8364"/>
                  <a:pt x="264277" y="9393"/>
                </a:cubicBezTo>
                <a:cubicBezTo>
                  <a:pt x="264257" y="9345"/>
                  <a:pt x="264236" y="9299"/>
                  <a:pt x="264208" y="9250"/>
                </a:cubicBezTo>
                <a:cubicBezTo>
                  <a:pt x="264462" y="8295"/>
                  <a:pt x="264731" y="7433"/>
                  <a:pt x="264996" y="6669"/>
                </a:cubicBezTo>
                <a:close/>
                <a:moveTo>
                  <a:pt x="277829" y="6108"/>
                </a:moveTo>
                <a:lnTo>
                  <a:pt x="277829" y="6108"/>
                </a:lnTo>
                <a:cubicBezTo>
                  <a:pt x="278003" y="6481"/>
                  <a:pt x="278240" y="7001"/>
                  <a:pt x="278491" y="7646"/>
                </a:cubicBezTo>
                <a:cubicBezTo>
                  <a:pt x="278376" y="8654"/>
                  <a:pt x="278327" y="9453"/>
                  <a:pt x="278327" y="9498"/>
                </a:cubicBezTo>
                <a:lnTo>
                  <a:pt x="278317" y="9488"/>
                </a:lnTo>
                <a:cubicBezTo>
                  <a:pt x="278212" y="9104"/>
                  <a:pt x="278132" y="8717"/>
                  <a:pt x="278083" y="8326"/>
                </a:cubicBezTo>
                <a:cubicBezTo>
                  <a:pt x="278177" y="8131"/>
                  <a:pt x="278240" y="8023"/>
                  <a:pt x="278240" y="8023"/>
                </a:cubicBezTo>
                <a:lnTo>
                  <a:pt x="278240" y="8023"/>
                </a:lnTo>
                <a:lnTo>
                  <a:pt x="278062" y="8204"/>
                </a:lnTo>
                <a:cubicBezTo>
                  <a:pt x="277975" y="7594"/>
                  <a:pt x="277895" y="6865"/>
                  <a:pt x="277829" y="6108"/>
                </a:cubicBezTo>
                <a:close/>
                <a:moveTo>
                  <a:pt x="3310" y="6551"/>
                </a:moveTo>
                <a:cubicBezTo>
                  <a:pt x="3485" y="6934"/>
                  <a:pt x="3683" y="7416"/>
                  <a:pt x="3893" y="7977"/>
                </a:cubicBezTo>
                <a:cubicBezTo>
                  <a:pt x="3802" y="8853"/>
                  <a:pt x="3767" y="9509"/>
                  <a:pt x="3767" y="9509"/>
                </a:cubicBezTo>
                <a:cubicBezTo>
                  <a:pt x="3579" y="8912"/>
                  <a:pt x="3425" y="7792"/>
                  <a:pt x="3310" y="6551"/>
                </a:cubicBezTo>
                <a:close/>
                <a:moveTo>
                  <a:pt x="34152" y="8309"/>
                </a:moveTo>
                <a:lnTo>
                  <a:pt x="34152" y="8309"/>
                </a:lnTo>
                <a:cubicBezTo>
                  <a:pt x="34124" y="8724"/>
                  <a:pt x="34089" y="9139"/>
                  <a:pt x="34047" y="9529"/>
                </a:cubicBezTo>
                <a:lnTo>
                  <a:pt x="34009" y="9620"/>
                </a:lnTo>
                <a:cubicBezTo>
                  <a:pt x="33942" y="9505"/>
                  <a:pt x="33880" y="9393"/>
                  <a:pt x="33817" y="9296"/>
                </a:cubicBezTo>
                <a:cubicBezTo>
                  <a:pt x="33939" y="8888"/>
                  <a:pt x="34058" y="8567"/>
                  <a:pt x="34152" y="8309"/>
                </a:cubicBezTo>
                <a:close/>
                <a:moveTo>
                  <a:pt x="73372" y="8309"/>
                </a:moveTo>
                <a:lnTo>
                  <a:pt x="73372" y="8309"/>
                </a:lnTo>
                <a:cubicBezTo>
                  <a:pt x="73340" y="8724"/>
                  <a:pt x="73305" y="9139"/>
                  <a:pt x="73264" y="9529"/>
                </a:cubicBezTo>
                <a:cubicBezTo>
                  <a:pt x="73253" y="9561"/>
                  <a:pt x="73243" y="9592"/>
                  <a:pt x="73229" y="9620"/>
                </a:cubicBezTo>
                <a:cubicBezTo>
                  <a:pt x="73162" y="9502"/>
                  <a:pt x="73100" y="9393"/>
                  <a:pt x="73033" y="9292"/>
                </a:cubicBezTo>
                <a:cubicBezTo>
                  <a:pt x="73159" y="8888"/>
                  <a:pt x="73270" y="8567"/>
                  <a:pt x="73372" y="8309"/>
                </a:cubicBezTo>
                <a:close/>
                <a:moveTo>
                  <a:pt x="112592" y="8309"/>
                </a:moveTo>
                <a:lnTo>
                  <a:pt x="112592" y="8309"/>
                </a:lnTo>
                <a:cubicBezTo>
                  <a:pt x="112557" y="8724"/>
                  <a:pt x="112522" y="9139"/>
                  <a:pt x="112480" y="9529"/>
                </a:cubicBezTo>
                <a:lnTo>
                  <a:pt x="112445" y="9620"/>
                </a:lnTo>
                <a:lnTo>
                  <a:pt x="112250" y="9292"/>
                </a:lnTo>
                <a:cubicBezTo>
                  <a:pt x="112375" y="8888"/>
                  <a:pt x="112490" y="8567"/>
                  <a:pt x="112592" y="8309"/>
                </a:cubicBezTo>
                <a:close/>
                <a:moveTo>
                  <a:pt x="151930" y="8309"/>
                </a:moveTo>
                <a:lnTo>
                  <a:pt x="151930" y="8309"/>
                </a:lnTo>
                <a:cubicBezTo>
                  <a:pt x="151902" y="8724"/>
                  <a:pt x="151867" y="9139"/>
                  <a:pt x="151825" y="9529"/>
                </a:cubicBezTo>
                <a:lnTo>
                  <a:pt x="151787" y="9620"/>
                </a:lnTo>
                <a:cubicBezTo>
                  <a:pt x="151721" y="9502"/>
                  <a:pt x="151658" y="9393"/>
                  <a:pt x="151595" y="9292"/>
                </a:cubicBezTo>
                <a:cubicBezTo>
                  <a:pt x="151721" y="8888"/>
                  <a:pt x="151836" y="8567"/>
                  <a:pt x="151930" y="8309"/>
                </a:cubicBezTo>
                <a:close/>
                <a:moveTo>
                  <a:pt x="191150" y="8309"/>
                </a:moveTo>
                <a:lnTo>
                  <a:pt x="191150" y="8309"/>
                </a:lnTo>
                <a:cubicBezTo>
                  <a:pt x="191119" y="8724"/>
                  <a:pt x="191087" y="9139"/>
                  <a:pt x="191045" y="9529"/>
                </a:cubicBezTo>
                <a:lnTo>
                  <a:pt x="191007" y="9620"/>
                </a:lnTo>
                <a:cubicBezTo>
                  <a:pt x="190941" y="9505"/>
                  <a:pt x="190878" y="9393"/>
                  <a:pt x="190815" y="9296"/>
                </a:cubicBezTo>
                <a:cubicBezTo>
                  <a:pt x="190937" y="8888"/>
                  <a:pt x="191052" y="8567"/>
                  <a:pt x="191150" y="8309"/>
                </a:cubicBezTo>
                <a:close/>
                <a:moveTo>
                  <a:pt x="230370" y="8309"/>
                </a:moveTo>
                <a:cubicBezTo>
                  <a:pt x="230338" y="8724"/>
                  <a:pt x="230300" y="9139"/>
                  <a:pt x="230262" y="9529"/>
                </a:cubicBezTo>
                <a:lnTo>
                  <a:pt x="230227" y="9620"/>
                </a:lnTo>
                <a:cubicBezTo>
                  <a:pt x="230157" y="9502"/>
                  <a:pt x="230094" y="9393"/>
                  <a:pt x="230028" y="9292"/>
                </a:cubicBezTo>
                <a:cubicBezTo>
                  <a:pt x="230157" y="8888"/>
                  <a:pt x="230269" y="8567"/>
                  <a:pt x="230370" y="8309"/>
                </a:cubicBezTo>
                <a:close/>
                <a:moveTo>
                  <a:pt x="269660" y="8309"/>
                </a:moveTo>
                <a:cubicBezTo>
                  <a:pt x="269628" y="8724"/>
                  <a:pt x="269593" y="9139"/>
                  <a:pt x="269555" y="9529"/>
                </a:cubicBezTo>
                <a:lnTo>
                  <a:pt x="269517" y="9620"/>
                </a:lnTo>
                <a:cubicBezTo>
                  <a:pt x="269450" y="9505"/>
                  <a:pt x="269384" y="9393"/>
                  <a:pt x="269325" y="9296"/>
                </a:cubicBezTo>
                <a:cubicBezTo>
                  <a:pt x="269447" y="8888"/>
                  <a:pt x="269558" y="8567"/>
                  <a:pt x="269660" y="8309"/>
                </a:cubicBezTo>
                <a:close/>
                <a:moveTo>
                  <a:pt x="14329" y="9652"/>
                </a:moveTo>
                <a:lnTo>
                  <a:pt x="14329" y="9652"/>
                </a:lnTo>
                <a:cubicBezTo>
                  <a:pt x="14332" y="9655"/>
                  <a:pt x="14332" y="9666"/>
                  <a:pt x="14336" y="9669"/>
                </a:cubicBezTo>
                <a:lnTo>
                  <a:pt x="14332" y="9672"/>
                </a:lnTo>
                <a:cubicBezTo>
                  <a:pt x="14332" y="9666"/>
                  <a:pt x="14332" y="9659"/>
                  <a:pt x="14329" y="9652"/>
                </a:cubicBezTo>
                <a:close/>
                <a:moveTo>
                  <a:pt x="92764" y="9656"/>
                </a:moveTo>
                <a:lnTo>
                  <a:pt x="92769" y="9669"/>
                </a:lnTo>
                <a:lnTo>
                  <a:pt x="92769" y="9672"/>
                </a:lnTo>
                <a:cubicBezTo>
                  <a:pt x="92766" y="9668"/>
                  <a:pt x="92766" y="9661"/>
                  <a:pt x="92764" y="9656"/>
                </a:cubicBezTo>
                <a:close/>
                <a:moveTo>
                  <a:pt x="132107" y="9652"/>
                </a:moveTo>
                <a:cubicBezTo>
                  <a:pt x="132111" y="9655"/>
                  <a:pt x="132111" y="9666"/>
                  <a:pt x="132114" y="9669"/>
                </a:cubicBezTo>
                <a:lnTo>
                  <a:pt x="132114" y="9672"/>
                </a:lnTo>
                <a:lnTo>
                  <a:pt x="132107" y="9652"/>
                </a:lnTo>
                <a:close/>
                <a:moveTo>
                  <a:pt x="171327" y="9652"/>
                </a:moveTo>
                <a:lnTo>
                  <a:pt x="171327" y="9652"/>
                </a:lnTo>
                <a:cubicBezTo>
                  <a:pt x="171327" y="9659"/>
                  <a:pt x="171331" y="9666"/>
                  <a:pt x="171334" y="9669"/>
                </a:cubicBezTo>
                <a:lnTo>
                  <a:pt x="171331" y="9672"/>
                </a:lnTo>
                <a:cubicBezTo>
                  <a:pt x="171331" y="9666"/>
                  <a:pt x="171327" y="9662"/>
                  <a:pt x="171327" y="9652"/>
                </a:cubicBezTo>
                <a:close/>
                <a:moveTo>
                  <a:pt x="249834" y="9650"/>
                </a:moveTo>
                <a:cubicBezTo>
                  <a:pt x="249834" y="9650"/>
                  <a:pt x="249838" y="9666"/>
                  <a:pt x="249844" y="9669"/>
                </a:cubicBezTo>
                <a:lnTo>
                  <a:pt x="249837" y="9672"/>
                </a:lnTo>
                <a:cubicBezTo>
                  <a:pt x="249837" y="9666"/>
                  <a:pt x="249833" y="9662"/>
                  <a:pt x="249833" y="9652"/>
                </a:cubicBezTo>
                <a:cubicBezTo>
                  <a:pt x="249833" y="9651"/>
                  <a:pt x="249833" y="9650"/>
                  <a:pt x="249834" y="9650"/>
                </a:cubicBezTo>
                <a:close/>
                <a:moveTo>
                  <a:pt x="236261" y="9669"/>
                </a:moveTo>
                <a:lnTo>
                  <a:pt x="236261" y="9693"/>
                </a:lnTo>
                <a:cubicBezTo>
                  <a:pt x="236258" y="9686"/>
                  <a:pt x="236261" y="9679"/>
                  <a:pt x="236261" y="9669"/>
                </a:cubicBezTo>
                <a:close/>
                <a:moveTo>
                  <a:pt x="19533" y="8619"/>
                </a:moveTo>
                <a:cubicBezTo>
                  <a:pt x="19565" y="8671"/>
                  <a:pt x="19606" y="8745"/>
                  <a:pt x="19655" y="8839"/>
                </a:cubicBezTo>
                <a:cubicBezTo>
                  <a:pt x="19634" y="9041"/>
                  <a:pt x="19613" y="9236"/>
                  <a:pt x="19586" y="9425"/>
                </a:cubicBezTo>
                <a:cubicBezTo>
                  <a:pt x="19530" y="9386"/>
                  <a:pt x="19470" y="9352"/>
                  <a:pt x="19411" y="9320"/>
                </a:cubicBezTo>
                <a:lnTo>
                  <a:pt x="19411" y="9320"/>
                </a:lnTo>
                <a:cubicBezTo>
                  <a:pt x="19467" y="9369"/>
                  <a:pt x="19526" y="9425"/>
                  <a:pt x="19582" y="9481"/>
                </a:cubicBezTo>
                <a:cubicBezTo>
                  <a:pt x="19565" y="9599"/>
                  <a:pt x="19551" y="9711"/>
                  <a:pt x="19533" y="9826"/>
                </a:cubicBezTo>
                <a:cubicBezTo>
                  <a:pt x="19453" y="9638"/>
                  <a:pt x="19376" y="9456"/>
                  <a:pt x="19289" y="9271"/>
                </a:cubicBezTo>
                <a:cubicBezTo>
                  <a:pt x="19380" y="9013"/>
                  <a:pt x="19460" y="8797"/>
                  <a:pt x="19533" y="8619"/>
                </a:cubicBezTo>
                <a:close/>
                <a:moveTo>
                  <a:pt x="58750" y="8619"/>
                </a:moveTo>
                <a:cubicBezTo>
                  <a:pt x="58795" y="8689"/>
                  <a:pt x="58837" y="8762"/>
                  <a:pt x="58872" y="8839"/>
                </a:cubicBezTo>
                <a:cubicBezTo>
                  <a:pt x="58854" y="9041"/>
                  <a:pt x="58826" y="9236"/>
                  <a:pt x="58805" y="9425"/>
                </a:cubicBezTo>
                <a:cubicBezTo>
                  <a:pt x="58750" y="9386"/>
                  <a:pt x="58690" y="9352"/>
                  <a:pt x="58631" y="9320"/>
                </a:cubicBezTo>
                <a:lnTo>
                  <a:pt x="58631" y="9320"/>
                </a:lnTo>
                <a:cubicBezTo>
                  <a:pt x="58687" y="9369"/>
                  <a:pt x="58743" y="9425"/>
                  <a:pt x="58795" y="9481"/>
                </a:cubicBezTo>
                <a:cubicBezTo>
                  <a:pt x="58785" y="9599"/>
                  <a:pt x="58767" y="9711"/>
                  <a:pt x="58753" y="9826"/>
                </a:cubicBezTo>
                <a:cubicBezTo>
                  <a:pt x="58673" y="9638"/>
                  <a:pt x="58593" y="9456"/>
                  <a:pt x="58509" y="9271"/>
                </a:cubicBezTo>
                <a:cubicBezTo>
                  <a:pt x="58596" y="9013"/>
                  <a:pt x="58680" y="8797"/>
                  <a:pt x="58750" y="8619"/>
                </a:cubicBezTo>
                <a:close/>
                <a:moveTo>
                  <a:pt x="97966" y="8619"/>
                </a:moveTo>
                <a:cubicBezTo>
                  <a:pt x="98011" y="8689"/>
                  <a:pt x="98053" y="8766"/>
                  <a:pt x="98088" y="8839"/>
                </a:cubicBezTo>
                <a:cubicBezTo>
                  <a:pt x="98067" y="9041"/>
                  <a:pt x="98046" y="9236"/>
                  <a:pt x="98025" y="9425"/>
                </a:cubicBezTo>
                <a:cubicBezTo>
                  <a:pt x="97966" y="9386"/>
                  <a:pt x="97907" y="9352"/>
                  <a:pt x="97844" y="9320"/>
                </a:cubicBezTo>
                <a:lnTo>
                  <a:pt x="97844" y="9320"/>
                </a:lnTo>
                <a:cubicBezTo>
                  <a:pt x="97903" y="9369"/>
                  <a:pt x="97963" y="9425"/>
                  <a:pt x="98015" y="9481"/>
                </a:cubicBezTo>
                <a:cubicBezTo>
                  <a:pt x="98001" y="9599"/>
                  <a:pt x="97983" y="9711"/>
                  <a:pt x="97966" y="9826"/>
                </a:cubicBezTo>
                <a:cubicBezTo>
                  <a:pt x="97893" y="9638"/>
                  <a:pt x="97809" y="9456"/>
                  <a:pt x="97729" y="9271"/>
                </a:cubicBezTo>
                <a:cubicBezTo>
                  <a:pt x="97816" y="9013"/>
                  <a:pt x="97893" y="8797"/>
                  <a:pt x="97966" y="8619"/>
                </a:cubicBezTo>
                <a:close/>
                <a:moveTo>
                  <a:pt x="137312" y="8619"/>
                </a:moveTo>
                <a:cubicBezTo>
                  <a:pt x="137357" y="8689"/>
                  <a:pt x="137399" y="8766"/>
                  <a:pt x="137434" y="8839"/>
                </a:cubicBezTo>
                <a:cubicBezTo>
                  <a:pt x="137413" y="9041"/>
                  <a:pt x="137392" y="9236"/>
                  <a:pt x="137371" y="9425"/>
                </a:cubicBezTo>
                <a:cubicBezTo>
                  <a:pt x="137312" y="9386"/>
                  <a:pt x="137252" y="9352"/>
                  <a:pt x="137189" y="9320"/>
                </a:cubicBezTo>
                <a:lnTo>
                  <a:pt x="137189" y="9320"/>
                </a:lnTo>
                <a:cubicBezTo>
                  <a:pt x="137249" y="9369"/>
                  <a:pt x="137305" y="9425"/>
                  <a:pt x="137360" y="9481"/>
                </a:cubicBezTo>
                <a:cubicBezTo>
                  <a:pt x="137343" y="9599"/>
                  <a:pt x="137329" y="9711"/>
                  <a:pt x="137312" y="9826"/>
                </a:cubicBezTo>
                <a:cubicBezTo>
                  <a:pt x="137238" y="9638"/>
                  <a:pt x="137155" y="9456"/>
                  <a:pt x="137074" y="9271"/>
                </a:cubicBezTo>
                <a:cubicBezTo>
                  <a:pt x="137162" y="9013"/>
                  <a:pt x="137238" y="8797"/>
                  <a:pt x="137312" y="8619"/>
                </a:cubicBezTo>
                <a:close/>
                <a:moveTo>
                  <a:pt x="176531" y="8619"/>
                </a:moveTo>
                <a:cubicBezTo>
                  <a:pt x="176563" y="8671"/>
                  <a:pt x="176605" y="8745"/>
                  <a:pt x="176654" y="8839"/>
                </a:cubicBezTo>
                <a:cubicBezTo>
                  <a:pt x="176633" y="9041"/>
                  <a:pt x="176612" y="9236"/>
                  <a:pt x="176584" y="9425"/>
                </a:cubicBezTo>
                <a:cubicBezTo>
                  <a:pt x="176528" y="9386"/>
                  <a:pt x="176469" y="9352"/>
                  <a:pt x="176409" y="9320"/>
                </a:cubicBezTo>
                <a:lnTo>
                  <a:pt x="176409" y="9320"/>
                </a:lnTo>
                <a:cubicBezTo>
                  <a:pt x="176465" y="9369"/>
                  <a:pt x="176524" y="9425"/>
                  <a:pt x="176580" y="9481"/>
                </a:cubicBezTo>
                <a:cubicBezTo>
                  <a:pt x="176563" y="9599"/>
                  <a:pt x="176549" y="9711"/>
                  <a:pt x="176531" y="9826"/>
                </a:cubicBezTo>
                <a:cubicBezTo>
                  <a:pt x="176455" y="9638"/>
                  <a:pt x="176374" y="9456"/>
                  <a:pt x="176287" y="9271"/>
                </a:cubicBezTo>
                <a:cubicBezTo>
                  <a:pt x="176374" y="9013"/>
                  <a:pt x="176458" y="8797"/>
                  <a:pt x="176531" y="8619"/>
                </a:cubicBezTo>
                <a:close/>
                <a:moveTo>
                  <a:pt x="215744" y="8619"/>
                </a:moveTo>
                <a:cubicBezTo>
                  <a:pt x="215790" y="8689"/>
                  <a:pt x="215832" y="8766"/>
                  <a:pt x="215866" y="8839"/>
                </a:cubicBezTo>
                <a:cubicBezTo>
                  <a:pt x="215846" y="9041"/>
                  <a:pt x="215825" y="9236"/>
                  <a:pt x="215804" y="9425"/>
                </a:cubicBezTo>
                <a:cubicBezTo>
                  <a:pt x="215748" y="9386"/>
                  <a:pt x="215689" y="9352"/>
                  <a:pt x="215629" y="9320"/>
                </a:cubicBezTo>
                <a:lnTo>
                  <a:pt x="215629" y="9320"/>
                </a:lnTo>
                <a:cubicBezTo>
                  <a:pt x="215685" y="9369"/>
                  <a:pt x="215737" y="9425"/>
                  <a:pt x="215793" y="9481"/>
                </a:cubicBezTo>
                <a:cubicBezTo>
                  <a:pt x="215779" y="9599"/>
                  <a:pt x="215762" y="9711"/>
                  <a:pt x="215751" y="9826"/>
                </a:cubicBezTo>
                <a:cubicBezTo>
                  <a:pt x="215671" y="9638"/>
                  <a:pt x="215587" y="9456"/>
                  <a:pt x="215507" y="9271"/>
                </a:cubicBezTo>
                <a:cubicBezTo>
                  <a:pt x="215594" y="9013"/>
                  <a:pt x="215675" y="8797"/>
                  <a:pt x="215744" y="8619"/>
                </a:cubicBezTo>
                <a:close/>
                <a:moveTo>
                  <a:pt x="255038" y="8619"/>
                </a:moveTo>
                <a:cubicBezTo>
                  <a:pt x="255069" y="8671"/>
                  <a:pt x="255114" y="8745"/>
                  <a:pt x="255163" y="8839"/>
                </a:cubicBezTo>
                <a:cubicBezTo>
                  <a:pt x="255139" y="9041"/>
                  <a:pt x="255118" y="9236"/>
                  <a:pt x="255093" y="9425"/>
                </a:cubicBezTo>
                <a:cubicBezTo>
                  <a:pt x="255038" y="9386"/>
                  <a:pt x="254978" y="9352"/>
                  <a:pt x="254919" y="9320"/>
                </a:cubicBezTo>
                <a:lnTo>
                  <a:pt x="254919" y="9320"/>
                </a:lnTo>
                <a:cubicBezTo>
                  <a:pt x="254975" y="9369"/>
                  <a:pt x="255031" y="9425"/>
                  <a:pt x="255086" y="9481"/>
                </a:cubicBezTo>
                <a:cubicBezTo>
                  <a:pt x="255069" y="9599"/>
                  <a:pt x="255055" y="9711"/>
                  <a:pt x="255038" y="9826"/>
                </a:cubicBezTo>
                <a:cubicBezTo>
                  <a:pt x="254961" y="9638"/>
                  <a:pt x="254881" y="9456"/>
                  <a:pt x="254793" y="9271"/>
                </a:cubicBezTo>
                <a:cubicBezTo>
                  <a:pt x="254881" y="9013"/>
                  <a:pt x="254964" y="8797"/>
                  <a:pt x="255038" y="8619"/>
                </a:cubicBezTo>
                <a:close/>
                <a:moveTo>
                  <a:pt x="27503" y="8528"/>
                </a:moveTo>
                <a:cubicBezTo>
                  <a:pt x="27521" y="8563"/>
                  <a:pt x="27535" y="8602"/>
                  <a:pt x="27552" y="8640"/>
                </a:cubicBezTo>
                <a:cubicBezTo>
                  <a:pt x="27521" y="9045"/>
                  <a:pt x="27490" y="9456"/>
                  <a:pt x="27451" y="9847"/>
                </a:cubicBezTo>
                <a:cubicBezTo>
                  <a:pt x="27413" y="9592"/>
                  <a:pt x="27371" y="9306"/>
                  <a:pt x="27336" y="9006"/>
                </a:cubicBezTo>
                <a:lnTo>
                  <a:pt x="27465" y="8584"/>
                </a:lnTo>
                <a:lnTo>
                  <a:pt x="27503" y="8528"/>
                </a:lnTo>
                <a:close/>
                <a:moveTo>
                  <a:pt x="66723" y="8528"/>
                </a:moveTo>
                <a:cubicBezTo>
                  <a:pt x="66741" y="8563"/>
                  <a:pt x="66751" y="8602"/>
                  <a:pt x="66769" y="8640"/>
                </a:cubicBezTo>
                <a:cubicBezTo>
                  <a:pt x="66741" y="9045"/>
                  <a:pt x="66706" y="9456"/>
                  <a:pt x="66671" y="9847"/>
                </a:cubicBezTo>
                <a:cubicBezTo>
                  <a:pt x="66626" y="9592"/>
                  <a:pt x="66591" y="9306"/>
                  <a:pt x="66556" y="9006"/>
                </a:cubicBezTo>
                <a:lnTo>
                  <a:pt x="66682" y="8584"/>
                </a:lnTo>
                <a:lnTo>
                  <a:pt x="66723" y="8528"/>
                </a:lnTo>
                <a:close/>
                <a:moveTo>
                  <a:pt x="105940" y="8528"/>
                </a:moveTo>
                <a:cubicBezTo>
                  <a:pt x="105954" y="8563"/>
                  <a:pt x="105971" y="8602"/>
                  <a:pt x="105985" y="8640"/>
                </a:cubicBezTo>
                <a:cubicBezTo>
                  <a:pt x="105957" y="9045"/>
                  <a:pt x="105922" y="9456"/>
                  <a:pt x="105887" y="9847"/>
                </a:cubicBezTo>
                <a:cubicBezTo>
                  <a:pt x="105846" y="9589"/>
                  <a:pt x="105807" y="9306"/>
                  <a:pt x="105772" y="9006"/>
                </a:cubicBezTo>
                <a:cubicBezTo>
                  <a:pt x="105814" y="8856"/>
                  <a:pt x="105860" y="8713"/>
                  <a:pt x="105901" y="8584"/>
                </a:cubicBezTo>
                <a:lnTo>
                  <a:pt x="105940" y="8528"/>
                </a:lnTo>
                <a:close/>
                <a:moveTo>
                  <a:pt x="145282" y="8528"/>
                </a:moveTo>
                <a:cubicBezTo>
                  <a:pt x="145299" y="8563"/>
                  <a:pt x="145313" y="8602"/>
                  <a:pt x="145331" y="8637"/>
                </a:cubicBezTo>
                <a:cubicBezTo>
                  <a:pt x="145299" y="9045"/>
                  <a:pt x="145271" y="9456"/>
                  <a:pt x="145229" y="9847"/>
                </a:cubicBezTo>
                <a:cubicBezTo>
                  <a:pt x="145191" y="9592"/>
                  <a:pt x="145153" y="9306"/>
                  <a:pt x="145118" y="9006"/>
                </a:cubicBezTo>
                <a:cubicBezTo>
                  <a:pt x="145160" y="8853"/>
                  <a:pt x="145205" y="8713"/>
                  <a:pt x="145247" y="8584"/>
                </a:cubicBezTo>
                <a:lnTo>
                  <a:pt x="145282" y="8528"/>
                </a:lnTo>
                <a:close/>
                <a:moveTo>
                  <a:pt x="184502" y="8528"/>
                </a:moveTo>
                <a:cubicBezTo>
                  <a:pt x="184519" y="8563"/>
                  <a:pt x="184533" y="8602"/>
                  <a:pt x="184551" y="8640"/>
                </a:cubicBezTo>
                <a:cubicBezTo>
                  <a:pt x="184519" y="9045"/>
                  <a:pt x="184488" y="9456"/>
                  <a:pt x="184449" y="9847"/>
                </a:cubicBezTo>
                <a:cubicBezTo>
                  <a:pt x="184411" y="9592"/>
                  <a:pt x="184373" y="9306"/>
                  <a:pt x="184338" y="9006"/>
                </a:cubicBezTo>
                <a:lnTo>
                  <a:pt x="184463" y="8584"/>
                </a:lnTo>
                <a:lnTo>
                  <a:pt x="184502" y="8528"/>
                </a:lnTo>
                <a:close/>
                <a:moveTo>
                  <a:pt x="223722" y="8528"/>
                </a:moveTo>
                <a:lnTo>
                  <a:pt x="223770" y="8640"/>
                </a:lnTo>
                <a:cubicBezTo>
                  <a:pt x="223739" y="9045"/>
                  <a:pt x="223704" y="9456"/>
                  <a:pt x="223669" y="9847"/>
                </a:cubicBezTo>
                <a:cubicBezTo>
                  <a:pt x="223624" y="9589"/>
                  <a:pt x="223589" y="9306"/>
                  <a:pt x="223551" y="9006"/>
                </a:cubicBezTo>
                <a:cubicBezTo>
                  <a:pt x="223600" y="8856"/>
                  <a:pt x="223638" y="8713"/>
                  <a:pt x="223683" y="8584"/>
                </a:cubicBezTo>
                <a:lnTo>
                  <a:pt x="223722" y="8528"/>
                </a:lnTo>
                <a:close/>
                <a:moveTo>
                  <a:pt x="263011" y="8528"/>
                </a:moveTo>
                <a:cubicBezTo>
                  <a:pt x="263029" y="8563"/>
                  <a:pt x="263039" y="8602"/>
                  <a:pt x="263057" y="8640"/>
                </a:cubicBezTo>
                <a:cubicBezTo>
                  <a:pt x="263029" y="9045"/>
                  <a:pt x="262997" y="9456"/>
                  <a:pt x="262959" y="9847"/>
                </a:cubicBezTo>
                <a:cubicBezTo>
                  <a:pt x="262917" y="9589"/>
                  <a:pt x="262879" y="9306"/>
                  <a:pt x="262844" y="9006"/>
                </a:cubicBezTo>
                <a:cubicBezTo>
                  <a:pt x="262889" y="8853"/>
                  <a:pt x="262931" y="8713"/>
                  <a:pt x="262969" y="8584"/>
                </a:cubicBezTo>
                <a:lnTo>
                  <a:pt x="263011" y="8528"/>
                </a:lnTo>
                <a:close/>
                <a:moveTo>
                  <a:pt x="23098" y="7559"/>
                </a:moveTo>
                <a:cubicBezTo>
                  <a:pt x="23248" y="8117"/>
                  <a:pt x="23405" y="8794"/>
                  <a:pt x="23565" y="9533"/>
                </a:cubicBezTo>
                <a:cubicBezTo>
                  <a:pt x="23531" y="9610"/>
                  <a:pt x="23503" y="9683"/>
                  <a:pt x="23471" y="9760"/>
                </a:cubicBezTo>
                <a:lnTo>
                  <a:pt x="23321" y="9952"/>
                </a:lnTo>
                <a:cubicBezTo>
                  <a:pt x="23283" y="9289"/>
                  <a:pt x="23258" y="8710"/>
                  <a:pt x="23245" y="8378"/>
                </a:cubicBezTo>
                <a:cubicBezTo>
                  <a:pt x="23234" y="8197"/>
                  <a:pt x="23231" y="8092"/>
                  <a:pt x="23231" y="8092"/>
                </a:cubicBezTo>
                <a:cubicBezTo>
                  <a:pt x="23171" y="8176"/>
                  <a:pt x="23126" y="8270"/>
                  <a:pt x="23095" y="8371"/>
                </a:cubicBezTo>
                <a:lnTo>
                  <a:pt x="23074" y="8371"/>
                </a:lnTo>
                <a:cubicBezTo>
                  <a:pt x="23088" y="8096"/>
                  <a:pt x="23095" y="7820"/>
                  <a:pt x="23095" y="7559"/>
                </a:cubicBezTo>
                <a:close/>
                <a:moveTo>
                  <a:pt x="62450" y="8086"/>
                </a:moveTo>
                <a:cubicBezTo>
                  <a:pt x="62559" y="8524"/>
                  <a:pt x="62672" y="9013"/>
                  <a:pt x="62782" y="9533"/>
                </a:cubicBezTo>
                <a:lnTo>
                  <a:pt x="62691" y="9760"/>
                </a:lnTo>
                <a:cubicBezTo>
                  <a:pt x="62639" y="9822"/>
                  <a:pt x="62590" y="9889"/>
                  <a:pt x="62541" y="9952"/>
                </a:cubicBezTo>
                <a:cubicBezTo>
                  <a:pt x="62499" y="9289"/>
                  <a:pt x="62475" y="8710"/>
                  <a:pt x="62457" y="8378"/>
                </a:cubicBezTo>
                <a:cubicBezTo>
                  <a:pt x="62461" y="8378"/>
                  <a:pt x="62461" y="8375"/>
                  <a:pt x="62461" y="8375"/>
                </a:cubicBezTo>
                <a:lnTo>
                  <a:pt x="62457" y="8375"/>
                </a:lnTo>
                <a:cubicBezTo>
                  <a:pt x="62454" y="8198"/>
                  <a:pt x="62451" y="8094"/>
                  <a:pt x="62450" y="8086"/>
                </a:cubicBezTo>
                <a:close/>
                <a:moveTo>
                  <a:pt x="101534" y="7559"/>
                </a:moveTo>
                <a:cubicBezTo>
                  <a:pt x="101681" y="8117"/>
                  <a:pt x="101838" y="8794"/>
                  <a:pt x="101998" y="9533"/>
                </a:cubicBezTo>
                <a:lnTo>
                  <a:pt x="101904" y="9760"/>
                </a:lnTo>
                <a:lnTo>
                  <a:pt x="101754" y="9952"/>
                </a:lnTo>
                <a:cubicBezTo>
                  <a:pt x="101716" y="9289"/>
                  <a:pt x="101691" y="8710"/>
                  <a:pt x="101677" y="8378"/>
                </a:cubicBezTo>
                <a:cubicBezTo>
                  <a:pt x="101667" y="8197"/>
                  <a:pt x="101667" y="8092"/>
                  <a:pt x="101667" y="8092"/>
                </a:cubicBezTo>
                <a:cubicBezTo>
                  <a:pt x="101608" y="8176"/>
                  <a:pt x="101562" y="8270"/>
                  <a:pt x="101531" y="8371"/>
                </a:cubicBezTo>
                <a:lnTo>
                  <a:pt x="101506" y="8371"/>
                </a:lnTo>
                <a:cubicBezTo>
                  <a:pt x="101520" y="8096"/>
                  <a:pt x="101531" y="7820"/>
                  <a:pt x="101534" y="7559"/>
                </a:cubicBezTo>
                <a:close/>
                <a:moveTo>
                  <a:pt x="140880" y="7559"/>
                </a:moveTo>
                <a:cubicBezTo>
                  <a:pt x="141026" y="8117"/>
                  <a:pt x="141183" y="8794"/>
                  <a:pt x="141347" y="9533"/>
                </a:cubicBezTo>
                <a:cubicBezTo>
                  <a:pt x="141309" y="9610"/>
                  <a:pt x="141281" y="9683"/>
                  <a:pt x="141250" y="9760"/>
                </a:cubicBezTo>
                <a:lnTo>
                  <a:pt x="141103" y="9952"/>
                </a:lnTo>
                <a:cubicBezTo>
                  <a:pt x="141061" y="9289"/>
                  <a:pt x="141037" y="8710"/>
                  <a:pt x="141023" y="8378"/>
                </a:cubicBezTo>
                <a:cubicBezTo>
                  <a:pt x="141016" y="8197"/>
                  <a:pt x="141009" y="8092"/>
                  <a:pt x="141009" y="8092"/>
                </a:cubicBezTo>
                <a:cubicBezTo>
                  <a:pt x="140953" y="8176"/>
                  <a:pt x="140908" y="8270"/>
                  <a:pt x="140873" y="8371"/>
                </a:cubicBezTo>
                <a:lnTo>
                  <a:pt x="140852" y="8371"/>
                </a:lnTo>
                <a:cubicBezTo>
                  <a:pt x="140866" y="8096"/>
                  <a:pt x="140873" y="7820"/>
                  <a:pt x="140873" y="7559"/>
                </a:cubicBezTo>
                <a:close/>
                <a:moveTo>
                  <a:pt x="180093" y="7559"/>
                </a:moveTo>
                <a:cubicBezTo>
                  <a:pt x="180243" y="8117"/>
                  <a:pt x="180403" y="8794"/>
                  <a:pt x="180560" y="9533"/>
                </a:cubicBezTo>
                <a:lnTo>
                  <a:pt x="180469" y="9760"/>
                </a:lnTo>
                <a:cubicBezTo>
                  <a:pt x="180417" y="9822"/>
                  <a:pt x="180368" y="9889"/>
                  <a:pt x="180319" y="9952"/>
                </a:cubicBezTo>
                <a:cubicBezTo>
                  <a:pt x="180281" y="9289"/>
                  <a:pt x="180257" y="8710"/>
                  <a:pt x="180243" y="8378"/>
                </a:cubicBezTo>
                <a:cubicBezTo>
                  <a:pt x="180232" y="8197"/>
                  <a:pt x="180229" y="8092"/>
                  <a:pt x="180229" y="8092"/>
                </a:cubicBezTo>
                <a:cubicBezTo>
                  <a:pt x="180169" y="8176"/>
                  <a:pt x="180124" y="8270"/>
                  <a:pt x="180089" y="8371"/>
                </a:cubicBezTo>
                <a:lnTo>
                  <a:pt x="180072" y="8371"/>
                </a:lnTo>
                <a:cubicBezTo>
                  <a:pt x="180086" y="8096"/>
                  <a:pt x="180093" y="7820"/>
                  <a:pt x="180093" y="7559"/>
                </a:cubicBezTo>
                <a:close/>
                <a:moveTo>
                  <a:pt x="219449" y="8096"/>
                </a:moveTo>
                <a:cubicBezTo>
                  <a:pt x="219556" y="8532"/>
                  <a:pt x="219668" y="9017"/>
                  <a:pt x="219780" y="9533"/>
                </a:cubicBezTo>
                <a:lnTo>
                  <a:pt x="219682" y="9760"/>
                </a:lnTo>
                <a:lnTo>
                  <a:pt x="219536" y="9952"/>
                </a:lnTo>
                <a:cubicBezTo>
                  <a:pt x="219498" y="9289"/>
                  <a:pt x="219470" y="8710"/>
                  <a:pt x="219456" y="8378"/>
                </a:cubicBezTo>
                <a:cubicBezTo>
                  <a:pt x="219459" y="8378"/>
                  <a:pt x="219463" y="8375"/>
                  <a:pt x="219463" y="8375"/>
                </a:cubicBezTo>
                <a:lnTo>
                  <a:pt x="219456" y="8375"/>
                </a:lnTo>
                <a:cubicBezTo>
                  <a:pt x="219453" y="8224"/>
                  <a:pt x="219450" y="8127"/>
                  <a:pt x="219449" y="8096"/>
                </a:cubicBezTo>
                <a:close/>
                <a:moveTo>
                  <a:pt x="258602" y="7559"/>
                </a:moveTo>
                <a:cubicBezTo>
                  <a:pt x="258756" y="8117"/>
                  <a:pt x="258913" y="8794"/>
                  <a:pt x="259070" y="9533"/>
                </a:cubicBezTo>
                <a:lnTo>
                  <a:pt x="258976" y="9760"/>
                </a:lnTo>
                <a:cubicBezTo>
                  <a:pt x="258923" y="9822"/>
                  <a:pt x="258878" y="9889"/>
                  <a:pt x="258829" y="9952"/>
                </a:cubicBezTo>
                <a:cubicBezTo>
                  <a:pt x="258791" y="9289"/>
                  <a:pt x="258763" y="8710"/>
                  <a:pt x="258749" y="8378"/>
                </a:cubicBezTo>
                <a:cubicBezTo>
                  <a:pt x="258742" y="8197"/>
                  <a:pt x="258738" y="8092"/>
                  <a:pt x="258738" y="8092"/>
                </a:cubicBezTo>
                <a:cubicBezTo>
                  <a:pt x="258679" y="8176"/>
                  <a:pt x="258630" y="8270"/>
                  <a:pt x="258599" y="8371"/>
                </a:cubicBezTo>
                <a:lnTo>
                  <a:pt x="258581" y="8371"/>
                </a:lnTo>
                <a:cubicBezTo>
                  <a:pt x="258592" y="8096"/>
                  <a:pt x="258602" y="7820"/>
                  <a:pt x="258602" y="7559"/>
                </a:cubicBezTo>
                <a:close/>
                <a:moveTo>
                  <a:pt x="38142" y="7765"/>
                </a:moveTo>
                <a:lnTo>
                  <a:pt x="38142" y="7765"/>
                </a:lnTo>
                <a:cubicBezTo>
                  <a:pt x="38233" y="8274"/>
                  <a:pt x="38310" y="8968"/>
                  <a:pt x="38341" y="9917"/>
                </a:cubicBezTo>
                <a:cubicBezTo>
                  <a:pt x="38320" y="9931"/>
                  <a:pt x="38303" y="9948"/>
                  <a:pt x="38285" y="9969"/>
                </a:cubicBezTo>
                <a:cubicBezTo>
                  <a:pt x="38226" y="9205"/>
                  <a:pt x="38177" y="8413"/>
                  <a:pt x="38142" y="7765"/>
                </a:cubicBezTo>
                <a:close/>
                <a:moveTo>
                  <a:pt x="77362" y="7765"/>
                </a:moveTo>
                <a:lnTo>
                  <a:pt x="77362" y="7765"/>
                </a:lnTo>
                <a:cubicBezTo>
                  <a:pt x="77449" y="8274"/>
                  <a:pt x="77526" y="8968"/>
                  <a:pt x="77557" y="9917"/>
                </a:cubicBezTo>
                <a:lnTo>
                  <a:pt x="77505" y="9969"/>
                </a:lnTo>
                <a:cubicBezTo>
                  <a:pt x="77439" y="9205"/>
                  <a:pt x="77393" y="8413"/>
                  <a:pt x="77362" y="7765"/>
                </a:cubicBezTo>
                <a:close/>
                <a:moveTo>
                  <a:pt x="116575" y="7765"/>
                </a:moveTo>
                <a:lnTo>
                  <a:pt x="116575" y="7765"/>
                </a:lnTo>
                <a:cubicBezTo>
                  <a:pt x="116669" y="8274"/>
                  <a:pt x="116746" y="8968"/>
                  <a:pt x="116777" y="9917"/>
                </a:cubicBezTo>
                <a:lnTo>
                  <a:pt x="116725" y="9969"/>
                </a:lnTo>
                <a:cubicBezTo>
                  <a:pt x="116659" y="9205"/>
                  <a:pt x="116610" y="8413"/>
                  <a:pt x="116575" y="7765"/>
                </a:cubicBezTo>
                <a:close/>
                <a:moveTo>
                  <a:pt x="155920" y="7765"/>
                </a:moveTo>
                <a:lnTo>
                  <a:pt x="155920" y="7765"/>
                </a:lnTo>
                <a:cubicBezTo>
                  <a:pt x="156015" y="8274"/>
                  <a:pt x="156088" y="8968"/>
                  <a:pt x="156123" y="9917"/>
                </a:cubicBezTo>
                <a:cubicBezTo>
                  <a:pt x="156098" y="9931"/>
                  <a:pt x="156081" y="9948"/>
                  <a:pt x="156063" y="9969"/>
                </a:cubicBezTo>
                <a:cubicBezTo>
                  <a:pt x="156004" y="9205"/>
                  <a:pt x="155955" y="8413"/>
                  <a:pt x="155920" y="7765"/>
                </a:cubicBezTo>
                <a:close/>
                <a:moveTo>
                  <a:pt x="195140" y="7765"/>
                </a:moveTo>
                <a:cubicBezTo>
                  <a:pt x="195231" y="8274"/>
                  <a:pt x="195304" y="8968"/>
                  <a:pt x="195336" y="9917"/>
                </a:cubicBezTo>
                <a:cubicBezTo>
                  <a:pt x="195318" y="9934"/>
                  <a:pt x="195301" y="9952"/>
                  <a:pt x="195283" y="9969"/>
                </a:cubicBezTo>
                <a:cubicBezTo>
                  <a:pt x="195217" y="9205"/>
                  <a:pt x="195172" y="8413"/>
                  <a:pt x="195140" y="7765"/>
                </a:cubicBezTo>
                <a:close/>
                <a:moveTo>
                  <a:pt x="234357" y="7765"/>
                </a:moveTo>
                <a:lnTo>
                  <a:pt x="234357" y="7765"/>
                </a:lnTo>
                <a:cubicBezTo>
                  <a:pt x="234447" y="8274"/>
                  <a:pt x="234524" y="8968"/>
                  <a:pt x="234556" y="9917"/>
                </a:cubicBezTo>
                <a:cubicBezTo>
                  <a:pt x="234535" y="9934"/>
                  <a:pt x="234517" y="9952"/>
                  <a:pt x="234503" y="9969"/>
                </a:cubicBezTo>
                <a:cubicBezTo>
                  <a:pt x="234437" y="9205"/>
                  <a:pt x="234388" y="8413"/>
                  <a:pt x="234357" y="7765"/>
                </a:cubicBezTo>
                <a:close/>
                <a:moveTo>
                  <a:pt x="273650" y="7765"/>
                </a:moveTo>
                <a:lnTo>
                  <a:pt x="273650" y="7765"/>
                </a:lnTo>
                <a:cubicBezTo>
                  <a:pt x="273741" y="8270"/>
                  <a:pt x="273814" y="8968"/>
                  <a:pt x="273845" y="9917"/>
                </a:cubicBezTo>
                <a:cubicBezTo>
                  <a:pt x="273824" y="9934"/>
                  <a:pt x="273807" y="9952"/>
                  <a:pt x="273793" y="9969"/>
                </a:cubicBezTo>
                <a:cubicBezTo>
                  <a:pt x="273727" y="9209"/>
                  <a:pt x="273678" y="8413"/>
                  <a:pt x="273650" y="7765"/>
                </a:cubicBezTo>
                <a:close/>
                <a:moveTo>
                  <a:pt x="277441" y="9777"/>
                </a:moveTo>
                <a:lnTo>
                  <a:pt x="277455" y="9826"/>
                </a:lnTo>
                <a:lnTo>
                  <a:pt x="277438" y="10007"/>
                </a:lnTo>
                <a:lnTo>
                  <a:pt x="277407" y="9857"/>
                </a:lnTo>
                <a:lnTo>
                  <a:pt x="277441" y="9777"/>
                </a:lnTo>
                <a:close/>
                <a:moveTo>
                  <a:pt x="11636" y="7831"/>
                </a:moveTo>
                <a:cubicBezTo>
                  <a:pt x="11643" y="7942"/>
                  <a:pt x="11643" y="8061"/>
                  <a:pt x="11647" y="8180"/>
                </a:cubicBezTo>
                <a:cubicBezTo>
                  <a:pt x="11626" y="8671"/>
                  <a:pt x="11591" y="9264"/>
                  <a:pt x="11546" y="9864"/>
                </a:cubicBezTo>
                <a:cubicBezTo>
                  <a:pt x="11521" y="9917"/>
                  <a:pt x="11493" y="9972"/>
                  <a:pt x="11462" y="10032"/>
                </a:cubicBezTo>
                <a:cubicBezTo>
                  <a:pt x="11399" y="9938"/>
                  <a:pt x="11329" y="9847"/>
                  <a:pt x="11260" y="9760"/>
                </a:cubicBezTo>
                <a:cubicBezTo>
                  <a:pt x="11214" y="9655"/>
                  <a:pt x="11176" y="9550"/>
                  <a:pt x="11130" y="9456"/>
                </a:cubicBezTo>
                <a:cubicBezTo>
                  <a:pt x="11089" y="9359"/>
                  <a:pt x="11120" y="9191"/>
                  <a:pt x="11113" y="9090"/>
                </a:cubicBezTo>
                <a:cubicBezTo>
                  <a:pt x="11305" y="8591"/>
                  <a:pt x="11486" y="8166"/>
                  <a:pt x="11636" y="7831"/>
                </a:cubicBezTo>
                <a:close/>
                <a:moveTo>
                  <a:pt x="50856" y="7831"/>
                </a:moveTo>
                <a:cubicBezTo>
                  <a:pt x="50856" y="7942"/>
                  <a:pt x="50860" y="8061"/>
                  <a:pt x="50863" y="8180"/>
                </a:cubicBezTo>
                <a:cubicBezTo>
                  <a:pt x="50842" y="8671"/>
                  <a:pt x="50807" y="9264"/>
                  <a:pt x="50765" y="9864"/>
                </a:cubicBezTo>
                <a:cubicBezTo>
                  <a:pt x="50734" y="9917"/>
                  <a:pt x="50710" y="9972"/>
                  <a:pt x="50682" y="10032"/>
                </a:cubicBezTo>
                <a:cubicBezTo>
                  <a:pt x="50612" y="9934"/>
                  <a:pt x="50546" y="9843"/>
                  <a:pt x="50476" y="9760"/>
                </a:cubicBezTo>
                <a:cubicBezTo>
                  <a:pt x="50406" y="9679"/>
                  <a:pt x="50389" y="9550"/>
                  <a:pt x="50347" y="9456"/>
                </a:cubicBezTo>
                <a:cubicBezTo>
                  <a:pt x="50302" y="9359"/>
                  <a:pt x="50336" y="9191"/>
                  <a:pt x="50333" y="9090"/>
                </a:cubicBezTo>
                <a:cubicBezTo>
                  <a:pt x="50521" y="8591"/>
                  <a:pt x="50703" y="8166"/>
                  <a:pt x="50856" y="7831"/>
                </a:cubicBezTo>
                <a:close/>
                <a:moveTo>
                  <a:pt x="90069" y="7831"/>
                </a:moveTo>
                <a:lnTo>
                  <a:pt x="90083" y="8183"/>
                </a:lnTo>
                <a:cubicBezTo>
                  <a:pt x="90059" y="8671"/>
                  <a:pt x="90024" y="9264"/>
                  <a:pt x="89978" y="9864"/>
                </a:cubicBezTo>
                <a:lnTo>
                  <a:pt x="89902" y="10032"/>
                </a:lnTo>
                <a:lnTo>
                  <a:pt x="89696" y="9760"/>
                </a:lnTo>
                <a:cubicBezTo>
                  <a:pt x="89650" y="9655"/>
                  <a:pt x="89609" y="9550"/>
                  <a:pt x="89563" y="9456"/>
                </a:cubicBezTo>
                <a:cubicBezTo>
                  <a:pt x="89521" y="9359"/>
                  <a:pt x="89553" y="9191"/>
                  <a:pt x="89546" y="9093"/>
                </a:cubicBezTo>
                <a:cubicBezTo>
                  <a:pt x="89738" y="8591"/>
                  <a:pt x="89919" y="8166"/>
                  <a:pt x="90069" y="7831"/>
                </a:cubicBezTo>
                <a:close/>
                <a:moveTo>
                  <a:pt x="129415" y="7827"/>
                </a:moveTo>
                <a:lnTo>
                  <a:pt x="129428" y="8176"/>
                </a:lnTo>
                <a:cubicBezTo>
                  <a:pt x="129404" y="8671"/>
                  <a:pt x="129369" y="9264"/>
                  <a:pt x="129324" y="9864"/>
                </a:cubicBezTo>
                <a:lnTo>
                  <a:pt x="129247" y="10032"/>
                </a:lnTo>
                <a:cubicBezTo>
                  <a:pt x="129177" y="9934"/>
                  <a:pt x="129108" y="9843"/>
                  <a:pt x="129038" y="9760"/>
                </a:cubicBezTo>
                <a:cubicBezTo>
                  <a:pt x="128968" y="9679"/>
                  <a:pt x="128954" y="9550"/>
                  <a:pt x="128909" y="9456"/>
                </a:cubicBezTo>
                <a:cubicBezTo>
                  <a:pt x="128867" y="9359"/>
                  <a:pt x="128898" y="9188"/>
                  <a:pt x="128891" y="9093"/>
                </a:cubicBezTo>
                <a:cubicBezTo>
                  <a:pt x="129083" y="8591"/>
                  <a:pt x="129265" y="8166"/>
                  <a:pt x="129415" y="7827"/>
                </a:cubicBezTo>
                <a:close/>
                <a:moveTo>
                  <a:pt x="168634" y="7827"/>
                </a:moveTo>
                <a:cubicBezTo>
                  <a:pt x="168634" y="7942"/>
                  <a:pt x="168641" y="8061"/>
                  <a:pt x="168645" y="8176"/>
                </a:cubicBezTo>
                <a:cubicBezTo>
                  <a:pt x="168620" y="8671"/>
                  <a:pt x="168586" y="9264"/>
                  <a:pt x="168544" y="9864"/>
                </a:cubicBezTo>
                <a:lnTo>
                  <a:pt x="168460" y="10032"/>
                </a:lnTo>
                <a:cubicBezTo>
                  <a:pt x="168390" y="9934"/>
                  <a:pt x="168324" y="9843"/>
                  <a:pt x="168254" y="9760"/>
                </a:cubicBezTo>
                <a:cubicBezTo>
                  <a:pt x="168184" y="9679"/>
                  <a:pt x="168167" y="9550"/>
                  <a:pt x="168125" y="9456"/>
                </a:cubicBezTo>
                <a:cubicBezTo>
                  <a:pt x="168080" y="9359"/>
                  <a:pt x="168115" y="9188"/>
                  <a:pt x="168111" y="9090"/>
                </a:cubicBezTo>
                <a:cubicBezTo>
                  <a:pt x="168300" y="8591"/>
                  <a:pt x="168481" y="8166"/>
                  <a:pt x="168634" y="7827"/>
                </a:cubicBezTo>
                <a:close/>
                <a:moveTo>
                  <a:pt x="207851" y="7827"/>
                </a:moveTo>
                <a:lnTo>
                  <a:pt x="207865" y="8176"/>
                </a:lnTo>
                <a:cubicBezTo>
                  <a:pt x="207837" y="8671"/>
                  <a:pt x="207806" y="9264"/>
                  <a:pt x="207764" y="9864"/>
                </a:cubicBezTo>
                <a:cubicBezTo>
                  <a:pt x="207732" y="9917"/>
                  <a:pt x="207708" y="9972"/>
                  <a:pt x="207680" y="10032"/>
                </a:cubicBezTo>
                <a:lnTo>
                  <a:pt x="207474" y="9760"/>
                </a:lnTo>
                <a:cubicBezTo>
                  <a:pt x="207432" y="9655"/>
                  <a:pt x="207387" y="9550"/>
                  <a:pt x="207345" y="9456"/>
                </a:cubicBezTo>
                <a:cubicBezTo>
                  <a:pt x="207300" y="9359"/>
                  <a:pt x="207331" y="9188"/>
                  <a:pt x="207331" y="9090"/>
                </a:cubicBezTo>
                <a:cubicBezTo>
                  <a:pt x="207519" y="8591"/>
                  <a:pt x="207697" y="8166"/>
                  <a:pt x="207851" y="7827"/>
                </a:cubicBezTo>
                <a:close/>
                <a:moveTo>
                  <a:pt x="247144" y="7831"/>
                </a:moveTo>
                <a:cubicBezTo>
                  <a:pt x="247144" y="7942"/>
                  <a:pt x="247147" y="8061"/>
                  <a:pt x="247151" y="8180"/>
                </a:cubicBezTo>
                <a:cubicBezTo>
                  <a:pt x="247130" y="8671"/>
                  <a:pt x="247095" y="9264"/>
                  <a:pt x="247053" y="9864"/>
                </a:cubicBezTo>
                <a:lnTo>
                  <a:pt x="246970" y="10032"/>
                </a:lnTo>
                <a:cubicBezTo>
                  <a:pt x="246903" y="9938"/>
                  <a:pt x="246837" y="9847"/>
                  <a:pt x="246764" y="9760"/>
                </a:cubicBezTo>
                <a:cubicBezTo>
                  <a:pt x="246722" y="9655"/>
                  <a:pt x="246677" y="9550"/>
                  <a:pt x="246635" y="9456"/>
                </a:cubicBezTo>
                <a:cubicBezTo>
                  <a:pt x="246589" y="9359"/>
                  <a:pt x="246624" y="9191"/>
                  <a:pt x="246621" y="9093"/>
                </a:cubicBezTo>
                <a:cubicBezTo>
                  <a:pt x="246809" y="8591"/>
                  <a:pt x="246991" y="8166"/>
                  <a:pt x="247144" y="7831"/>
                </a:cubicBezTo>
                <a:close/>
                <a:moveTo>
                  <a:pt x="125539" y="9289"/>
                </a:moveTo>
                <a:lnTo>
                  <a:pt x="125672" y="9742"/>
                </a:lnTo>
                <a:cubicBezTo>
                  <a:pt x="125654" y="9892"/>
                  <a:pt x="125633" y="10032"/>
                  <a:pt x="125609" y="10161"/>
                </a:cubicBezTo>
                <a:lnTo>
                  <a:pt x="125476" y="9924"/>
                </a:lnTo>
                <a:cubicBezTo>
                  <a:pt x="125463" y="9819"/>
                  <a:pt x="125452" y="9707"/>
                  <a:pt x="125438" y="9596"/>
                </a:cubicBezTo>
                <a:cubicBezTo>
                  <a:pt x="125428" y="9481"/>
                  <a:pt x="125504" y="9386"/>
                  <a:pt x="125539" y="9289"/>
                </a:cubicBezTo>
                <a:close/>
                <a:moveTo>
                  <a:pt x="68265" y="9700"/>
                </a:moveTo>
                <a:lnTo>
                  <a:pt x="68265" y="9700"/>
                </a:lnTo>
                <a:cubicBezTo>
                  <a:pt x="68248" y="9843"/>
                  <a:pt x="68237" y="10000"/>
                  <a:pt x="68227" y="10164"/>
                </a:cubicBezTo>
                <a:cubicBezTo>
                  <a:pt x="68213" y="10102"/>
                  <a:pt x="68195" y="10039"/>
                  <a:pt x="68178" y="9972"/>
                </a:cubicBezTo>
                <a:cubicBezTo>
                  <a:pt x="68160" y="9910"/>
                  <a:pt x="68237" y="9788"/>
                  <a:pt x="68265" y="9700"/>
                </a:cubicBezTo>
                <a:close/>
                <a:moveTo>
                  <a:pt x="107482" y="9693"/>
                </a:moveTo>
                <a:lnTo>
                  <a:pt x="107482" y="9693"/>
                </a:lnTo>
                <a:cubicBezTo>
                  <a:pt x="107464" y="9843"/>
                  <a:pt x="107454" y="10000"/>
                  <a:pt x="107447" y="10164"/>
                </a:cubicBezTo>
                <a:lnTo>
                  <a:pt x="107398" y="9972"/>
                </a:lnTo>
                <a:cubicBezTo>
                  <a:pt x="107429" y="9878"/>
                  <a:pt x="107454" y="9788"/>
                  <a:pt x="107482" y="9693"/>
                </a:cubicBezTo>
                <a:close/>
                <a:moveTo>
                  <a:pt x="146827" y="9693"/>
                </a:moveTo>
                <a:lnTo>
                  <a:pt x="146827" y="9693"/>
                </a:lnTo>
                <a:cubicBezTo>
                  <a:pt x="146810" y="9843"/>
                  <a:pt x="146796" y="10000"/>
                  <a:pt x="146792" y="10164"/>
                </a:cubicBezTo>
                <a:cubicBezTo>
                  <a:pt x="146775" y="10102"/>
                  <a:pt x="146761" y="10039"/>
                  <a:pt x="146743" y="9972"/>
                </a:cubicBezTo>
                <a:cubicBezTo>
                  <a:pt x="146726" y="9910"/>
                  <a:pt x="146799" y="9788"/>
                  <a:pt x="146827" y="9693"/>
                </a:cubicBezTo>
                <a:close/>
                <a:moveTo>
                  <a:pt x="186043" y="9693"/>
                </a:moveTo>
                <a:cubicBezTo>
                  <a:pt x="186026" y="9843"/>
                  <a:pt x="186016" y="10000"/>
                  <a:pt x="186005" y="10164"/>
                </a:cubicBezTo>
                <a:cubicBezTo>
                  <a:pt x="185991" y="10102"/>
                  <a:pt x="185974" y="10039"/>
                  <a:pt x="185963" y="9972"/>
                </a:cubicBezTo>
                <a:cubicBezTo>
                  <a:pt x="185949" y="9910"/>
                  <a:pt x="186016" y="9788"/>
                  <a:pt x="186043" y="9693"/>
                </a:cubicBezTo>
                <a:close/>
                <a:moveTo>
                  <a:pt x="225260" y="9700"/>
                </a:moveTo>
                <a:lnTo>
                  <a:pt x="225260" y="9700"/>
                </a:lnTo>
                <a:cubicBezTo>
                  <a:pt x="225242" y="9843"/>
                  <a:pt x="225235" y="10000"/>
                  <a:pt x="225225" y="10164"/>
                </a:cubicBezTo>
                <a:cubicBezTo>
                  <a:pt x="225211" y="10102"/>
                  <a:pt x="225194" y="10039"/>
                  <a:pt x="225176" y="9972"/>
                </a:cubicBezTo>
                <a:cubicBezTo>
                  <a:pt x="225159" y="9910"/>
                  <a:pt x="225232" y="9788"/>
                  <a:pt x="225260" y="9700"/>
                </a:cubicBezTo>
                <a:close/>
                <a:moveTo>
                  <a:pt x="9815" y="9906"/>
                </a:moveTo>
                <a:lnTo>
                  <a:pt x="9815" y="9906"/>
                </a:lnTo>
                <a:cubicBezTo>
                  <a:pt x="9833" y="9948"/>
                  <a:pt x="9850" y="9993"/>
                  <a:pt x="9864" y="10039"/>
                </a:cubicBezTo>
                <a:cubicBezTo>
                  <a:pt x="9854" y="10084"/>
                  <a:pt x="9840" y="10122"/>
                  <a:pt x="9833" y="10168"/>
                </a:cubicBezTo>
                <a:cubicBezTo>
                  <a:pt x="9829" y="10081"/>
                  <a:pt x="9822" y="9986"/>
                  <a:pt x="9815" y="9906"/>
                </a:cubicBezTo>
                <a:close/>
                <a:moveTo>
                  <a:pt x="10823" y="9906"/>
                </a:moveTo>
                <a:lnTo>
                  <a:pt x="10823" y="9906"/>
                </a:lnTo>
                <a:cubicBezTo>
                  <a:pt x="10813" y="9986"/>
                  <a:pt x="10810" y="10081"/>
                  <a:pt x="10806" y="10168"/>
                </a:cubicBezTo>
                <a:cubicBezTo>
                  <a:pt x="10796" y="10122"/>
                  <a:pt x="10789" y="10084"/>
                  <a:pt x="10775" y="10039"/>
                </a:cubicBezTo>
                <a:cubicBezTo>
                  <a:pt x="10761" y="9997"/>
                  <a:pt x="10806" y="9948"/>
                  <a:pt x="10823" y="9906"/>
                </a:cubicBezTo>
                <a:close/>
                <a:moveTo>
                  <a:pt x="29049" y="9700"/>
                </a:moveTo>
                <a:lnTo>
                  <a:pt x="29049" y="9700"/>
                </a:lnTo>
                <a:cubicBezTo>
                  <a:pt x="29031" y="9843"/>
                  <a:pt x="29017" y="10000"/>
                  <a:pt x="29007" y="10168"/>
                </a:cubicBezTo>
                <a:cubicBezTo>
                  <a:pt x="28996" y="10102"/>
                  <a:pt x="28975" y="10039"/>
                  <a:pt x="28965" y="9972"/>
                </a:cubicBezTo>
                <a:cubicBezTo>
                  <a:pt x="28951" y="9910"/>
                  <a:pt x="29021" y="9788"/>
                  <a:pt x="29049" y="9700"/>
                </a:cubicBezTo>
                <a:close/>
                <a:moveTo>
                  <a:pt x="49032" y="9906"/>
                </a:moveTo>
                <a:lnTo>
                  <a:pt x="49032" y="9906"/>
                </a:lnTo>
                <a:cubicBezTo>
                  <a:pt x="49049" y="9948"/>
                  <a:pt x="49063" y="9993"/>
                  <a:pt x="49081" y="10039"/>
                </a:cubicBezTo>
                <a:cubicBezTo>
                  <a:pt x="49098" y="10088"/>
                  <a:pt x="49060" y="10122"/>
                  <a:pt x="49049" y="10168"/>
                </a:cubicBezTo>
                <a:cubicBezTo>
                  <a:pt x="49046" y="10081"/>
                  <a:pt x="49042" y="9986"/>
                  <a:pt x="49032" y="9906"/>
                </a:cubicBezTo>
                <a:close/>
                <a:moveTo>
                  <a:pt x="50040" y="9906"/>
                </a:moveTo>
                <a:lnTo>
                  <a:pt x="50040" y="9906"/>
                </a:lnTo>
                <a:cubicBezTo>
                  <a:pt x="50033" y="9986"/>
                  <a:pt x="50029" y="10074"/>
                  <a:pt x="50022" y="10168"/>
                </a:cubicBezTo>
                <a:cubicBezTo>
                  <a:pt x="50015" y="10122"/>
                  <a:pt x="50002" y="10084"/>
                  <a:pt x="49991" y="10039"/>
                </a:cubicBezTo>
                <a:cubicBezTo>
                  <a:pt x="50005" y="9993"/>
                  <a:pt x="50022" y="9948"/>
                  <a:pt x="50040" y="9906"/>
                </a:cubicBezTo>
                <a:close/>
                <a:moveTo>
                  <a:pt x="88252" y="9906"/>
                </a:moveTo>
                <a:cubicBezTo>
                  <a:pt x="88266" y="9948"/>
                  <a:pt x="88283" y="9993"/>
                  <a:pt x="88301" y="10039"/>
                </a:cubicBezTo>
                <a:cubicBezTo>
                  <a:pt x="88318" y="10088"/>
                  <a:pt x="88280" y="10122"/>
                  <a:pt x="88269" y="10168"/>
                </a:cubicBezTo>
                <a:cubicBezTo>
                  <a:pt x="88266" y="10074"/>
                  <a:pt x="88255" y="9986"/>
                  <a:pt x="88252" y="9906"/>
                </a:cubicBezTo>
                <a:close/>
                <a:moveTo>
                  <a:pt x="89256" y="9906"/>
                </a:moveTo>
                <a:cubicBezTo>
                  <a:pt x="89253" y="9993"/>
                  <a:pt x="89242" y="10081"/>
                  <a:pt x="89242" y="10168"/>
                </a:cubicBezTo>
                <a:cubicBezTo>
                  <a:pt x="89228" y="10122"/>
                  <a:pt x="89221" y="10084"/>
                  <a:pt x="89211" y="10039"/>
                </a:cubicBezTo>
                <a:cubicBezTo>
                  <a:pt x="89204" y="9997"/>
                  <a:pt x="89242" y="9952"/>
                  <a:pt x="89256" y="9906"/>
                </a:cubicBezTo>
                <a:close/>
                <a:moveTo>
                  <a:pt x="127597" y="9906"/>
                </a:moveTo>
                <a:lnTo>
                  <a:pt x="127597" y="9906"/>
                </a:lnTo>
                <a:cubicBezTo>
                  <a:pt x="127611" y="9948"/>
                  <a:pt x="127629" y="9993"/>
                  <a:pt x="127643" y="10039"/>
                </a:cubicBezTo>
                <a:cubicBezTo>
                  <a:pt x="127653" y="10088"/>
                  <a:pt x="127625" y="10122"/>
                  <a:pt x="127611" y="10168"/>
                </a:cubicBezTo>
                <a:lnTo>
                  <a:pt x="127597" y="9906"/>
                </a:lnTo>
                <a:close/>
                <a:moveTo>
                  <a:pt x="128602" y="9906"/>
                </a:moveTo>
                <a:cubicBezTo>
                  <a:pt x="128591" y="9986"/>
                  <a:pt x="128588" y="10074"/>
                  <a:pt x="128584" y="10168"/>
                </a:cubicBezTo>
                <a:cubicBezTo>
                  <a:pt x="128574" y="10122"/>
                  <a:pt x="128567" y="10084"/>
                  <a:pt x="128553" y="10039"/>
                </a:cubicBezTo>
                <a:cubicBezTo>
                  <a:pt x="128539" y="9997"/>
                  <a:pt x="128584" y="9948"/>
                  <a:pt x="128602" y="9906"/>
                </a:cubicBezTo>
                <a:close/>
                <a:moveTo>
                  <a:pt x="166814" y="9906"/>
                </a:moveTo>
                <a:cubicBezTo>
                  <a:pt x="166831" y="9948"/>
                  <a:pt x="166845" y="9993"/>
                  <a:pt x="166862" y="10039"/>
                </a:cubicBezTo>
                <a:cubicBezTo>
                  <a:pt x="166880" y="10088"/>
                  <a:pt x="166838" y="10122"/>
                  <a:pt x="166831" y="10168"/>
                </a:cubicBezTo>
                <a:cubicBezTo>
                  <a:pt x="166828" y="10081"/>
                  <a:pt x="166821" y="9986"/>
                  <a:pt x="166814" y="9906"/>
                </a:cubicBezTo>
                <a:close/>
                <a:moveTo>
                  <a:pt x="167822" y="9906"/>
                </a:moveTo>
                <a:lnTo>
                  <a:pt x="167822" y="9906"/>
                </a:lnTo>
                <a:cubicBezTo>
                  <a:pt x="167811" y="9986"/>
                  <a:pt x="167808" y="10081"/>
                  <a:pt x="167804" y="10168"/>
                </a:cubicBezTo>
                <a:cubicBezTo>
                  <a:pt x="167794" y="10122"/>
                  <a:pt x="167780" y="10084"/>
                  <a:pt x="167773" y="10039"/>
                </a:cubicBezTo>
                <a:cubicBezTo>
                  <a:pt x="167762" y="9997"/>
                  <a:pt x="167804" y="9948"/>
                  <a:pt x="167822" y="9906"/>
                </a:cubicBezTo>
                <a:close/>
                <a:moveTo>
                  <a:pt x="206034" y="9906"/>
                </a:moveTo>
                <a:lnTo>
                  <a:pt x="206034" y="9906"/>
                </a:lnTo>
                <a:cubicBezTo>
                  <a:pt x="206051" y="9948"/>
                  <a:pt x="206061" y="9993"/>
                  <a:pt x="206079" y="10039"/>
                </a:cubicBezTo>
                <a:cubicBezTo>
                  <a:pt x="206096" y="10088"/>
                  <a:pt x="206058" y="10122"/>
                  <a:pt x="206051" y="10168"/>
                </a:cubicBezTo>
                <a:cubicBezTo>
                  <a:pt x="206044" y="10081"/>
                  <a:pt x="206041" y="9986"/>
                  <a:pt x="206034" y="9906"/>
                </a:cubicBezTo>
                <a:close/>
                <a:moveTo>
                  <a:pt x="207035" y="9906"/>
                </a:moveTo>
                <a:lnTo>
                  <a:pt x="207021" y="10168"/>
                </a:lnTo>
                <a:cubicBezTo>
                  <a:pt x="207010" y="10122"/>
                  <a:pt x="207000" y="10084"/>
                  <a:pt x="206993" y="10039"/>
                </a:cubicBezTo>
                <a:cubicBezTo>
                  <a:pt x="206982" y="9997"/>
                  <a:pt x="207021" y="9948"/>
                  <a:pt x="207035" y="9906"/>
                </a:cubicBezTo>
                <a:close/>
                <a:moveTo>
                  <a:pt x="245320" y="9906"/>
                </a:moveTo>
                <a:cubicBezTo>
                  <a:pt x="245337" y="9948"/>
                  <a:pt x="245351" y="9993"/>
                  <a:pt x="245369" y="10039"/>
                </a:cubicBezTo>
                <a:cubicBezTo>
                  <a:pt x="245386" y="10088"/>
                  <a:pt x="245348" y="10122"/>
                  <a:pt x="245337" y="10168"/>
                </a:cubicBezTo>
                <a:cubicBezTo>
                  <a:pt x="245334" y="10081"/>
                  <a:pt x="245330" y="9986"/>
                  <a:pt x="245320" y="9906"/>
                </a:cubicBezTo>
                <a:close/>
                <a:moveTo>
                  <a:pt x="246328" y="9906"/>
                </a:moveTo>
                <a:lnTo>
                  <a:pt x="246328" y="9906"/>
                </a:lnTo>
                <a:cubicBezTo>
                  <a:pt x="246321" y="9986"/>
                  <a:pt x="246314" y="10081"/>
                  <a:pt x="246310" y="10168"/>
                </a:cubicBezTo>
                <a:cubicBezTo>
                  <a:pt x="246303" y="10122"/>
                  <a:pt x="246289" y="10084"/>
                  <a:pt x="246279" y="10039"/>
                </a:cubicBezTo>
                <a:cubicBezTo>
                  <a:pt x="246272" y="9997"/>
                  <a:pt x="246310" y="9948"/>
                  <a:pt x="246328" y="9906"/>
                </a:cubicBezTo>
                <a:close/>
                <a:moveTo>
                  <a:pt x="264553" y="9697"/>
                </a:moveTo>
                <a:lnTo>
                  <a:pt x="264553" y="9697"/>
                </a:lnTo>
                <a:cubicBezTo>
                  <a:pt x="264536" y="9843"/>
                  <a:pt x="264522" y="10000"/>
                  <a:pt x="264515" y="10168"/>
                </a:cubicBezTo>
                <a:cubicBezTo>
                  <a:pt x="264501" y="10102"/>
                  <a:pt x="264483" y="10039"/>
                  <a:pt x="264469" y="9976"/>
                </a:cubicBezTo>
                <a:cubicBezTo>
                  <a:pt x="264459" y="9910"/>
                  <a:pt x="264522" y="9788"/>
                  <a:pt x="264553" y="9697"/>
                </a:cubicBezTo>
                <a:close/>
                <a:moveTo>
                  <a:pt x="12780" y="9631"/>
                </a:moveTo>
                <a:cubicBezTo>
                  <a:pt x="12812" y="9732"/>
                  <a:pt x="12840" y="9836"/>
                  <a:pt x="12868" y="9941"/>
                </a:cubicBezTo>
                <a:cubicBezTo>
                  <a:pt x="12864" y="9993"/>
                  <a:pt x="12854" y="10046"/>
                  <a:pt x="12847" y="10091"/>
                </a:cubicBezTo>
                <a:lnTo>
                  <a:pt x="12780" y="10213"/>
                </a:lnTo>
                <a:cubicBezTo>
                  <a:pt x="12752" y="10175"/>
                  <a:pt x="12731" y="10133"/>
                  <a:pt x="12711" y="10091"/>
                </a:cubicBezTo>
                <a:cubicBezTo>
                  <a:pt x="12704" y="10046"/>
                  <a:pt x="12697" y="9993"/>
                  <a:pt x="12690" y="9941"/>
                </a:cubicBezTo>
                <a:lnTo>
                  <a:pt x="12780" y="9631"/>
                </a:lnTo>
                <a:close/>
                <a:moveTo>
                  <a:pt x="51993" y="9627"/>
                </a:moveTo>
                <a:lnTo>
                  <a:pt x="52084" y="9941"/>
                </a:lnTo>
                <a:cubicBezTo>
                  <a:pt x="52077" y="9993"/>
                  <a:pt x="52073" y="10046"/>
                  <a:pt x="52063" y="10091"/>
                </a:cubicBezTo>
                <a:cubicBezTo>
                  <a:pt x="52042" y="10133"/>
                  <a:pt x="52021" y="10175"/>
                  <a:pt x="51993" y="10213"/>
                </a:cubicBezTo>
                <a:lnTo>
                  <a:pt x="51927" y="10091"/>
                </a:lnTo>
                <a:cubicBezTo>
                  <a:pt x="51920" y="10046"/>
                  <a:pt x="51916" y="9993"/>
                  <a:pt x="51906" y="9941"/>
                </a:cubicBezTo>
                <a:cubicBezTo>
                  <a:pt x="51899" y="9889"/>
                  <a:pt x="51969" y="9732"/>
                  <a:pt x="51993" y="9627"/>
                </a:cubicBezTo>
                <a:close/>
                <a:moveTo>
                  <a:pt x="91213" y="9631"/>
                </a:moveTo>
                <a:lnTo>
                  <a:pt x="91304" y="9941"/>
                </a:lnTo>
                <a:cubicBezTo>
                  <a:pt x="91297" y="9993"/>
                  <a:pt x="91286" y="10046"/>
                  <a:pt x="91283" y="10091"/>
                </a:cubicBezTo>
                <a:lnTo>
                  <a:pt x="91213" y="10213"/>
                </a:lnTo>
                <a:lnTo>
                  <a:pt x="91147" y="10091"/>
                </a:lnTo>
                <a:cubicBezTo>
                  <a:pt x="91140" y="10046"/>
                  <a:pt x="91129" y="9993"/>
                  <a:pt x="91126" y="9941"/>
                </a:cubicBezTo>
                <a:cubicBezTo>
                  <a:pt x="91122" y="9889"/>
                  <a:pt x="91182" y="9732"/>
                  <a:pt x="91213" y="9631"/>
                </a:cubicBezTo>
                <a:close/>
                <a:moveTo>
                  <a:pt x="130559" y="9631"/>
                </a:moveTo>
                <a:cubicBezTo>
                  <a:pt x="130590" y="9732"/>
                  <a:pt x="130621" y="9836"/>
                  <a:pt x="130646" y="9941"/>
                </a:cubicBezTo>
                <a:cubicBezTo>
                  <a:pt x="130642" y="9993"/>
                  <a:pt x="130632" y="10046"/>
                  <a:pt x="130628" y="10091"/>
                </a:cubicBezTo>
                <a:lnTo>
                  <a:pt x="130559" y="10213"/>
                </a:lnTo>
                <a:cubicBezTo>
                  <a:pt x="130538" y="10175"/>
                  <a:pt x="130510" y="10136"/>
                  <a:pt x="130489" y="10091"/>
                </a:cubicBezTo>
                <a:cubicBezTo>
                  <a:pt x="130468" y="10049"/>
                  <a:pt x="130475" y="9993"/>
                  <a:pt x="130468" y="9941"/>
                </a:cubicBezTo>
                <a:lnTo>
                  <a:pt x="130559" y="9631"/>
                </a:lnTo>
                <a:close/>
                <a:moveTo>
                  <a:pt x="169779" y="9627"/>
                </a:moveTo>
                <a:cubicBezTo>
                  <a:pt x="169803" y="9732"/>
                  <a:pt x="169834" y="9836"/>
                  <a:pt x="169866" y="9941"/>
                </a:cubicBezTo>
                <a:cubicBezTo>
                  <a:pt x="169855" y="9993"/>
                  <a:pt x="169852" y="10046"/>
                  <a:pt x="169845" y="10091"/>
                </a:cubicBezTo>
                <a:lnTo>
                  <a:pt x="169779" y="10213"/>
                </a:lnTo>
                <a:cubicBezTo>
                  <a:pt x="169751" y="10175"/>
                  <a:pt x="169730" y="10133"/>
                  <a:pt x="169709" y="10091"/>
                </a:cubicBezTo>
                <a:cubicBezTo>
                  <a:pt x="169698" y="10046"/>
                  <a:pt x="169695" y="9993"/>
                  <a:pt x="169688" y="9941"/>
                </a:cubicBezTo>
                <a:lnTo>
                  <a:pt x="169779" y="9627"/>
                </a:lnTo>
                <a:close/>
                <a:moveTo>
                  <a:pt x="208991" y="9631"/>
                </a:moveTo>
                <a:lnTo>
                  <a:pt x="209086" y="9941"/>
                </a:lnTo>
                <a:cubicBezTo>
                  <a:pt x="209075" y="9993"/>
                  <a:pt x="209072" y="10046"/>
                  <a:pt x="209061" y="10091"/>
                </a:cubicBezTo>
                <a:cubicBezTo>
                  <a:pt x="209040" y="10133"/>
                  <a:pt x="209019" y="10175"/>
                  <a:pt x="208991" y="10213"/>
                </a:cubicBezTo>
                <a:lnTo>
                  <a:pt x="208929" y="10091"/>
                </a:lnTo>
                <a:cubicBezTo>
                  <a:pt x="208918" y="10046"/>
                  <a:pt x="208911" y="9993"/>
                  <a:pt x="208904" y="9941"/>
                </a:cubicBezTo>
                <a:cubicBezTo>
                  <a:pt x="208901" y="9889"/>
                  <a:pt x="208964" y="9732"/>
                  <a:pt x="208991" y="9631"/>
                </a:cubicBezTo>
                <a:close/>
                <a:moveTo>
                  <a:pt x="248285" y="9627"/>
                </a:moveTo>
                <a:cubicBezTo>
                  <a:pt x="248316" y="9732"/>
                  <a:pt x="248344" y="9836"/>
                  <a:pt x="248372" y="9941"/>
                </a:cubicBezTo>
                <a:cubicBezTo>
                  <a:pt x="248365" y="9993"/>
                  <a:pt x="248361" y="10046"/>
                  <a:pt x="248351" y="10091"/>
                </a:cubicBezTo>
                <a:lnTo>
                  <a:pt x="248285" y="10213"/>
                </a:lnTo>
                <a:lnTo>
                  <a:pt x="248215" y="10091"/>
                </a:lnTo>
                <a:cubicBezTo>
                  <a:pt x="248208" y="10046"/>
                  <a:pt x="248204" y="9993"/>
                  <a:pt x="248194" y="9941"/>
                </a:cubicBezTo>
                <a:lnTo>
                  <a:pt x="248285" y="9627"/>
                </a:lnTo>
                <a:close/>
                <a:moveTo>
                  <a:pt x="243265" y="9289"/>
                </a:moveTo>
                <a:cubicBezTo>
                  <a:pt x="243325" y="9477"/>
                  <a:pt x="243380" y="9669"/>
                  <a:pt x="243433" y="9871"/>
                </a:cubicBezTo>
                <a:cubicBezTo>
                  <a:pt x="243415" y="10000"/>
                  <a:pt x="243398" y="10122"/>
                  <a:pt x="243377" y="10238"/>
                </a:cubicBezTo>
                <a:cubicBezTo>
                  <a:pt x="243314" y="10126"/>
                  <a:pt x="243258" y="10018"/>
                  <a:pt x="243196" y="9924"/>
                </a:cubicBezTo>
                <a:cubicBezTo>
                  <a:pt x="243136" y="9826"/>
                  <a:pt x="243175" y="9707"/>
                  <a:pt x="243161" y="9599"/>
                </a:cubicBezTo>
                <a:cubicBezTo>
                  <a:pt x="243150" y="9491"/>
                  <a:pt x="243234" y="9386"/>
                  <a:pt x="243265" y="9289"/>
                </a:cubicBezTo>
                <a:close/>
                <a:moveTo>
                  <a:pt x="7761" y="9289"/>
                </a:moveTo>
                <a:cubicBezTo>
                  <a:pt x="7824" y="9498"/>
                  <a:pt x="7887" y="9718"/>
                  <a:pt x="7949" y="9941"/>
                </a:cubicBezTo>
                <a:cubicBezTo>
                  <a:pt x="7932" y="10063"/>
                  <a:pt x="7918" y="10178"/>
                  <a:pt x="7900" y="10297"/>
                </a:cubicBezTo>
                <a:cubicBezTo>
                  <a:pt x="7831" y="10161"/>
                  <a:pt x="7761" y="10035"/>
                  <a:pt x="7691" y="9924"/>
                </a:cubicBezTo>
                <a:cubicBezTo>
                  <a:pt x="7621" y="9809"/>
                  <a:pt x="7670" y="9707"/>
                  <a:pt x="7660" y="9596"/>
                </a:cubicBezTo>
                <a:cubicBezTo>
                  <a:pt x="7653" y="9481"/>
                  <a:pt x="7726" y="9386"/>
                  <a:pt x="7761" y="9289"/>
                </a:cubicBezTo>
                <a:close/>
                <a:moveTo>
                  <a:pt x="46974" y="9289"/>
                </a:moveTo>
                <a:cubicBezTo>
                  <a:pt x="47040" y="9498"/>
                  <a:pt x="47106" y="9718"/>
                  <a:pt x="47166" y="9941"/>
                </a:cubicBezTo>
                <a:cubicBezTo>
                  <a:pt x="47152" y="10063"/>
                  <a:pt x="47134" y="10178"/>
                  <a:pt x="47120" y="10297"/>
                </a:cubicBezTo>
                <a:cubicBezTo>
                  <a:pt x="47051" y="10161"/>
                  <a:pt x="46981" y="10035"/>
                  <a:pt x="46911" y="9924"/>
                </a:cubicBezTo>
                <a:cubicBezTo>
                  <a:pt x="46841" y="9809"/>
                  <a:pt x="46887" y="9707"/>
                  <a:pt x="46876" y="9596"/>
                </a:cubicBezTo>
                <a:lnTo>
                  <a:pt x="46974" y="9289"/>
                </a:lnTo>
                <a:close/>
                <a:moveTo>
                  <a:pt x="86194" y="9289"/>
                </a:moveTo>
                <a:cubicBezTo>
                  <a:pt x="86260" y="9498"/>
                  <a:pt x="86323" y="9718"/>
                  <a:pt x="86382" y="9941"/>
                </a:cubicBezTo>
                <a:cubicBezTo>
                  <a:pt x="86368" y="10063"/>
                  <a:pt x="86351" y="10178"/>
                  <a:pt x="86340" y="10297"/>
                </a:cubicBezTo>
                <a:lnTo>
                  <a:pt x="86131" y="9924"/>
                </a:lnTo>
                <a:cubicBezTo>
                  <a:pt x="86121" y="9819"/>
                  <a:pt x="86107" y="9707"/>
                  <a:pt x="86096" y="9596"/>
                </a:cubicBezTo>
                <a:lnTo>
                  <a:pt x="86194" y="9289"/>
                </a:lnTo>
                <a:close/>
                <a:moveTo>
                  <a:pt x="164759" y="9289"/>
                </a:moveTo>
                <a:cubicBezTo>
                  <a:pt x="164822" y="9498"/>
                  <a:pt x="164885" y="9718"/>
                  <a:pt x="164948" y="9941"/>
                </a:cubicBezTo>
                <a:cubicBezTo>
                  <a:pt x="164930" y="10063"/>
                  <a:pt x="164913" y="10178"/>
                  <a:pt x="164899" y="10297"/>
                </a:cubicBezTo>
                <a:cubicBezTo>
                  <a:pt x="164829" y="10161"/>
                  <a:pt x="164759" y="10035"/>
                  <a:pt x="164689" y="9924"/>
                </a:cubicBezTo>
                <a:cubicBezTo>
                  <a:pt x="164620" y="9809"/>
                  <a:pt x="164668" y="9707"/>
                  <a:pt x="164655" y="9596"/>
                </a:cubicBezTo>
                <a:cubicBezTo>
                  <a:pt x="164641" y="9481"/>
                  <a:pt x="164724" y="9386"/>
                  <a:pt x="164759" y="9289"/>
                </a:cubicBezTo>
                <a:close/>
                <a:moveTo>
                  <a:pt x="203976" y="9289"/>
                </a:moveTo>
                <a:cubicBezTo>
                  <a:pt x="204038" y="9498"/>
                  <a:pt x="204101" y="9718"/>
                  <a:pt x="204164" y="9941"/>
                </a:cubicBezTo>
                <a:cubicBezTo>
                  <a:pt x="204150" y="10063"/>
                  <a:pt x="204133" y="10178"/>
                  <a:pt x="204119" y="10297"/>
                </a:cubicBezTo>
                <a:cubicBezTo>
                  <a:pt x="204049" y="10161"/>
                  <a:pt x="203976" y="10035"/>
                  <a:pt x="203909" y="9924"/>
                </a:cubicBezTo>
                <a:cubicBezTo>
                  <a:pt x="203843" y="9809"/>
                  <a:pt x="203888" y="9707"/>
                  <a:pt x="203874" y="9596"/>
                </a:cubicBezTo>
                <a:lnTo>
                  <a:pt x="203976" y="9289"/>
                </a:lnTo>
                <a:close/>
                <a:moveTo>
                  <a:pt x="35704" y="9310"/>
                </a:moveTo>
                <a:lnTo>
                  <a:pt x="35704" y="9310"/>
                </a:lnTo>
                <a:cubicBezTo>
                  <a:pt x="35774" y="9509"/>
                  <a:pt x="35843" y="9721"/>
                  <a:pt x="35910" y="9945"/>
                </a:cubicBezTo>
                <a:cubicBezTo>
                  <a:pt x="35882" y="10108"/>
                  <a:pt x="35840" y="10269"/>
                  <a:pt x="35791" y="10426"/>
                </a:cubicBezTo>
                <a:cubicBezTo>
                  <a:pt x="35791" y="10426"/>
                  <a:pt x="35767" y="9965"/>
                  <a:pt x="35704" y="9310"/>
                </a:cubicBezTo>
                <a:close/>
                <a:moveTo>
                  <a:pt x="74924" y="9310"/>
                </a:moveTo>
                <a:cubicBezTo>
                  <a:pt x="74994" y="9509"/>
                  <a:pt x="75060" y="9721"/>
                  <a:pt x="75130" y="9945"/>
                </a:cubicBezTo>
                <a:cubicBezTo>
                  <a:pt x="75091" y="10126"/>
                  <a:pt x="75049" y="10293"/>
                  <a:pt x="75011" y="10426"/>
                </a:cubicBezTo>
                <a:cubicBezTo>
                  <a:pt x="75011" y="10426"/>
                  <a:pt x="74987" y="9965"/>
                  <a:pt x="74920" y="9310"/>
                </a:cubicBezTo>
                <a:close/>
                <a:moveTo>
                  <a:pt x="114137" y="9310"/>
                </a:moveTo>
                <a:lnTo>
                  <a:pt x="114137" y="9310"/>
                </a:lnTo>
                <a:cubicBezTo>
                  <a:pt x="114210" y="9509"/>
                  <a:pt x="114280" y="9721"/>
                  <a:pt x="114346" y="9945"/>
                </a:cubicBezTo>
                <a:cubicBezTo>
                  <a:pt x="114308" y="10126"/>
                  <a:pt x="114269" y="10293"/>
                  <a:pt x="114231" y="10426"/>
                </a:cubicBezTo>
                <a:cubicBezTo>
                  <a:pt x="114231" y="10426"/>
                  <a:pt x="114203" y="9965"/>
                  <a:pt x="114137" y="9310"/>
                </a:cubicBezTo>
                <a:close/>
                <a:moveTo>
                  <a:pt x="153482" y="9310"/>
                </a:moveTo>
                <a:lnTo>
                  <a:pt x="153482" y="9310"/>
                </a:lnTo>
                <a:cubicBezTo>
                  <a:pt x="153555" y="9509"/>
                  <a:pt x="153625" y="9721"/>
                  <a:pt x="153692" y="9945"/>
                </a:cubicBezTo>
                <a:cubicBezTo>
                  <a:pt x="153653" y="10126"/>
                  <a:pt x="153615" y="10293"/>
                  <a:pt x="153569" y="10426"/>
                </a:cubicBezTo>
                <a:cubicBezTo>
                  <a:pt x="153569" y="10426"/>
                  <a:pt x="153545" y="9965"/>
                  <a:pt x="153482" y="9310"/>
                </a:cubicBezTo>
                <a:close/>
                <a:moveTo>
                  <a:pt x="192702" y="9310"/>
                </a:moveTo>
                <a:cubicBezTo>
                  <a:pt x="192772" y="9509"/>
                  <a:pt x="192842" y="9721"/>
                  <a:pt x="192908" y="9945"/>
                </a:cubicBezTo>
                <a:cubicBezTo>
                  <a:pt x="192880" y="10108"/>
                  <a:pt x="192838" y="10269"/>
                  <a:pt x="192789" y="10426"/>
                </a:cubicBezTo>
                <a:cubicBezTo>
                  <a:pt x="192789" y="10426"/>
                  <a:pt x="192765" y="9965"/>
                  <a:pt x="192699" y="9310"/>
                </a:cubicBezTo>
                <a:close/>
                <a:moveTo>
                  <a:pt x="231922" y="9310"/>
                </a:moveTo>
                <a:cubicBezTo>
                  <a:pt x="231988" y="9509"/>
                  <a:pt x="232058" y="9721"/>
                  <a:pt x="232128" y="9945"/>
                </a:cubicBezTo>
                <a:cubicBezTo>
                  <a:pt x="232089" y="10126"/>
                  <a:pt x="232048" y="10293"/>
                  <a:pt x="232009" y="10426"/>
                </a:cubicBezTo>
                <a:cubicBezTo>
                  <a:pt x="232009" y="10426"/>
                  <a:pt x="231985" y="9965"/>
                  <a:pt x="231919" y="9310"/>
                </a:cubicBezTo>
                <a:close/>
                <a:moveTo>
                  <a:pt x="271212" y="9313"/>
                </a:moveTo>
                <a:cubicBezTo>
                  <a:pt x="271281" y="9509"/>
                  <a:pt x="271351" y="9721"/>
                  <a:pt x="271418" y="9945"/>
                </a:cubicBezTo>
                <a:cubicBezTo>
                  <a:pt x="271386" y="10108"/>
                  <a:pt x="271348" y="10269"/>
                  <a:pt x="271299" y="10429"/>
                </a:cubicBezTo>
                <a:cubicBezTo>
                  <a:pt x="271299" y="10429"/>
                  <a:pt x="271271" y="9965"/>
                  <a:pt x="271208" y="9313"/>
                </a:cubicBezTo>
                <a:close/>
                <a:moveTo>
                  <a:pt x="219124" y="10353"/>
                </a:moveTo>
                <a:cubicBezTo>
                  <a:pt x="219124" y="10391"/>
                  <a:pt x="219124" y="10426"/>
                  <a:pt x="219131" y="10461"/>
                </a:cubicBezTo>
                <a:lnTo>
                  <a:pt x="219117" y="10426"/>
                </a:lnTo>
                <a:cubicBezTo>
                  <a:pt x="219117" y="10401"/>
                  <a:pt x="219121" y="10377"/>
                  <a:pt x="219124" y="10353"/>
                </a:cubicBezTo>
                <a:close/>
                <a:moveTo>
                  <a:pt x="22906" y="10353"/>
                </a:moveTo>
                <a:cubicBezTo>
                  <a:pt x="22906" y="10388"/>
                  <a:pt x="22913" y="10429"/>
                  <a:pt x="22913" y="10464"/>
                </a:cubicBezTo>
                <a:lnTo>
                  <a:pt x="22899" y="10429"/>
                </a:lnTo>
                <a:cubicBezTo>
                  <a:pt x="22903" y="10405"/>
                  <a:pt x="22906" y="10377"/>
                  <a:pt x="22906" y="10353"/>
                </a:cubicBezTo>
                <a:close/>
                <a:moveTo>
                  <a:pt x="62126" y="10353"/>
                </a:moveTo>
                <a:cubicBezTo>
                  <a:pt x="62126" y="10391"/>
                  <a:pt x="62126" y="10426"/>
                  <a:pt x="62130" y="10464"/>
                </a:cubicBezTo>
                <a:lnTo>
                  <a:pt x="62119" y="10429"/>
                </a:lnTo>
                <a:cubicBezTo>
                  <a:pt x="62123" y="10401"/>
                  <a:pt x="62123" y="10381"/>
                  <a:pt x="62126" y="10353"/>
                </a:cubicBezTo>
                <a:close/>
                <a:moveTo>
                  <a:pt x="101346" y="10353"/>
                </a:moveTo>
                <a:lnTo>
                  <a:pt x="101346" y="10464"/>
                </a:lnTo>
                <a:cubicBezTo>
                  <a:pt x="101343" y="10454"/>
                  <a:pt x="101343" y="10440"/>
                  <a:pt x="101336" y="10429"/>
                </a:cubicBezTo>
                <a:cubicBezTo>
                  <a:pt x="101339" y="10401"/>
                  <a:pt x="101343" y="10377"/>
                  <a:pt x="101346" y="10353"/>
                </a:cubicBezTo>
                <a:close/>
                <a:moveTo>
                  <a:pt x="140688" y="10353"/>
                </a:moveTo>
                <a:cubicBezTo>
                  <a:pt x="140691" y="10391"/>
                  <a:pt x="140691" y="10426"/>
                  <a:pt x="140691" y="10464"/>
                </a:cubicBezTo>
                <a:lnTo>
                  <a:pt x="140678" y="10429"/>
                </a:lnTo>
                <a:cubicBezTo>
                  <a:pt x="140684" y="10405"/>
                  <a:pt x="140688" y="10377"/>
                  <a:pt x="140688" y="10353"/>
                </a:cubicBezTo>
                <a:close/>
                <a:moveTo>
                  <a:pt x="179908" y="10353"/>
                </a:moveTo>
                <a:cubicBezTo>
                  <a:pt x="179904" y="10391"/>
                  <a:pt x="179908" y="10426"/>
                  <a:pt x="179911" y="10464"/>
                </a:cubicBezTo>
                <a:lnTo>
                  <a:pt x="179897" y="10429"/>
                </a:lnTo>
                <a:cubicBezTo>
                  <a:pt x="179901" y="10401"/>
                  <a:pt x="179901" y="10381"/>
                  <a:pt x="179908" y="10353"/>
                </a:cubicBezTo>
                <a:close/>
                <a:moveTo>
                  <a:pt x="258414" y="10353"/>
                </a:moveTo>
                <a:cubicBezTo>
                  <a:pt x="258414" y="10388"/>
                  <a:pt x="258417" y="10429"/>
                  <a:pt x="258417" y="10464"/>
                </a:cubicBezTo>
                <a:lnTo>
                  <a:pt x="258407" y="10429"/>
                </a:lnTo>
                <a:cubicBezTo>
                  <a:pt x="258410" y="10401"/>
                  <a:pt x="258410" y="10381"/>
                  <a:pt x="258414" y="10353"/>
                </a:cubicBezTo>
                <a:close/>
                <a:moveTo>
                  <a:pt x="32812" y="10328"/>
                </a:moveTo>
                <a:cubicBezTo>
                  <a:pt x="32812" y="10335"/>
                  <a:pt x="32819" y="10342"/>
                  <a:pt x="32819" y="10349"/>
                </a:cubicBezTo>
                <a:cubicBezTo>
                  <a:pt x="32819" y="10360"/>
                  <a:pt x="32805" y="10464"/>
                  <a:pt x="32795" y="10524"/>
                </a:cubicBezTo>
                <a:cubicBezTo>
                  <a:pt x="32791" y="10506"/>
                  <a:pt x="32784" y="10489"/>
                  <a:pt x="32774" y="10471"/>
                </a:cubicBezTo>
                <a:lnTo>
                  <a:pt x="32788" y="10419"/>
                </a:lnTo>
                <a:lnTo>
                  <a:pt x="32812" y="10328"/>
                </a:lnTo>
                <a:close/>
                <a:moveTo>
                  <a:pt x="72032" y="10328"/>
                </a:moveTo>
                <a:cubicBezTo>
                  <a:pt x="72036" y="10335"/>
                  <a:pt x="72036" y="10342"/>
                  <a:pt x="72036" y="10349"/>
                </a:cubicBezTo>
                <a:cubicBezTo>
                  <a:pt x="72029" y="10405"/>
                  <a:pt x="72025" y="10464"/>
                  <a:pt x="72015" y="10524"/>
                </a:cubicBezTo>
                <a:lnTo>
                  <a:pt x="71994" y="10471"/>
                </a:lnTo>
                <a:lnTo>
                  <a:pt x="72008" y="10419"/>
                </a:lnTo>
                <a:lnTo>
                  <a:pt x="72032" y="10328"/>
                </a:lnTo>
                <a:close/>
                <a:moveTo>
                  <a:pt x="111249" y="10328"/>
                </a:moveTo>
                <a:cubicBezTo>
                  <a:pt x="111252" y="10332"/>
                  <a:pt x="111252" y="10342"/>
                  <a:pt x="111256" y="10349"/>
                </a:cubicBezTo>
                <a:cubicBezTo>
                  <a:pt x="111259" y="10360"/>
                  <a:pt x="111238" y="10464"/>
                  <a:pt x="111235" y="10524"/>
                </a:cubicBezTo>
                <a:lnTo>
                  <a:pt x="111207" y="10471"/>
                </a:lnTo>
                <a:cubicBezTo>
                  <a:pt x="111217" y="10454"/>
                  <a:pt x="111221" y="10436"/>
                  <a:pt x="111224" y="10419"/>
                </a:cubicBezTo>
                <a:cubicBezTo>
                  <a:pt x="111235" y="10388"/>
                  <a:pt x="111238" y="10360"/>
                  <a:pt x="111249" y="10328"/>
                </a:cubicBezTo>
                <a:close/>
                <a:moveTo>
                  <a:pt x="150594" y="10328"/>
                </a:moveTo>
                <a:cubicBezTo>
                  <a:pt x="150598" y="10335"/>
                  <a:pt x="150598" y="10342"/>
                  <a:pt x="150598" y="10349"/>
                </a:cubicBezTo>
                <a:cubicBezTo>
                  <a:pt x="150594" y="10405"/>
                  <a:pt x="150584" y="10464"/>
                  <a:pt x="150580" y="10524"/>
                </a:cubicBezTo>
                <a:lnTo>
                  <a:pt x="150556" y="10471"/>
                </a:lnTo>
                <a:lnTo>
                  <a:pt x="150566" y="10419"/>
                </a:lnTo>
                <a:cubicBezTo>
                  <a:pt x="150577" y="10384"/>
                  <a:pt x="150584" y="10360"/>
                  <a:pt x="150594" y="10328"/>
                </a:cubicBezTo>
                <a:close/>
                <a:moveTo>
                  <a:pt x="189811" y="10328"/>
                </a:moveTo>
                <a:cubicBezTo>
                  <a:pt x="189814" y="10335"/>
                  <a:pt x="189814" y="10342"/>
                  <a:pt x="189818" y="10349"/>
                </a:cubicBezTo>
                <a:cubicBezTo>
                  <a:pt x="189811" y="10405"/>
                  <a:pt x="189804" y="10464"/>
                  <a:pt x="189797" y="10524"/>
                </a:cubicBezTo>
                <a:lnTo>
                  <a:pt x="189772" y="10471"/>
                </a:lnTo>
                <a:lnTo>
                  <a:pt x="189786" y="10419"/>
                </a:lnTo>
                <a:lnTo>
                  <a:pt x="189811" y="10328"/>
                </a:lnTo>
                <a:close/>
                <a:moveTo>
                  <a:pt x="229030" y="10328"/>
                </a:moveTo>
                <a:cubicBezTo>
                  <a:pt x="229030" y="10335"/>
                  <a:pt x="229034" y="10342"/>
                  <a:pt x="229037" y="10349"/>
                </a:cubicBezTo>
                <a:cubicBezTo>
                  <a:pt x="229027" y="10405"/>
                  <a:pt x="229023" y="10464"/>
                  <a:pt x="229013" y="10524"/>
                </a:cubicBezTo>
                <a:cubicBezTo>
                  <a:pt x="229006" y="10506"/>
                  <a:pt x="228999" y="10489"/>
                  <a:pt x="228992" y="10471"/>
                </a:cubicBezTo>
                <a:lnTo>
                  <a:pt x="229006" y="10419"/>
                </a:lnTo>
                <a:lnTo>
                  <a:pt x="229030" y="10328"/>
                </a:lnTo>
                <a:close/>
                <a:moveTo>
                  <a:pt x="268320" y="10328"/>
                </a:moveTo>
                <a:cubicBezTo>
                  <a:pt x="268324" y="10335"/>
                  <a:pt x="268324" y="10342"/>
                  <a:pt x="268324" y="10349"/>
                </a:cubicBezTo>
                <a:cubicBezTo>
                  <a:pt x="268320" y="10405"/>
                  <a:pt x="268313" y="10464"/>
                  <a:pt x="268303" y="10524"/>
                </a:cubicBezTo>
                <a:lnTo>
                  <a:pt x="268282" y="10471"/>
                </a:lnTo>
                <a:lnTo>
                  <a:pt x="268296" y="10419"/>
                </a:lnTo>
                <a:lnTo>
                  <a:pt x="268320" y="10328"/>
                </a:lnTo>
                <a:close/>
                <a:moveTo>
                  <a:pt x="9470" y="10231"/>
                </a:moveTo>
                <a:lnTo>
                  <a:pt x="9470" y="10231"/>
                </a:lnTo>
                <a:cubicBezTo>
                  <a:pt x="9467" y="10328"/>
                  <a:pt x="9456" y="10429"/>
                  <a:pt x="9453" y="10534"/>
                </a:cubicBezTo>
                <a:cubicBezTo>
                  <a:pt x="9449" y="10558"/>
                  <a:pt x="9449" y="10586"/>
                  <a:pt x="9449" y="10614"/>
                </a:cubicBezTo>
                <a:cubicBezTo>
                  <a:pt x="9432" y="10583"/>
                  <a:pt x="9418" y="10551"/>
                  <a:pt x="9404" y="10520"/>
                </a:cubicBezTo>
                <a:cubicBezTo>
                  <a:pt x="9428" y="10419"/>
                  <a:pt x="9449" y="10321"/>
                  <a:pt x="9470" y="10231"/>
                </a:cubicBezTo>
                <a:close/>
                <a:moveTo>
                  <a:pt x="48683" y="10231"/>
                </a:moveTo>
                <a:cubicBezTo>
                  <a:pt x="48680" y="10328"/>
                  <a:pt x="48676" y="10429"/>
                  <a:pt x="48666" y="10534"/>
                </a:cubicBezTo>
                <a:cubicBezTo>
                  <a:pt x="48669" y="10558"/>
                  <a:pt x="48666" y="10586"/>
                  <a:pt x="48662" y="10614"/>
                </a:cubicBezTo>
                <a:lnTo>
                  <a:pt x="48620" y="10520"/>
                </a:lnTo>
                <a:cubicBezTo>
                  <a:pt x="48641" y="10419"/>
                  <a:pt x="48666" y="10321"/>
                  <a:pt x="48683" y="10231"/>
                </a:cubicBezTo>
                <a:close/>
                <a:moveTo>
                  <a:pt x="127248" y="10231"/>
                </a:moveTo>
                <a:lnTo>
                  <a:pt x="127248" y="10231"/>
                </a:lnTo>
                <a:cubicBezTo>
                  <a:pt x="127245" y="10328"/>
                  <a:pt x="127238" y="10429"/>
                  <a:pt x="127231" y="10534"/>
                </a:cubicBezTo>
                <a:cubicBezTo>
                  <a:pt x="127231" y="10558"/>
                  <a:pt x="127228" y="10590"/>
                  <a:pt x="127228" y="10614"/>
                </a:cubicBezTo>
                <a:cubicBezTo>
                  <a:pt x="127210" y="10583"/>
                  <a:pt x="127196" y="10551"/>
                  <a:pt x="127182" y="10520"/>
                </a:cubicBezTo>
                <a:lnTo>
                  <a:pt x="127248" y="10231"/>
                </a:lnTo>
                <a:close/>
                <a:moveTo>
                  <a:pt x="166468" y="10231"/>
                </a:moveTo>
                <a:lnTo>
                  <a:pt x="166468" y="10231"/>
                </a:lnTo>
                <a:cubicBezTo>
                  <a:pt x="166461" y="10328"/>
                  <a:pt x="166454" y="10429"/>
                  <a:pt x="166451" y="10534"/>
                </a:cubicBezTo>
                <a:cubicBezTo>
                  <a:pt x="166447" y="10558"/>
                  <a:pt x="166447" y="10590"/>
                  <a:pt x="166444" y="10614"/>
                </a:cubicBezTo>
                <a:lnTo>
                  <a:pt x="166399" y="10520"/>
                </a:lnTo>
                <a:cubicBezTo>
                  <a:pt x="166420" y="10419"/>
                  <a:pt x="166447" y="10325"/>
                  <a:pt x="166468" y="10231"/>
                </a:cubicBezTo>
                <a:close/>
                <a:moveTo>
                  <a:pt x="205681" y="10231"/>
                </a:moveTo>
                <a:cubicBezTo>
                  <a:pt x="205678" y="10328"/>
                  <a:pt x="205674" y="10429"/>
                  <a:pt x="205667" y="10534"/>
                </a:cubicBezTo>
                <a:cubicBezTo>
                  <a:pt x="205667" y="10558"/>
                  <a:pt x="205664" y="10586"/>
                  <a:pt x="205660" y="10614"/>
                </a:cubicBezTo>
                <a:cubicBezTo>
                  <a:pt x="205646" y="10586"/>
                  <a:pt x="205632" y="10555"/>
                  <a:pt x="205618" y="10520"/>
                </a:cubicBezTo>
                <a:cubicBezTo>
                  <a:pt x="205639" y="10419"/>
                  <a:pt x="205664" y="10321"/>
                  <a:pt x="205681" y="10231"/>
                </a:cubicBezTo>
                <a:close/>
                <a:moveTo>
                  <a:pt x="87903" y="10227"/>
                </a:moveTo>
                <a:lnTo>
                  <a:pt x="87903" y="10227"/>
                </a:lnTo>
                <a:cubicBezTo>
                  <a:pt x="87899" y="10328"/>
                  <a:pt x="87896" y="10429"/>
                  <a:pt x="87886" y="10534"/>
                </a:cubicBezTo>
                <a:cubicBezTo>
                  <a:pt x="87886" y="10558"/>
                  <a:pt x="87882" y="10590"/>
                  <a:pt x="87882" y="10614"/>
                </a:cubicBezTo>
                <a:cubicBezTo>
                  <a:pt x="87882" y="10618"/>
                  <a:pt x="87881" y="10620"/>
                  <a:pt x="87880" y="10620"/>
                </a:cubicBezTo>
                <a:cubicBezTo>
                  <a:pt x="87874" y="10620"/>
                  <a:pt x="87849" y="10550"/>
                  <a:pt x="87840" y="10520"/>
                </a:cubicBezTo>
                <a:lnTo>
                  <a:pt x="87903" y="10227"/>
                </a:lnTo>
                <a:close/>
                <a:moveTo>
                  <a:pt x="244978" y="10227"/>
                </a:moveTo>
                <a:cubicBezTo>
                  <a:pt x="244967" y="10328"/>
                  <a:pt x="244964" y="10429"/>
                  <a:pt x="244960" y="10534"/>
                </a:cubicBezTo>
                <a:cubicBezTo>
                  <a:pt x="244953" y="10562"/>
                  <a:pt x="244953" y="10590"/>
                  <a:pt x="244950" y="10621"/>
                </a:cubicBezTo>
                <a:cubicBezTo>
                  <a:pt x="244936" y="10586"/>
                  <a:pt x="244922" y="10551"/>
                  <a:pt x="244908" y="10520"/>
                </a:cubicBezTo>
                <a:cubicBezTo>
                  <a:pt x="244933" y="10419"/>
                  <a:pt x="244953" y="10325"/>
                  <a:pt x="244978" y="10227"/>
                </a:cubicBezTo>
                <a:close/>
                <a:moveTo>
                  <a:pt x="21117" y="9739"/>
                </a:moveTo>
                <a:cubicBezTo>
                  <a:pt x="21117" y="9788"/>
                  <a:pt x="21120" y="9840"/>
                  <a:pt x="21124" y="9892"/>
                </a:cubicBezTo>
                <a:cubicBezTo>
                  <a:pt x="21047" y="10150"/>
                  <a:pt x="20967" y="10412"/>
                  <a:pt x="20897" y="10667"/>
                </a:cubicBezTo>
                <a:lnTo>
                  <a:pt x="20894" y="10667"/>
                </a:lnTo>
                <a:cubicBezTo>
                  <a:pt x="20967" y="10335"/>
                  <a:pt x="21044" y="10021"/>
                  <a:pt x="21117" y="9739"/>
                </a:cubicBezTo>
                <a:close/>
                <a:moveTo>
                  <a:pt x="60330" y="9739"/>
                </a:moveTo>
                <a:lnTo>
                  <a:pt x="60344" y="9892"/>
                </a:lnTo>
                <a:cubicBezTo>
                  <a:pt x="60260" y="10154"/>
                  <a:pt x="60187" y="10412"/>
                  <a:pt x="60117" y="10667"/>
                </a:cubicBezTo>
                <a:lnTo>
                  <a:pt x="60113" y="10667"/>
                </a:lnTo>
                <a:cubicBezTo>
                  <a:pt x="60187" y="10335"/>
                  <a:pt x="60260" y="10021"/>
                  <a:pt x="60330" y="9739"/>
                </a:cubicBezTo>
                <a:close/>
                <a:moveTo>
                  <a:pt x="99550" y="9735"/>
                </a:moveTo>
                <a:lnTo>
                  <a:pt x="99564" y="9892"/>
                </a:lnTo>
                <a:cubicBezTo>
                  <a:pt x="99480" y="10147"/>
                  <a:pt x="99407" y="10408"/>
                  <a:pt x="99330" y="10667"/>
                </a:cubicBezTo>
                <a:cubicBezTo>
                  <a:pt x="99407" y="10335"/>
                  <a:pt x="99480" y="10021"/>
                  <a:pt x="99550" y="9735"/>
                </a:cubicBezTo>
                <a:close/>
                <a:moveTo>
                  <a:pt x="123499" y="9495"/>
                </a:moveTo>
                <a:cubicBezTo>
                  <a:pt x="123548" y="9568"/>
                  <a:pt x="123589" y="9648"/>
                  <a:pt x="123638" y="9725"/>
                </a:cubicBezTo>
                <a:cubicBezTo>
                  <a:pt x="123687" y="9805"/>
                  <a:pt x="123666" y="9822"/>
                  <a:pt x="123684" y="9868"/>
                </a:cubicBezTo>
                <a:cubicBezTo>
                  <a:pt x="123659" y="10091"/>
                  <a:pt x="123638" y="10311"/>
                  <a:pt x="123614" y="10517"/>
                </a:cubicBezTo>
                <a:cubicBezTo>
                  <a:pt x="123603" y="10565"/>
                  <a:pt x="123589" y="10614"/>
                  <a:pt x="123579" y="10667"/>
                </a:cubicBezTo>
                <a:cubicBezTo>
                  <a:pt x="123548" y="10272"/>
                  <a:pt x="123520" y="9868"/>
                  <a:pt x="123499" y="9495"/>
                </a:cubicBezTo>
                <a:close/>
                <a:moveTo>
                  <a:pt x="138895" y="9739"/>
                </a:moveTo>
                <a:cubicBezTo>
                  <a:pt x="138899" y="9788"/>
                  <a:pt x="138899" y="9840"/>
                  <a:pt x="138906" y="9892"/>
                </a:cubicBezTo>
                <a:cubicBezTo>
                  <a:pt x="138825" y="10150"/>
                  <a:pt x="138749" y="10412"/>
                  <a:pt x="138679" y="10667"/>
                </a:cubicBezTo>
                <a:cubicBezTo>
                  <a:pt x="138752" y="10335"/>
                  <a:pt x="138822" y="10021"/>
                  <a:pt x="138895" y="9739"/>
                </a:cubicBezTo>
                <a:close/>
                <a:moveTo>
                  <a:pt x="178112" y="9739"/>
                </a:moveTo>
                <a:lnTo>
                  <a:pt x="178122" y="9892"/>
                </a:lnTo>
                <a:cubicBezTo>
                  <a:pt x="178042" y="10150"/>
                  <a:pt x="177965" y="10412"/>
                  <a:pt x="177895" y="10667"/>
                </a:cubicBezTo>
                <a:lnTo>
                  <a:pt x="177892" y="10667"/>
                </a:lnTo>
                <a:cubicBezTo>
                  <a:pt x="177965" y="10335"/>
                  <a:pt x="178042" y="10021"/>
                  <a:pt x="178112" y="9739"/>
                </a:cubicBezTo>
                <a:close/>
                <a:moveTo>
                  <a:pt x="217328" y="9739"/>
                </a:moveTo>
                <a:lnTo>
                  <a:pt x="217342" y="9892"/>
                </a:lnTo>
                <a:cubicBezTo>
                  <a:pt x="217258" y="10150"/>
                  <a:pt x="217185" y="10412"/>
                  <a:pt x="217112" y="10667"/>
                </a:cubicBezTo>
                <a:cubicBezTo>
                  <a:pt x="217185" y="10335"/>
                  <a:pt x="217258" y="10021"/>
                  <a:pt x="217328" y="9739"/>
                </a:cubicBezTo>
                <a:close/>
                <a:moveTo>
                  <a:pt x="256621" y="9735"/>
                </a:moveTo>
                <a:cubicBezTo>
                  <a:pt x="256621" y="9788"/>
                  <a:pt x="256628" y="9840"/>
                  <a:pt x="256632" y="9892"/>
                </a:cubicBezTo>
                <a:cubicBezTo>
                  <a:pt x="256548" y="10147"/>
                  <a:pt x="256475" y="10408"/>
                  <a:pt x="256405" y="10667"/>
                </a:cubicBezTo>
                <a:cubicBezTo>
                  <a:pt x="256405" y="10667"/>
                  <a:pt x="256401" y="10663"/>
                  <a:pt x="256401" y="10663"/>
                </a:cubicBezTo>
                <a:cubicBezTo>
                  <a:pt x="256475" y="10332"/>
                  <a:pt x="256548" y="10018"/>
                  <a:pt x="256621" y="9735"/>
                </a:cubicBezTo>
                <a:close/>
                <a:moveTo>
                  <a:pt x="37710" y="9142"/>
                </a:moveTo>
                <a:cubicBezTo>
                  <a:pt x="37724" y="9481"/>
                  <a:pt x="37744" y="9836"/>
                  <a:pt x="37776" y="10185"/>
                </a:cubicBezTo>
                <a:cubicBezTo>
                  <a:pt x="37741" y="10035"/>
                  <a:pt x="37685" y="9896"/>
                  <a:pt x="37605" y="9770"/>
                </a:cubicBezTo>
                <a:cubicBezTo>
                  <a:pt x="37605" y="9770"/>
                  <a:pt x="37591" y="10161"/>
                  <a:pt x="37563" y="10715"/>
                </a:cubicBezTo>
                <a:cubicBezTo>
                  <a:pt x="37511" y="10642"/>
                  <a:pt x="37451" y="10576"/>
                  <a:pt x="37396" y="10506"/>
                </a:cubicBezTo>
                <a:cubicBezTo>
                  <a:pt x="37504" y="10014"/>
                  <a:pt x="37608" y="9550"/>
                  <a:pt x="37710" y="9142"/>
                </a:cubicBezTo>
                <a:close/>
                <a:moveTo>
                  <a:pt x="76929" y="9142"/>
                </a:moveTo>
                <a:cubicBezTo>
                  <a:pt x="76943" y="9481"/>
                  <a:pt x="76964" y="9836"/>
                  <a:pt x="76996" y="10185"/>
                </a:cubicBezTo>
                <a:cubicBezTo>
                  <a:pt x="76961" y="10035"/>
                  <a:pt x="76905" y="9896"/>
                  <a:pt x="76825" y="9770"/>
                </a:cubicBezTo>
                <a:cubicBezTo>
                  <a:pt x="76825" y="9770"/>
                  <a:pt x="76811" y="10157"/>
                  <a:pt x="76779" y="10715"/>
                </a:cubicBezTo>
                <a:lnTo>
                  <a:pt x="76616" y="10506"/>
                </a:lnTo>
                <a:cubicBezTo>
                  <a:pt x="76720" y="10014"/>
                  <a:pt x="76828" y="9557"/>
                  <a:pt x="76929" y="9142"/>
                </a:cubicBezTo>
                <a:close/>
                <a:moveTo>
                  <a:pt x="116149" y="9142"/>
                </a:moveTo>
                <a:cubicBezTo>
                  <a:pt x="116163" y="9481"/>
                  <a:pt x="116184" y="9836"/>
                  <a:pt x="116209" y="10185"/>
                </a:cubicBezTo>
                <a:cubicBezTo>
                  <a:pt x="116181" y="10035"/>
                  <a:pt x="116121" y="9896"/>
                  <a:pt x="116038" y="9770"/>
                </a:cubicBezTo>
                <a:cubicBezTo>
                  <a:pt x="116038" y="9770"/>
                  <a:pt x="116027" y="10157"/>
                  <a:pt x="115999" y="10715"/>
                </a:cubicBezTo>
                <a:lnTo>
                  <a:pt x="115835" y="10506"/>
                </a:lnTo>
                <a:cubicBezTo>
                  <a:pt x="115940" y="10014"/>
                  <a:pt x="116045" y="9554"/>
                  <a:pt x="116149" y="9142"/>
                </a:cubicBezTo>
                <a:close/>
                <a:moveTo>
                  <a:pt x="155488" y="9142"/>
                </a:moveTo>
                <a:cubicBezTo>
                  <a:pt x="155502" y="9481"/>
                  <a:pt x="155526" y="9836"/>
                  <a:pt x="155554" y="10185"/>
                </a:cubicBezTo>
                <a:cubicBezTo>
                  <a:pt x="155523" y="10035"/>
                  <a:pt x="155467" y="9896"/>
                  <a:pt x="155387" y="9770"/>
                </a:cubicBezTo>
                <a:cubicBezTo>
                  <a:pt x="155387" y="9770"/>
                  <a:pt x="155373" y="10161"/>
                  <a:pt x="155345" y="10715"/>
                </a:cubicBezTo>
                <a:lnTo>
                  <a:pt x="155174" y="10506"/>
                </a:lnTo>
                <a:cubicBezTo>
                  <a:pt x="155286" y="10014"/>
                  <a:pt x="155390" y="9557"/>
                  <a:pt x="155488" y="9142"/>
                </a:cubicBezTo>
                <a:close/>
                <a:moveTo>
                  <a:pt x="194708" y="9142"/>
                </a:moveTo>
                <a:cubicBezTo>
                  <a:pt x="194722" y="9481"/>
                  <a:pt x="194743" y="9836"/>
                  <a:pt x="194774" y="10185"/>
                </a:cubicBezTo>
                <a:cubicBezTo>
                  <a:pt x="194739" y="10035"/>
                  <a:pt x="194683" y="9896"/>
                  <a:pt x="194603" y="9770"/>
                </a:cubicBezTo>
                <a:cubicBezTo>
                  <a:pt x="194603" y="9770"/>
                  <a:pt x="194593" y="10161"/>
                  <a:pt x="194561" y="10715"/>
                </a:cubicBezTo>
                <a:lnTo>
                  <a:pt x="194394" y="10506"/>
                </a:lnTo>
                <a:cubicBezTo>
                  <a:pt x="194505" y="10014"/>
                  <a:pt x="194607" y="9557"/>
                  <a:pt x="194708" y="9142"/>
                </a:cubicBezTo>
                <a:close/>
                <a:moveTo>
                  <a:pt x="233928" y="9142"/>
                </a:moveTo>
                <a:cubicBezTo>
                  <a:pt x="233942" y="9481"/>
                  <a:pt x="233963" y="9836"/>
                  <a:pt x="233990" y="10185"/>
                </a:cubicBezTo>
                <a:cubicBezTo>
                  <a:pt x="233959" y="10035"/>
                  <a:pt x="233900" y="9896"/>
                  <a:pt x="233820" y="9770"/>
                </a:cubicBezTo>
                <a:cubicBezTo>
                  <a:pt x="233820" y="9770"/>
                  <a:pt x="233806" y="10157"/>
                  <a:pt x="233781" y="10715"/>
                </a:cubicBezTo>
                <a:lnTo>
                  <a:pt x="233614" y="10506"/>
                </a:lnTo>
                <a:cubicBezTo>
                  <a:pt x="233718" y="10014"/>
                  <a:pt x="233823" y="9550"/>
                  <a:pt x="233928" y="9142"/>
                </a:cubicBezTo>
                <a:close/>
                <a:moveTo>
                  <a:pt x="273217" y="9142"/>
                </a:moveTo>
                <a:cubicBezTo>
                  <a:pt x="273231" y="9481"/>
                  <a:pt x="273252" y="9829"/>
                  <a:pt x="273280" y="10185"/>
                </a:cubicBezTo>
                <a:cubicBezTo>
                  <a:pt x="273249" y="10035"/>
                  <a:pt x="273193" y="9896"/>
                  <a:pt x="273113" y="9770"/>
                </a:cubicBezTo>
                <a:cubicBezTo>
                  <a:pt x="273113" y="9770"/>
                  <a:pt x="273099" y="10161"/>
                  <a:pt x="273067" y="10715"/>
                </a:cubicBezTo>
                <a:lnTo>
                  <a:pt x="272903" y="10506"/>
                </a:lnTo>
                <a:cubicBezTo>
                  <a:pt x="273012" y="10014"/>
                  <a:pt x="273116" y="9554"/>
                  <a:pt x="273217" y="9142"/>
                </a:cubicBezTo>
                <a:close/>
                <a:moveTo>
                  <a:pt x="41027" y="9495"/>
                </a:moveTo>
                <a:lnTo>
                  <a:pt x="41121" y="9931"/>
                </a:lnTo>
                <a:cubicBezTo>
                  <a:pt x="40957" y="10081"/>
                  <a:pt x="40828" y="10401"/>
                  <a:pt x="40727" y="10789"/>
                </a:cubicBezTo>
                <a:cubicBezTo>
                  <a:pt x="40723" y="10768"/>
                  <a:pt x="40720" y="10747"/>
                  <a:pt x="40720" y="10726"/>
                </a:cubicBezTo>
                <a:cubicBezTo>
                  <a:pt x="40793" y="10388"/>
                  <a:pt x="40870" y="10081"/>
                  <a:pt x="40947" y="9805"/>
                </a:cubicBezTo>
                <a:cubicBezTo>
                  <a:pt x="40971" y="9697"/>
                  <a:pt x="40999" y="9596"/>
                  <a:pt x="41027" y="9495"/>
                </a:cubicBezTo>
                <a:close/>
                <a:moveTo>
                  <a:pt x="119463" y="9495"/>
                </a:moveTo>
                <a:cubicBezTo>
                  <a:pt x="119494" y="9638"/>
                  <a:pt x="119522" y="9784"/>
                  <a:pt x="119557" y="9931"/>
                </a:cubicBezTo>
                <a:cubicBezTo>
                  <a:pt x="119397" y="10081"/>
                  <a:pt x="119264" y="10401"/>
                  <a:pt x="119160" y="10789"/>
                </a:cubicBezTo>
                <a:cubicBezTo>
                  <a:pt x="119156" y="10768"/>
                  <a:pt x="119156" y="10747"/>
                  <a:pt x="119153" y="10719"/>
                </a:cubicBezTo>
                <a:cubicBezTo>
                  <a:pt x="119229" y="10388"/>
                  <a:pt x="119306" y="10074"/>
                  <a:pt x="119379" y="9805"/>
                </a:cubicBezTo>
                <a:cubicBezTo>
                  <a:pt x="119411" y="9697"/>
                  <a:pt x="119435" y="9596"/>
                  <a:pt x="119463" y="9495"/>
                </a:cubicBezTo>
                <a:close/>
                <a:moveTo>
                  <a:pt x="198025" y="9495"/>
                </a:moveTo>
                <a:lnTo>
                  <a:pt x="198119" y="9931"/>
                </a:lnTo>
                <a:cubicBezTo>
                  <a:pt x="197959" y="10081"/>
                  <a:pt x="197826" y="10401"/>
                  <a:pt x="197721" y="10789"/>
                </a:cubicBezTo>
                <a:cubicBezTo>
                  <a:pt x="197721" y="10768"/>
                  <a:pt x="197718" y="10743"/>
                  <a:pt x="197711" y="10719"/>
                </a:cubicBezTo>
                <a:cubicBezTo>
                  <a:pt x="197791" y="10388"/>
                  <a:pt x="197871" y="10074"/>
                  <a:pt x="197938" y="9805"/>
                </a:cubicBezTo>
                <a:cubicBezTo>
                  <a:pt x="197969" y="9697"/>
                  <a:pt x="197997" y="9596"/>
                  <a:pt x="198025" y="9495"/>
                </a:cubicBezTo>
                <a:close/>
                <a:moveTo>
                  <a:pt x="237241" y="9495"/>
                </a:moveTo>
                <a:cubicBezTo>
                  <a:pt x="237273" y="9638"/>
                  <a:pt x="237308" y="9784"/>
                  <a:pt x="237339" y="9931"/>
                </a:cubicBezTo>
                <a:cubicBezTo>
                  <a:pt x="237175" y="10081"/>
                  <a:pt x="237046" y="10401"/>
                  <a:pt x="236941" y="10789"/>
                </a:cubicBezTo>
                <a:cubicBezTo>
                  <a:pt x="236934" y="10768"/>
                  <a:pt x="236934" y="10747"/>
                  <a:pt x="236931" y="10726"/>
                </a:cubicBezTo>
                <a:cubicBezTo>
                  <a:pt x="237011" y="10388"/>
                  <a:pt x="237084" y="10081"/>
                  <a:pt x="237158" y="9805"/>
                </a:cubicBezTo>
                <a:cubicBezTo>
                  <a:pt x="237189" y="9697"/>
                  <a:pt x="237217" y="9596"/>
                  <a:pt x="237241" y="9495"/>
                </a:cubicBezTo>
                <a:close/>
                <a:moveTo>
                  <a:pt x="80247" y="9495"/>
                </a:moveTo>
                <a:lnTo>
                  <a:pt x="80337" y="9931"/>
                </a:lnTo>
                <a:cubicBezTo>
                  <a:pt x="80177" y="10081"/>
                  <a:pt x="80048" y="10401"/>
                  <a:pt x="79943" y="10796"/>
                </a:cubicBezTo>
                <a:cubicBezTo>
                  <a:pt x="79943" y="10771"/>
                  <a:pt x="79940" y="10747"/>
                  <a:pt x="79933" y="10726"/>
                </a:cubicBezTo>
                <a:cubicBezTo>
                  <a:pt x="80013" y="10388"/>
                  <a:pt x="80086" y="10081"/>
                  <a:pt x="80159" y="9805"/>
                </a:cubicBezTo>
                <a:cubicBezTo>
                  <a:pt x="80191" y="9697"/>
                  <a:pt x="80215" y="9596"/>
                  <a:pt x="80247" y="9495"/>
                </a:cubicBezTo>
                <a:close/>
                <a:moveTo>
                  <a:pt x="158809" y="9495"/>
                </a:moveTo>
                <a:lnTo>
                  <a:pt x="158899" y="9931"/>
                </a:lnTo>
                <a:cubicBezTo>
                  <a:pt x="158739" y="10081"/>
                  <a:pt x="158606" y="10401"/>
                  <a:pt x="158509" y="10796"/>
                </a:cubicBezTo>
                <a:cubicBezTo>
                  <a:pt x="158502" y="10771"/>
                  <a:pt x="158498" y="10743"/>
                  <a:pt x="158498" y="10719"/>
                </a:cubicBezTo>
                <a:cubicBezTo>
                  <a:pt x="158571" y="10388"/>
                  <a:pt x="158652" y="10074"/>
                  <a:pt x="158725" y="9805"/>
                </a:cubicBezTo>
                <a:cubicBezTo>
                  <a:pt x="158753" y="9697"/>
                  <a:pt x="158781" y="9596"/>
                  <a:pt x="158809" y="9495"/>
                </a:cubicBezTo>
                <a:close/>
                <a:moveTo>
                  <a:pt x="276535" y="9495"/>
                </a:moveTo>
                <a:lnTo>
                  <a:pt x="276625" y="9931"/>
                </a:lnTo>
                <a:cubicBezTo>
                  <a:pt x="276465" y="10081"/>
                  <a:pt x="276336" y="10401"/>
                  <a:pt x="276231" y="10796"/>
                </a:cubicBezTo>
                <a:cubicBezTo>
                  <a:pt x="276228" y="10768"/>
                  <a:pt x="276224" y="10743"/>
                  <a:pt x="276221" y="10719"/>
                </a:cubicBezTo>
                <a:cubicBezTo>
                  <a:pt x="276301" y="10388"/>
                  <a:pt x="276378" y="10074"/>
                  <a:pt x="276447" y="9805"/>
                </a:cubicBezTo>
                <a:cubicBezTo>
                  <a:pt x="276479" y="9697"/>
                  <a:pt x="276503" y="9596"/>
                  <a:pt x="276535" y="9495"/>
                </a:cubicBezTo>
                <a:close/>
                <a:moveTo>
                  <a:pt x="241221" y="9495"/>
                </a:moveTo>
                <a:lnTo>
                  <a:pt x="241368" y="9725"/>
                </a:lnTo>
                <a:cubicBezTo>
                  <a:pt x="241392" y="9819"/>
                  <a:pt x="241420" y="9913"/>
                  <a:pt x="241448" y="10014"/>
                </a:cubicBezTo>
                <a:cubicBezTo>
                  <a:pt x="241431" y="10185"/>
                  <a:pt x="241413" y="10353"/>
                  <a:pt x="241396" y="10517"/>
                </a:cubicBezTo>
                <a:cubicBezTo>
                  <a:pt x="241378" y="10677"/>
                  <a:pt x="241343" y="10729"/>
                  <a:pt x="241319" y="10834"/>
                </a:cubicBezTo>
                <a:cubicBezTo>
                  <a:pt x="241281" y="10381"/>
                  <a:pt x="241249" y="9924"/>
                  <a:pt x="241221" y="9495"/>
                </a:cubicBezTo>
                <a:close/>
                <a:moveTo>
                  <a:pt x="100408" y="9603"/>
                </a:moveTo>
                <a:cubicBezTo>
                  <a:pt x="100498" y="9882"/>
                  <a:pt x="100593" y="10175"/>
                  <a:pt x="100680" y="10478"/>
                </a:cubicBezTo>
                <a:cubicBezTo>
                  <a:pt x="100652" y="10625"/>
                  <a:pt x="100634" y="10771"/>
                  <a:pt x="100613" y="10914"/>
                </a:cubicBezTo>
                <a:cubicBezTo>
                  <a:pt x="100530" y="10764"/>
                  <a:pt x="100446" y="10632"/>
                  <a:pt x="100369" y="10517"/>
                </a:cubicBezTo>
                <a:cubicBezTo>
                  <a:pt x="100348" y="10332"/>
                  <a:pt x="100324" y="10140"/>
                  <a:pt x="100296" y="9941"/>
                </a:cubicBezTo>
                <a:cubicBezTo>
                  <a:pt x="100317" y="9871"/>
                  <a:pt x="100338" y="9802"/>
                  <a:pt x="100355" y="9732"/>
                </a:cubicBezTo>
                <a:lnTo>
                  <a:pt x="100408" y="9603"/>
                </a:lnTo>
                <a:close/>
                <a:moveTo>
                  <a:pt x="257479" y="9603"/>
                </a:moveTo>
                <a:cubicBezTo>
                  <a:pt x="257566" y="9882"/>
                  <a:pt x="257661" y="10175"/>
                  <a:pt x="257748" y="10478"/>
                </a:cubicBezTo>
                <a:cubicBezTo>
                  <a:pt x="257727" y="10625"/>
                  <a:pt x="257702" y="10771"/>
                  <a:pt x="257685" y="10914"/>
                </a:cubicBezTo>
                <a:cubicBezTo>
                  <a:pt x="257598" y="10764"/>
                  <a:pt x="257518" y="10632"/>
                  <a:pt x="257441" y="10517"/>
                </a:cubicBezTo>
                <a:cubicBezTo>
                  <a:pt x="257420" y="10332"/>
                  <a:pt x="257392" y="10140"/>
                  <a:pt x="257368" y="9941"/>
                </a:cubicBezTo>
                <a:cubicBezTo>
                  <a:pt x="257385" y="9871"/>
                  <a:pt x="257406" y="9802"/>
                  <a:pt x="257427" y="9732"/>
                </a:cubicBezTo>
                <a:lnTo>
                  <a:pt x="257479" y="9603"/>
                </a:lnTo>
                <a:close/>
                <a:moveTo>
                  <a:pt x="21975" y="9603"/>
                </a:moveTo>
                <a:cubicBezTo>
                  <a:pt x="22062" y="9882"/>
                  <a:pt x="22153" y="10175"/>
                  <a:pt x="22240" y="10482"/>
                </a:cubicBezTo>
                <a:cubicBezTo>
                  <a:pt x="22219" y="10625"/>
                  <a:pt x="22198" y="10771"/>
                  <a:pt x="22181" y="10918"/>
                </a:cubicBezTo>
                <a:cubicBezTo>
                  <a:pt x="22093" y="10764"/>
                  <a:pt x="22010" y="10632"/>
                  <a:pt x="21936" y="10517"/>
                </a:cubicBezTo>
                <a:cubicBezTo>
                  <a:pt x="21916" y="10332"/>
                  <a:pt x="21888" y="10140"/>
                  <a:pt x="21863" y="9941"/>
                </a:cubicBezTo>
                <a:cubicBezTo>
                  <a:pt x="21884" y="9871"/>
                  <a:pt x="21902" y="9802"/>
                  <a:pt x="21923" y="9732"/>
                </a:cubicBezTo>
                <a:lnTo>
                  <a:pt x="21975" y="9603"/>
                </a:lnTo>
                <a:close/>
                <a:moveTo>
                  <a:pt x="61188" y="9603"/>
                </a:moveTo>
                <a:cubicBezTo>
                  <a:pt x="61282" y="9882"/>
                  <a:pt x="61373" y="10175"/>
                  <a:pt x="61460" y="10482"/>
                </a:cubicBezTo>
                <a:lnTo>
                  <a:pt x="61394" y="10918"/>
                </a:lnTo>
                <a:cubicBezTo>
                  <a:pt x="61310" y="10764"/>
                  <a:pt x="61230" y="10632"/>
                  <a:pt x="61149" y="10517"/>
                </a:cubicBezTo>
                <a:cubicBezTo>
                  <a:pt x="61132" y="10332"/>
                  <a:pt x="61108" y="10140"/>
                  <a:pt x="61080" y="9941"/>
                </a:cubicBezTo>
                <a:cubicBezTo>
                  <a:pt x="61097" y="9871"/>
                  <a:pt x="61118" y="9802"/>
                  <a:pt x="61142" y="9732"/>
                </a:cubicBezTo>
                <a:cubicBezTo>
                  <a:pt x="61163" y="9662"/>
                  <a:pt x="61177" y="9645"/>
                  <a:pt x="61188" y="9603"/>
                </a:cubicBezTo>
                <a:close/>
                <a:moveTo>
                  <a:pt x="139753" y="9603"/>
                </a:moveTo>
                <a:cubicBezTo>
                  <a:pt x="139847" y="9882"/>
                  <a:pt x="139935" y="10175"/>
                  <a:pt x="140025" y="10482"/>
                </a:cubicBezTo>
                <a:cubicBezTo>
                  <a:pt x="139997" y="10628"/>
                  <a:pt x="139976" y="10771"/>
                  <a:pt x="139959" y="10918"/>
                </a:cubicBezTo>
                <a:cubicBezTo>
                  <a:pt x="139872" y="10764"/>
                  <a:pt x="139788" y="10632"/>
                  <a:pt x="139715" y="10517"/>
                </a:cubicBezTo>
                <a:cubicBezTo>
                  <a:pt x="139694" y="10332"/>
                  <a:pt x="139666" y="10140"/>
                  <a:pt x="139642" y="9941"/>
                </a:cubicBezTo>
                <a:cubicBezTo>
                  <a:pt x="139662" y="9871"/>
                  <a:pt x="139680" y="9802"/>
                  <a:pt x="139701" y="9732"/>
                </a:cubicBezTo>
                <a:lnTo>
                  <a:pt x="139753" y="9603"/>
                </a:lnTo>
                <a:close/>
                <a:moveTo>
                  <a:pt x="178973" y="9603"/>
                </a:moveTo>
                <a:cubicBezTo>
                  <a:pt x="179060" y="9882"/>
                  <a:pt x="179151" y="10175"/>
                  <a:pt x="179238" y="10482"/>
                </a:cubicBezTo>
                <a:cubicBezTo>
                  <a:pt x="179217" y="10625"/>
                  <a:pt x="179196" y="10771"/>
                  <a:pt x="179179" y="10918"/>
                </a:cubicBezTo>
                <a:cubicBezTo>
                  <a:pt x="179092" y="10764"/>
                  <a:pt x="179008" y="10632"/>
                  <a:pt x="178935" y="10517"/>
                </a:cubicBezTo>
                <a:cubicBezTo>
                  <a:pt x="178910" y="10332"/>
                  <a:pt x="178886" y="10140"/>
                  <a:pt x="178861" y="9941"/>
                </a:cubicBezTo>
                <a:cubicBezTo>
                  <a:pt x="178875" y="9871"/>
                  <a:pt x="178900" y="9802"/>
                  <a:pt x="178921" y="9732"/>
                </a:cubicBezTo>
                <a:lnTo>
                  <a:pt x="178973" y="9603"/>
                </a:lnTo>
                <a:close/>
                <a:moveTo>
                  <a:pt x="218190" y="9603"/>
                </a:moveTo>
                <a:cubicBezTo>
                  <a:pt x="218280" y="9882"/>
                  <a:pt x="218371" y="10175"/>
                  <a:pt x="218458" y="10482"/>
                </a:cubicBezTo>
                <a:lnTo>
                  <a:pt x="218392" y="10918"/>
                </a:lnTo>
                <a:cubicBezTo>
                  <a:pt x="218312" y="10764"/>
                  <a:pt x="218228" y="10632"/>
                  <a:pt x="218148" y="10517"/>
                </a:cubicBezTo>
                <a:cubicBezTo>
                  <a:pt x="218130" y="10332"/>
                  <a:pt x="218106" y="10140"/>
                  <a:pt x="218078" y="9941"/>
                </a:cubicBezTo>
                <a:cubicBezTo>
                  <a:pt x="218095" y="9871"/>
                  <a:pt x="218116" y="9802"/>
                  <a:pt x="218137" y="9732"/>
                </a:cubicBezTo>
                <a:lnTo>
                  <a:pt x="218190" y="9603"/>
                </a:lnTo>
                <a:close/>
                <a:moveTo>
                  <a:pt x="7764" y="10785"/>
                </a:moveTo>
                <a:lnTo>
                  <a:pt x="7764" y="10785"/>
                </a:lnTo>
                <a:cubicBezTo>
                  <a:pt x="7778" y="10820"/>
                  <a:pt x="7789" y="10858"/>
                  <a:pt x="7799" y="10900"/>
                </a:cubicBezTo>
                <a:cubicBezTo>
                  <a:pt x="7813" y="10939"/>
                  <a:pt x="7789" y="10956"/>
                  <a:pt x="7778" y="10977"/>
                </a:cubicBezTo>
                <a:cubicBezTo>
                  <a:pt x="7778" y="10977"/>
                  <a:pt x="7775" y="10907"/>
                  <a:pt x="7764" y="10785"/>
                </a:cubicBezTo>
                <a:close/>
                <a:moveTo>
                  <a:pt x="46984" y="10785"/>
                </a:moveTo>
                <a:cubicBezTo>
                  <a:pt x="46991" y="10820"/>
                  <a:pt x="47005" y="10858"/>
                  <a:pt x="47019" y="10900"/>
                </a:cubicBezTo>
                <a:cubicBezTo>
                  <a:pt x="47009" y="10925"/>
                  <a:pt x="47002" y="10949"/>
                  <a:pt x="46998" y="10977"/>
                </a:cubicBezTo>
                <a:cubicBezTo>
                  <a:pt x="46998" y="10977"/>
                  <a:pt x="46991" y="10907"/>
                  <a:pt x="46984" y="10785"/>
                </a:cubicBezTo>
                <a:close/>
                <a:moveTo>
                  <a:pt x="86204" y="10785"/>
                </a:moveTo>
                <a:cubicBezTo>
                  <a:pt x="86211" y="10820"/>
                  <a:pt x="86225" y="10858"/>
                  <a:pt x="86236" y="10900"/>
                </a:cubicBezTo>
                <a:cubicBezTo>
                  <a:pt x="86229" y="10925"/>
                  <a:pt x="86222" y="10953"/>
                  <a:pt x="86211" y="10977"/>
                </a:cubicBezTo>
                <a:cubicBezTo>
                  <a:pt x="86211" y="10977"/>
                  <a:pt x="86208" y="10907"/>
                  <a:pt x="86204" y="10785"/>
                </a:cubicBezTo>
                <a:close/>
                <a:moveTo>
                  <a:pt x="164763" y="10785"/>
                </a:moveTo>
                <a:cubicBezTo>
                  <a:pt x="164777" y="10820"/>
                  <a:pt x="164787" y="10858"/>
                  <a:pt x="164798" y="10900"/>
                </a:cubicBezTo>
                <a:cubicBezTo>
                  <a:pt x="164812" y="10939"/>
                  <a:pt x="164787" y="10956"/>
                  <a:pt x="164777" y="10977"/>
                </a:cubicBezTo>
                <a:cubicBezTo>
                  <a:pt x="164777" y="10977"/>
                  <a:pt x="164773" y="10907"/>
                  <a:pt x="164763" y="10785"/>
                </a:cubicBezTo>
                <a:close/>
                <a:moveTo>
                  <a:pt x="203983" y="10785"/>
                </a:moveTo>
                <a:lnTo>
                  <a:pt x="203983" y="10785"/>
                </a:lnTo>
                <a:cubicBezTo>
                  <a:pt x="203993" y="10820"/>
                  <a:pt x="204004" y="10858"/>
                  <a:pt x="204017" y="10900"/>
                </a:cubicBezTo>
                <a:lnTo>
                  <a:pt x="203993" y="10977"/>
                </a:lnTo>
                <a:cubicBezTo>
                  <a:pt x="203993" y="10977"/>
                  <a:pt x="203993" y="10907"/>
                  <a:pt x="203983" y="10785"/>
                </a:cubicBezTo>
                <a:close/>
                <a:moveTo>
                  <a:pt x="44937" y="9495"/>
                </a:moveTo>
                <a:lnTo>
                  <a:pt x="45080" y="9725"/>
                </a:lnTo>
                <a:lnTo>
                  <a:pt x="45216" y="10206"/>
                </a:lnTo>
                <a:cubicBezTo>
                  <a:pt x="45202" y="10311"/>
                  <a:pt x="45191" y="10415"/>
                  <a:pt x="45181" y="10517"/>
                </a:cubicBezTo>
                <a:lnTo>
                  <a:pt x="45048" y="11057"/>
                </a:lnTo>
                <a:cubicBezTo>
                  <a:pt x="45007" y="10538"/>
                  <a:pt x="44965" y="9993"/>
                  <a:pt x="44937" y="9495"/>
                </a:cubicBezTo>
                <a:close/>
                <a:moveTo>
                  <a:pt x="84153" y="9495"/>
                </a:moveTo>
                <a:lnTo>
                  <a:pt x="84153" y="9495"/>
                </a:lnTo>
                <a:cubicBezTo>
                  <a:pt x="84202" y="9568"/>
                  <a:pt x="84251" y="9648"/>
                  <a:pt x="84293" y="9725"/>
                </a:cubicBezTo>
                <a:cubicBezTo>
                  <a:pt x="84338" y="9878"/>
                  <a:pt x="84387" y="10035"/>
                  <a:pt x="84429" y="10206"/>
                </a:cubicBezTo>
                <a:cubicBezTo>
                  <a:pt x="84474" y="10377"/>
                  <a:pt x="84408" y="10415"/>
                  <a:pt x="84397" y="10517"/>
                </a:cubicBezTo>
                <a:cubicBezTo>
                  <a:pt x="84352" y="10698"/>
                  <a:pt x="84307" y="10876"/>
                  <a:pt x="84268" y="11057"/>
                </a:cubicBezTo>
                <a:cubicBezTo>
                  <a:pt x="84220" y="10538"/>
                  <a:pt x="84185" y="9993"/>
                  <a:pt x="84153" y="9495"/>
                </a:cubicBezTo>
                <a:close/>
                <a:moveTo>
                  <a:pt x="162715" y="9495"/>
                </a:moveTo>
                <a:lnTo>
                  <a:pt x="162858" y="9725"/>
                </a:lnTo>
                <a:lnTo>
                  <a:pt x="162994" y="10206"/>
                </a:lnTo>
                <a:cubicBezTo>
                  <a:pt x="162980" y="10311"/>
                  <a:pt x="162973" y="10415"/>
                  <a:pt x="162959" y="10517"/>
                </a:cubicBezTo>
                <a:cubicBezTo>
                  <a:pt x="162914" y="10698"/>
                  <a:pt x="162872" y="10883"/>
                  <a:pt x="162827" y="11057"/>
                </a:cubicBezTo>
                <a:cubicBezTo>
                  <a:pt x="162785" y="10538"/>
                  <a:pt x="162747" y="9997"/>
                  <a:pt x="162715" y="9495"/>
                </a:cubicBezTo>
                <a:close/>
                <a:moveTo>
                  <a:pt x="201932" y="9495"/>
                </a:moveTo>
                <a:lnTo>
                  <a:pt x="201932" y="9495"/>
                </a:lnTo>
                <a:cubicBezTo>
                  <a:pt x="201980" y="9568"/>
                  <a:pt x="202029" y="9648"/>
                  <a:pt x="202071" y="9725"/>
                </a:cubicBezTo>
                <a:cubicBezTo>
                  <a:pt x="202116" y="9875"/>
                  <a:pt x="202165" y="10035"/>
                  <a:pt x="202207" y="10206"/>
                </a:cubicBezTo>
                <a:cubicBezTo>
                  <a:pt x="202252" y="10377"/>
                  <a:pt x="202186" y="10415"/>
                  <a:pt x="202179" y="10517"/>
                </a:cubicBezTo>
                <a:cubicBezTo>
                  <a:pt x="202130" y="10698"/>
                  <a:pt x="202085" y="10883"/>
                  <a:pt x="202047" y="11057"/>
                </a:cubicBezTo>
                <a:cubicBezTo>
                  <a:pt x="201998" y="10538"/>
                  <a:pt x="201963" y="9993"/>
                  <a:pt x="201932" y="9495"/>
                </a:cubicBezTo>
                <a:close/>
                <a:moveTo>
                  <a:pt x="5717" y="9495"/>
                </a:moveTo>
                <a:lnTo>
                  <a:pt x="5860" y="9725"/>
                </a:lnTo>
                <a:cubicBezTo>
                  <a:pt x="5905" y="9875"/>
                  <a:pt x="5947" y="10035"/>
                  <a:pt x="5996" y="10206"/>
                </a:cubicBezTo>
                <a:cubicBezTo>
                  <a:pt x="5951" y="10611"/>
                  <a:pt x="5909" y="10987"/>
                  <a:pt x="5856" y="11312"/>
                </a:cubicBezTo>
                <a:cubicBezTo>
                  <a:pt x="5801" y="10715"/>
                  <a:pt x="5752" y="10074"/>
                  <a:pt x="5717" y="9495"/>
                </a:cubicBezTo>
                <a:close/>
                <a:moveTo>
                  <a:pt x="17367" y="9666"/>
                </a:moveTo>
                <a:cubicBezTo>
                  <a:pt x="17423" y="9805"/>
                  <a:pt x="17479" y="9945"/>
                  <a:pt x="17531" y="10088"/>
                </a:cubicBezTo>
                <a:cubicBezTo>
                  <a:pt x="17489" y="10538"/>
                  <a:pt x="17437" y="10956"/>
                  <a:pt x="17381" y="11312"/>
                </a:cubicBezTo>
                <a:cubicBezTo>
                  <a:pt x="17336" y="10855"/>
                  <a:pt x="17301" y="10367"/>
                  <a:pt x="17269" y="9906"/>
                </a:cubicBezTo>
                <a:cubicBezTo>
                  <a:pt x="17301" y="9822"/>
                  <a:pt x="17332" y="9742"/>
                  <a:pt x="17367" y="9666"/>
                </a:cubicBezTo>
                <a:close/>
                <a:moveTo>
                  <a:pt x="56580" y="9666"/>
                </a:moveTo>
                <a:cubicBezTo>
                  <a:pt x="56643" y="9805"/>
                  <a:pt x="56695" y="9945"/>
                  <a:pt x="56751" y="10088"/>
                </a:cubicBezTo>
                <a:cubicBezTo>
                  <a:pt x="56706" y="10538"/>
                  <a:pt x="56653" y="10956"/>
                  <a:pt x="56597" y="11312"/>
                </a:cubicBezTo>
                <a:cubicBezTo>
                  <a:pt x="56556" y="10855"/>
                  <a:pt x="56514" y="10367"/>
                  <a:pt x="56486" y="9903"/>
                </a:cubicBezTo>
                <a:lnTo>
                  <a:pt x="56580" y="9666"/>
                </a:lnTo>
                <a:close/>
                <a:moveTo>
                  <a:pt x="95800" y="9666"/>
                </a:moveTo>
                <a:lnTo>
                  <a:pt x="95971" y="10088"/>
                </a:lnTo>
                <a:cubicBezTo>
                  <a:pt x="95922" y="10538"/>
                  <a:pt x="95873" y="10956"/>
                  <a:pt x="95817" y="11312"/>
                </a:cubicBezTo>
                <a:cubicBezTo>
                  <a:pt x="95776" y="10855"/>
                  <a:pt x="95734" y="10367"/>
                  <a:pt x="95706" y="9903"/>
                </a:cubicBezTo>
                <a:cubicBezTo>
                  <a:pt x="95734" y="9822"/>
                  <a:pt x="95769" y="9742"/>
                  <a:pt x="95800" y="9666"/>
                </a:cubicBezTo>
                <a:close/>
                <a:moveTo>
                  <a:pt x="135145" y="9666"/>
                </a:moveTo>
                <a:cubicBezTo>
                  <a:pt x="135201" y="9805"/>
                  <a:pt x="135261" y="9945"/>
                  <a:pt x="135313" y="10088"/>
                </a:cubicBezTo>
                <a:cubicBezTo>
                  <a:pt x="135268" y="10538"/>
                  <a:pt x="135215" y="10956"/>
                  <a:pt x="135159" y="11312"/>
                </a:cubicBezTo>
                <a:cubicBezTo>
                  <a:pt x="135114" y="10855"/>
                  <a:pt x="135079" y="10367"/>
                  <a:pt x="135051" y="9903"/>
                </a:cubicBezTo>
                <a:cubicBezTo>
                  <a:pt x="135079" y="9822"/>
                  <a:pt x="135111" y="9742"/>
                  <a:pt x="135145" y="9666"/>
                </a:cubicBezTo>
                <a:close/>
                <a:moveTo>
                  <a:pt x="174358" y="9666"/>
                </a:moveTo>
                <a:cubicBezTo>
                  <a:pt x="174421" y="9805"/>
                  <a:pt x="174473" y="9945"/>
                  <a:pt x="174529" y="10088"/>
                </a:cubicBezTo>
                <a:cubicBezTo>
                  <a:pt x="174487" y="10538"/>
                  <a:pt x="174435" y="10956"/>
                  <a:pt x="174376" y="11312"/>
                </a:cubicBezTo>
                <a:cubicBezTo>
                  <a:pt x="174334" y="10855"/>
                  <a:pt x="174299" y="10367"/>
                  <a:pt x="174268" y="9903"/>
                </a:cubicBezTo>
                <a:lnTo>
                  <a:pt x="174358" y="9666"/>
                </a:lnTo>
                <a:close/>
                <a:moveTo>
                  <a:pt x="213578" y="9666"/>
                </a:moveTo>
                <a:lnTo>
                  <a:pt x="213749" y="10088"/>
                </a:lnTo>
                <a:cubicBezTo>
                  <a:pt x="213700" y="10538"/>
                  <a:pt x="213655" y="10956"/>
                  <a:pt x="213596" y="11312"/>
                </a:cubicBezTo>
                <a:cubicBezTo>
                  <a:pt x="213554" y="10855"/>
                  <a:pt x="213515" y="10367"/>
                  <a:pt x="213484" y="9903"/>
                </a:cubicBezTo>
                <a:cubicBezTo>
                  <a:pt x="213519" y="9822"/>
                  <a:pt x="213547" y="9742"/>
                  <a:pt x="213578" y="9666"/>
                </a:cubicBezTo>
                <a:close/>
                <a:moveTo>
                  <a:pt x="252871" y="9666"/>
                </a:moveTo>
                <a:cubicBezTo>
                  <a:pt x="252931" y="9805"/>
                  <a:pt x="252983" y="9945"/>
                  <a:pt x="253039" y="10088"/>
                </a:cubicBezTo>
                <a:cubicBezTo>
                  <a:pt x="252994" y="10538"/>
                  <a:pt x="252941" y="10956"/>
                  <a:pt x="252885" y="11312"/>
                </a:cubicBezTo>
                <a:cubicBezTo>
                  <a:pt x="252844" y="10855"/>
                  <a:pt x="252809" y="10367"/>
                  <a:pt x="252777" y="9903"/>
                </a:cubicBezTo>
                <a:cubicBezTo>
                  <a:pt x="252809" y="9822"/>
                  <a:pt x="252837" y="9742"/>
                  <a:pt x="252871" y="9666"/>
                </a:cubicBezTo>
                <a:close/>
                <a:moveTo>
                  <a:pt x="4901" y="11239"/>
                </a:moveTo>
                <a:lnTo>
                  <a:pt x="4901" y="11239"/>
                </a:lnTo>
                <a:cubicBezTo>
                  <a:pt x="4915" y="11280"/>
                  <a:pt x="4922" y="11326"/>
                  <a:pt x="4936" y="11368"/>
                </a:cubicBezTo>
                <a:cubicBezTo>
                  <a:pt x="4929" y="11347"/>
                  <a:pt x="4918" y="11322"/>
                  <a:pt x="4904" y="11301"/>
                </a:cubicBezTo>
                <a:cubicBezTo>
                  <a:pt x="4908" y="11280"/>
                  <a:pt x="4904" y="11260"/>
                  <a:pt x="4901" y="11239"/>
                </a:cubicBezTo>
                <a:close/>
                <a:moveTo>
                  <a:pt x="44121" y="11237"/>
                </a:moveTo>
                <a:cubicBezTo>
                  <a:pt x="44124" y="11237"/>
                  <a:pt x="44143" y="11329"/>
                  <a:pt x="44156" y="11368"/>
                </a:cubicBezTo>
                <a:cubicBezTo>
                  <a:pt x="44142" y="11347"/>
                  <a:pt x="44131" y="11322"/>
                  <a:pt x="44124" y="11301"/>
                </a:cubicBezTo>
                <a:cubicBezTo>
                  <a:pt x="44124" y="11277"/>
                  <a:pt x="44121" y="11256"/>
                  <a:pt x="44121" y="11239"/>
                </a:cubicBezTo>
                <a:cubicBezTo>
                  <a:pt x="44121" y="11237"/>
                  <a:pt x="44121" y="11237"/>
                  <a:pt x="44121" y="11237"/>
                </a:cubicBezTo>
                <a:close/>
                <a:moveTo>
                  <a:pt x="83341" y="11239"/>
                </a:moveTo>
                <a:lnTo>
                  <a:pt x="83341" y="11239"/>
                </a:lnTo>
                <a:cubicBezTo>
                  <a:pt x="83348" y="11280"/>
                  <a:pt x="83361" y="11326"/>
                  <a:pt x="83368" y="11368"/>
                </a:cubicBezTo>
                <a:lnTo>
                  <a:pt x="83344" y="11301"/>
                </a:lnTo>
                <a:cubicBezTo>
                  <a:pt x="83341" y="11280"/>
                  <a:pt x="83337" y="11260"/>
                  <a:pt x="83341" y="11239"/>
                </a:cubicBezTo>
                <a:close/>
                <a:moveTo>
                  <a:pt x="161899" y="11239"/>
                </a:moveTo>
                <a:cubicBezTo>
                  <a:pt x="161913" y="11280"/>
                  <a:pt x="161920" y="11326"/>
                  <a:pt x="161934" y="11368"/>
                </a:cubicBezTo>
                <a:lnTo>
                  <a:pt x="161902" y="11298"/>
                </a:lnTo>
                <a:cubicBezTo>
                  <a:pt x="161906" y="11280"/>
                  <a:pt x="161902" y="11260"/>
                  <a:pt x="161899" y="11239"/>
                </a:cubicBezTo>
                <a:close/>
                <a:moveTo>
                  <a:pt x="201119" y="11237"/>
                </a:moveTo>
                <a:cubicBezTo>
                  <a:pt x="201122" y="11237"/>
                  <a:pt x="201140" y="11329"/>
                  <a:pt x="201147" y="11368"/>
                </a:cubicBezTo>
                <a:lnTo>
                  <a:pt x="201122" y="11298"/>
                </a:lnTo>
                <a:cubicBezTo>
                  <a:pt x="201122" y="11277"/>
                  <a:pt x="201119" y="11256"/>
                  <a:pt x="201119" y="11239"/>
                </a:cubicBezTo>
                <a:cubicBezTo>
                  <a:pt x="201119" y="11237"/>
                  <a:pt x="201119" y="11237"/>
                  <a:pt x="201119" y="11237"/>
                </a:cubicBezTo>
                <a:close/>
                <a:moveTo>
                  <a:pt x="279391" y="10335"/>
                </a:moveTo>
                <a:lnTo>
                  <a:pt x="279391" y="10335"/>
                </a:lnTo>
                <a:cubicBezTo>
                  <a:pt x="279482" y="10663"/>
                  <a:pt x="279573" y="11012"/>
                  <a:pt x="279656" y="11368"/>
                </a:cubicBezTo>
                <a:cubicBezTo>
                  <a:pt x="279583" y="11193"/>
                  <a:pt x="279510" y="11033"/>
                  <a:pt x="279440" y="10886"/>
                </a:cubicBezTo>
                <a:cubicBezTo>
                  <a:pt x="279370" y="10736"/>
                  <a:pt x="279405" y="10503"/>
                  <a:pt x="279391" y="10335"/>
                </a:cubicBezTo>
                <a:close/>
                <a:moveTo>
                  <a:pt x="10321" y="11556"/>
                </a:moveTo>
                <a:cubicBezTo>
                  <a:pt x="10335" y="11619"/>
                  <a:pt x="10353" y="11678"/>
                  <a:pt x="10370" y="11741"/>
                </a:cubicBezTo>
                <a:cubicBezTo>
                  <a:pt x="10349" y="11772"/>
                  <a:pt x="10335" y="11807"/>
                  <a:pt x="10321" y="11842"/>
                </a:cubicBezTo>
                <a:lnTo>
                  <a:pt x="10269" y="11741"/>
                </a:lnTo>
                <a:lnTo>
                  <a:pt x="10321" y="11556"/>
                </a:lnTo>
                <a:close/>
                <a:moveTo>
                  <a:pt x="49534" y="11556"/>
                </a:moveTo>
                <a:lnTo>
                  <a:pt x="49586" y="11741"/>
                </a:lnTo>
                <a:lnTo>
                  <a:pt x="49534" y="11842"/>
                </a:lnTo>
                <a:cubicBezTo>
                  <a:pt x="49520" y="11807"/>
                  <a:pt x="49506" y="11772"/>
                  <a:pt x="49485" y="11741"/>
                </a:cubicBezTo>
                <a:cubicBezTo>
                  <a:pt x="49503" y="11678"/>
                  <a:pt x="49520" y="11619"/>
                  <a:pt x="49534" y="11556"/>
                </a:cubicBezTo>
                <a:close/>
                <a:moveTo>
                  <a:pt x="88754" y="11556"/>
                </a:moveTo>
                <a:cubicBezTo>
                  <a:pt x="88771" y="11619"/>
                  <a:pt x="88789" y="11678"/>
                  <a:pt x="88803" y="11741"/>
                </a:cubicBezTo>
                <a:cubicBezTo>
                  <a:pt x="88789" y="11776"/>
                  <a:pt x="88771" y="11807"/>
                  <a:pt x="88754" y="11842"/>
                </a:cubicBezTo>
                <a:lnTo>
                  <a:pt x="88705" y="11741"/>
                </a:lnTo>
                <a:cubicBezTo>
                  <a:pt x="88719" y="11678"/>
                  <a:pt x="88737" y="11619"/>
                  <a:pt x="88754" y="11556"/>
                </a:cubicBezTo>
                <a:close/>
                <a:moveTo>
                  <a:pt x="128100" y="11556"/>
                </a:moveTo>
                <a:cubicBezTo>
                  <a:pt x="128117" y="11619"/>
                  <a:pt x="128131" y="11678"/>
                  <a:pt x="128148" y="11741"/>
                </a:cubicBezTo>
                <a:lnTo>
                  <a:pt x="128100" y="11842"/>
                </a:lnTo>
                <a:lnTo>
                  <a:pt x="128047" y="11741"/>
                </a:lnTo>
                <a:lnTo>
                  <a:pt x="128100" y="11556"/>
                </a:lnTo>
                <a:close/>
                <a:moveTo>
                  <a:pt x="167316" y="11556"/>
                </a:moveTo>
                <a:lnTo>
                  <a:pt x="167368" y="11741"/>
                </a:lnTo>
                <a:lnTo>
                  <a:pt x="167316" y="11842"/>
                </a:lnTo>
                <a:cubicBezTo>
                  <a:pt x="167299" y="11807"/>
                  <a:pt x="167285" y="11772"/>
                  <a:pt x="167267" y="11741"/>
                </a:cubicBezTo>
                <a:cubicBezTo>
                  <a:pt x="167285" y="11678"/>
                  <a:pt x="167302" y="11619"/>
                  <a:pt x="167316" y="11556"/>
                </a:cubicBezTo>
                <a:close/>
                <a:moveTo>
                  <a:pt x="206532" y="11556"/>
                </a:moveTo>
                <a:lnTo>
                  <a:pt x="206585" y="11741"/>
                </a:lnTo>
                <a:lnTo>
                  <a:pt x="206532" y="11842"/>
                </a:lnTo>
                <a:lnTo>
                  <a:pt x="206487" y="11741"/>
                </a:lnTo>
                <a:cubicBezTo>
                  <a:pt x="206504" y="11678"/>
                  <a:pt x="206515" y="11619"/>
                  <a:pt x="206532" y="11556"/>
                </a:cubicBezTo>
                <a:close/>
                <a:moveTo>
                  <a:pt x="245826" y="11556"/>
                </a:moveTo>
                <a:cubicBezTo>
                  <a:pt x="245839" y="11619"/>
                  <a:pt x="245857" y="11678"/>
                  <a:pt x="245874" y="11741"/>
                </a:cubicBezTo>
                <a:cubicBezTo>
                  <a:pt x="245857" y="11772"/>
                  <a:pt x="245839" y="11807"/>
                  <a:pt x="245826" y="11842"/>
                </a:cubicBezTo>
                <a:lnTo>
                  <a:pt x="245773" y="11741"/>
                </a:lnTo>
                <a:lnTo>
                  <a:pt x="245826" y="11556"/>
                </a:lnTo>
                <a:close/>
                <a:moveTo>
                  <a:pt x="31051" y="10865"/>
                </a:moveTo>
                <a:cubicBezTo>
                  <a:pt x="31068" y="10935"/>
                  <a:pt x="31086" y="10998"/>
                  <a:pt x="31110" y="11064"/>
                </a:cubicBezTo>
                <a:lnTo>
                  <a:pt x="31110" y="11675"/>
                </a:lnTo>
                <a:lnTo>
                  <a:pt x="31086" y="11846"/>
                </a:lnTo>
                <a:lnTo>
                  <a:pt x="31082" y="11853"/>
                </a:lnTo>
                <a:cubicBezTo>
                  <a:pt x="31082" y="11853"/>
                  <a:pt x="31065" y="11500"/>
                  <a:pt x="31016" y="10987"/>
                </a:cubicBezTo>
                <a:cubicBezTo>
                  <a:pt x="31026" y="10946"/>
                  <a:pt x="31040" y="10904"/>
                  <a:pt x="31051" y="10865"/>
                </a:cubicBezTo>
                <a:close/>
                <a:moveTo>
                  <a:pt x="32617" y="11099"/>
                </a:moveTo>
                <a:cubicBezTo>
                  <a:pt x="32638" y="11169"/>
                  <a:pt x="32655" y="11249"/>
                  <a:pt x="32680" y="11322"/>
                </a:cubicBezTo>
                <a:cubicBezTo>
                  <a:pt x="32648" y="11500"/>
                  <a:pt x="32607" y="11678"/>
                  <a:pt x="32558" y="11853"/>
                </a:cubicBezTo>
                <a:cubicBezTo>
                  <a:pt x="32558" y="11853"/>
                  <a:pt x="32547" y="11713"/>
                  <a:pt x="32530" y="11483"/>
                </a:cubicBezTo>
                <a:cubicBezTo>
                  <a:pt x="32561" y="11354"/>
                  <a:pt x="32593" y="11225"/>
                  <a:pt x="32617" y="11099"/>
                </a:cubicBezTo>
                <a:close/>
                <a:moveTo>
                  <a:pt x="70267" y="10865"/>
                </a:moveTo>
                <a:cubicBezTo>
                  <a:pt x="70288" y="10935"/>
                  <a:pt x="70306" y="10998"/>
                  <a:pt x="70323" y="11064"/>
                </a:cubicBezTo>
                <a:cubicBezTo>
                  <a:pt x="70327" y="11260"/>
                  <a:pt x="70327" y="11462"/>
                  <a:pt x="70327" y="11675"/>
                </a:cubicBezTo>
                <a:lnTo>
                  <a:pt x="70306" y="11846"/>
                </a:lnTo>
                <a:lnTo>
                  <a:pt x="70302" y="11853"/>
                </a:lnTo>
                <a:cubicBezTo>
                  <a:pt x="70302" y="11853"/>
                  <a:pt x="70285" y="11500"/>
                  <a:pt x="70232" y="10987"/>
                </a:cubicBezTo>
                <a:cubicBezTo>
                  <a:pt x="70246" y="10946"/>
                  <a:pt x="70257" y="10904"/>
                  <a:pt x="70267" y="10865"/>
                </a:cubicBezTo>
                <a:close/>
                <a:moveTo>
                  <a:pt x="71837" y="11099"/>
                </a:moveTo>
                <a:cubicBezTo>
                  <a:pt x="71854" y="11169"/>
                  <a:pt x="71875" y="11249"/>
                  <a:pt x="71896" y="11322"/>
                </a:cubicBezTo>
                <a:cubicBezTo>
                  <a:pt x="71865" y="11500"/>
                  <a:pt x="71823" y="11678"/>
                  <a:pt x="71771" y="11853"/>
                </a:cubicBezTo>
                <a:cubicBezTo>
                  <a:pt x="71771" y="11853"/>
                  <a:pt x="71767" y="11713"/>
                  <a:pt x="71750" y="11483"/>
                </a:cubicBezTo>
                <a:cubicBezTo>
                  <a:pt x="71778" y="11354"/>
                  <a:pt x="71805" y="11225"/>
                  <a:pt x="71837" y="11099"/>
                </a:cubicBezTo>
                <a:close/>
                <a:moveTo>
                  <a:pt x="109487" y="10865"/>
                </a:moveTo>
                <a:cubicBezTo>
                  <a:pt x="109505" y="10932"/>
                  <a:pt x="109526" y="10998"/>
                  <a:pt x="109543" y="11064"/>
                </a:cubicBezTo>
                <a:cubicBezTo>
                  <a:pt x="109546" y="11260"/>
                  <a:pt x="109546" y="11462"/>
                  <a:pt x="109543" y="11675"/>
                </a:cubicBezTo>
                <a:lnTo>
                  <a:pt x="109522" y="11846"/>
                </a:lnTo>
                <a:lnTo>
                  <a:pt x="109522" y="11853"/>
                </a:lnTo>
                <a:cubicBezTo>
                  <a:pt x="109522" y="11853"/>
                  <a:pt x="109498" y="11500"/>
                  <a:pt x="109452" y="10987"/>
                </a:cubicBezTo>
                <a:cubicBezTo>
                  <a:pt x="109466" y="10946"/>
                  <a:pt x="109473" y="10904"/>
                  <a:pt x="109487" y="10865"/>
                </a:cubicBezTo>
                <a:close/>
                <a:moveTo>
                  <a:pt x="111057" y="11099"/>
                </a:moveTo>
                <a:cubicBezTo>
                  <a:pt x="111074" y="11169"/>
                  <a:pt x="111095" y="11249"/>
                  <a:pt x="111113" y="11322"/>
                </a:cubicBezTo>
                <a:cubicBezTo>
                  <a:pt x="111085" y="11500"/>
                  <a:pt x="111043" y="11678"/>
                  <a:pt x="110991" y="11853"/>
                </a:cubicBezTo>
                <a:cubicBezTo>
                  <a:pt x="110991" y="11853"/>
                  <a:pt x="110980" y="11713"/>
                  <a:pt x="110963" y="11483"/>
                </a:cubicBezTo>
                <a:lnTo>
                  <a:pt x="111057" y="11099"/>
                </a:lnTo>
                <a:close/>
                <a:moveTo>
                  <a:pt x="148833" y="10869"/>
                </a:moveTo>
                <a:cubicBezTo>
                  <a:pt x="148850" y="10935"/>
                  <a:pt x="148871" y="10998"/>
                  <a:pt x="148888" y="11064"/>
                </a:cubicBezTo>
                <a:cubicBezTo>
                  <a:pt x="148888" y="11260"/>
                  <a:pt x="148892" y="11462"/>
                  <a:pt x="148888" y="11675"/>
                </a:cubicBezTo>
                <a:cubicBezTo>
                  <a:pt x="148888" y="11675"/>
                  <a:pt x="148881" y="11737"/>
                  <a:pt x="148868" y="11846"/>
                </a:cubicBezTo>
                <a:lnTo>
                  <a:pt x="148864" y="11853"/>
                </a:lnTo>
                <a:cubicBezTo>
                  <a:pt x="148864" y="11853"/>
                  <a:pt x="148847" y="11500"/>
                  <a:pt x="148798" y="10987"/>
                </a:cubicBezTo>
                <a:cubicBezTo>
                  <a:pt x="148805" y="10946"/>
                  <a:pt x="148819" y="10907"/>
                  <a:pt x="148833" y="10869"/>
                </a:cubicBezTo>
                <a:close/>
                <a:moveTo>
                  <a:pt x="150399" y="11099"/>
                </a:moveTo>
                <a:cubicBezTo>
                  <a:pt x="150420" y="11169"/>
                  <a:pt x="150441" y="11249"/>
                  <a:pt x="150458" y="11322"/>
                </a:cubicBezTo>
                <a:cubicBezTo>
                  <a:pt x="150427" y="11500"/>
                  <a:pt x="150385" y="11678"/>
                  <a:pt x="150336" y="11853"/>
                </a:cubicBezTo>
                <a:cubicBezTo>
                  <a:pt x="150336" y="11853"/>
                  <a:pt x="150329" y="11713"/>
                  <a:pt x="150312" y="11483"/>
                </a:cubicBezTo>
                <a:cubicBezTo>
                  <a:pt x="150339" y="11354"/>
                  <a:pt x="150371" y="11225"/>
                  <a:pt x="150399" y="11099"/>
                </a:cubicBezTo>
                <a:close/>
                <a:moveTo>
                  <a:pt x="188053" y="10869"/>
                </a:moveTo>
                <a:lnTo>
                  <a:pt x="188105" y="11064"/>
                </a:lnTo>
                <a:cubicBezTo>
                  <a:pt x="188108" y="11260"/>
                  <a:pt x="188108" y="11462"/>
                  <a:pt x="188108" y="11675"/>
                </a:cubicBezTo>
                <a:cubicBezTo>
                  <a:pt x="188108" y="11675"/>
                  <a:pt x="188098" y="11737"/>
                  <a:pt x="188087" y="11846"/>
                </a:cubicBezTo>
                <a:lnTo>
                  <a:pt x="188080" y="11853"/>
                </a:lnTo>
                <a:cubicBezTo>
                  <a:pt x="188080" y="11853"/>
                  <a:pt x="188063" y="11500"/>
                  <a:pt x="188011" y="10987"/>
                </a:cubicBezTo>
                <a:cubicBezTo>
                  <a:pt x="188025" y="10946"/>
                  <a:pt x="188039" y="10904"/>
                  <a:pt x="188053" y="10869"/>
                </a:cubicBezTo>
                <a:close/>
                <a:moveTo>
                  <a:pt x="189615" y="11099"/>
                </a:moveTo>
                <a:cubicBezTo>
                  <a:pt x="189636" y="11169"/>
                  <a:pt x="189654" y="11249"/>
                  <a:pt x="189678" y="11322"/>
                </a:cubicBezTo>
                <a:cubicBezTo>
                  <a:pt x="189647" y="11500"/>
                  <a:pt x="189605" y="11678"/>
                  <a:pt x="189556" y="11853"/>
                </a:cubicBezTo>
                <a:cubicBezTo>
                  <a:pt x="189556" y="11853"/>
                  <a:pt x="189545" y="11713"/>
                  <a:pt x="189528" y="11483"/>
                </a:cubicBezTo>
                <a:cubicBezTo>
                  <a:pt x="189559" y="11354"/>
                  <a:pt x="189587" y="11225"/>
                  <a:pt x="189615" y="11099"/>
                </a:cubicBezTo>
                <a:close/>
                <a:moveTo>
                  <a:pt x="227265" y="10862"/>
                </a:moveTo>
                <a:cubicBezTo>
                  <a:pt x="227286" y="10932"/>
                  <a:pt x="227304" y="10998"/>
                  <a:pt x="227321" y="11064"/>
                </a:cubicBezTo>
                <a:cubicBezTo>
                  <a:pt x="227328" y="11260"/>
                  <a:pt x="227328" y="11462"/>
                  <a:pt x="227328" y="11675"/>
                </a:cubicBezTo>
                <a:cubicBezTo>
                  <a:pt x="227328" y="11675"/>
                  <a:pt x="227314" y="11741"/>
                  <a:pt x="227300" y="11846"/>
                </a:cubicBezTo>
                <a:lnTo>
                  <a:pt x="227300" y="11853"/>
                </a:lnTo>
                <a:cubicBezTo>
                  <a:pt x="227300" y="11853"/>
                  <a:pt x="227279" y="11500"/>
                  <a:pt x="227231" y="10984"/>
                </a:cubicBezTo>
                <a:cubicBezTo>
                  <a:pt x="227245" y="10946"/>
                  <a:pt x="227258" y="10904"/>
                  <a:pt x="227265" y="10862"/>
                </a:cubicBezTo>
                <a:close/>
                <a:moveTo>
                  <a:pt x="228835" y="11099"/>
                </a:moveTo>
                <a:cubicBezTo>
                  <a:pt x="228853" y="11169"/>
                  <a:pt x="228873" y="11249"/>
                  <a:pt x="228894" y="11322"/>
                </a:cubicBezTo>
                <a:cubicBezTo>
                  <a:pt x="228863" y="11500"/>
                  <a:pt x="228821" y="11678"/>
                  <a:pt x="228769" y="11853"/>
                </a:cubicBezTo>
                <a:cubicBezTo>
                  <a:pt x="228769" y="11853"/>
                  <a:pt x="228765" y="11713"/>
                  <a:pt x="228748" y="11483"/>
                </a:cubicBezTo>
                <a:cubicBezTo>
                  <a:pt x="228776" y="11354"/>
                  <a:pt x="228804" y="11225"/>
                  <a:pt x="228835" y="11099"/>
                </a:cubicBezTo>
                <a:close/>
                <a:moveTo>
                  <a:pt x="266559" y="10869"/>
                </a:moveTo>
                <a:lnTo>
                  <a:pt x="266611" y="11064"/>
                </a:lnTo>
                <a:cubicBezTo>
                  <a:pt x="266614" y="11260"/>
                  <a:pt x="266614" y="11462"/>
                  <a:pt x="266614" y="11675"/>
                </a:cubicBezTo>
                <a:lnTo>
                  <a:pt x="266594" y="11846"/>
                </a:lnTo>
                <a:lnTo>
                  <a:pt x="266590" y="11853"/>
                </a:lnTo>
                <a:cubicBezTo>
                  <a:pt x="266590" y="11853"/>
                  <a:pt x="266573" y="11500"/>
                  <a:pt x="266520" y="10987"/>
                </a:cubicBezTo>
                <a:cubicBezTo>
                  <a:pt x="266534" y="10946"/>
                  <a:pt x="266545" y="10904"/>
                  <a:pt x="266559" y="10869"/>
                </a:cubicBezTo>
                <a:close/>
                <a:moveTo>
                  <a:pt x="268125" y="11099"/>
                </a:moveTo>
                <a:cubicBezTo>
                  <a:pt x="268146" y="11169"/>
                  <a:pt x="268163" y="11249"/>
                  <a:pt x="268184" y="11319"/>
                </a:cubicBezTo>
                <a:cubicBezTo>
                  <a:pt x="268153" y="11497"/>
                  <a:pt x="268114" y="11678"/>
                  <a:pt x="268062" y="11853"/>
                </a:cubicBezTo>
                <a:cubicBezTo>
                  <a:pt x="268062" y="11853"/>
                  <a:pt x="268055" y="11713"/>
                  <a:pt x="268038" y="11483"/>
                </a:cubicBezTo>
                <a:cubicBezTo>
                  <a:pt x="268069" y="11354"/>
                  <a:pt x="268093" y="11225"/>
                  <a:pt x="268125" y="11099"/>
                </a:cubicBezTo>
                <a:close/>
                <a:moveTo>
                  <a:pt x="218200" y="11012"/>
                </a:moveTo>
                <a:cubicBezTo>
                  <a:pt x="218245" y="11130"/>
                  <a:pt x="218287" y="11263"/>
                  <a:pt x="218336" y="11410"/>
                </a:cubicBezTo>
                <a:cubicBezTo>
                  <a:pt x="218385" y="11553"/>
                  <a:pt x="218312" y="11636"/>
                  <a:pt x="218301" y="11741"/>
                </a:cubicBezTo>
                <a:cubicBezTo>
                  <a:pt x="218287" y="11779"/>
                  <a:pt x="218280" y="11818"/>
                  <a:pt x="218266" y="11853"/>
                </a:cubicBezTo>
                <a:cubicBezTo>
                  <a:pt x="218266" y="11854"/>
                  <a:pt x="218265" y="11855"/>
                  <a:pt x="218265" y="11855"/>
                </a:cubicBezTo>
                <a:cubicBezTo>
                  <a:pt x="218252" y="11855"/>
                  <a:pt x="218247" y="11486"/>
                  <a:pt x="218200" y="11012"/>
                </a:cubicBezTo>
                <a:close/>
                <a:moveTo>
                  <a:pt x="21989" y="11012"/>
                </a:moveTo>
                <a:lnTo>
                  <a:pt x="22118" y="11410"/>
                </a:lnTo>
                <a:cubicBezTo>
                  <a:pt x="22107" y="11528"/>
                  <a:pt x="22093" y="11636"/>
                  <a:pt x="22083" y="11741"/>
                </a:cubicBezTo>
                <a:cubicBezTo>
                  <a:pt x="22076" y="11779"/>
                  <a:pt x="22062" y="11818"/>
                  <a:pt x="22052" y="11853"/>
                </a:cubicBezTo>
                <a:cubicBezTo>
                  <a:pt x="22051" y="11854"/>
                  <a:pt x="22051" y="11855"/>
                  <a:pt x="22051" y="11855"/>
                </a:cubicBezTo>
                <a:cubicBezTo>
                  <a:pt x="22043" y="11855"/>
                  <a:pt x="22029" y="11489"/>
                  <a:pt x="21989" y="11012"/>
                </a:cubicBezTo>
                <a:close/>
                <a:moveTo>
                  <a:pt x="61202" y="11012"/>
                </a:moveTo>
                <a:lnTo>
                  <a:pt x="61202" y="11012"/>
                </a:lnTo>
                <a:cubicBezTo>
                  <a:pt x="61247" y="11130"/>
                  <a:pt x="61289" y="11267"/>
                  <a:pt x="61338" y="11410"/>
                </a:cubicBezTo>
                <a:cubicBezTo>
                  <a:pt x="61387" y="11553"/>
                  <a:pt x="61313" y="11636"/>
                  <a:pt x="61303" y="11741"/>
                </a:cubicBezTo>
                <a:cubicBezTo>
                  <a:pt x="61289" y="11779"/>
                  <a:pt x="61282" y="11818"/>
                  <a:pt x="61268" y="11853"/>
                </a:cubicBezTo>
                <a:cubicBezTo>
                  <a:pt x="61267" y="11854"/>
                  <a:pt x="61267" y="11855"/>
                  <a:pt x="61266" y="11855"/>
                </a:cubicBezTo>
                <a:cubicBezTo>
                  <a:pt x="61254" y="11855"/>
                  <a:pt x="61248" y="11489"/>
                  <a:pt x="61202" y="11012"/>
                </a:cubicBezTo>
                <a:close/>
                <a:moveTo>
                  <a:pt x="100422" y="11012"/>
                </a:moveTo>
                <a:lnTo>
                  <a:pt x="100422" y="11012"/>
                </a:lnTo>
                <a:cubicBezTo>
                  <a:pt x="100464" y="11130"/>
                  <a:pt x="100509" y="11267"/>
                  <a:pt x="100551" y="11410"/>
                </a:cubicBezTo>
                <a:cubicBezTo>
                  <a:pt x="100596" y="11553"/>
                  <a:pt x="100530" y="11636"/>
                  <a:pt x="100523" y="11737"/>
                </a:cubicBezTo>
                <a:cubicBezTo>
                  <a:pt x="100509" y="11779"/>
                  <a:pt x="100498" y="11818"/>
                  <a:pt x="100488" y="11853"/>
                </a:cubicBezTo>
                <a:cubicBezTo>
                  <a:pt x="100487" y="11854"/>
                  <a:pt x="100487" y="11855"/>
                  <a:pt x="100486" y="11855"/>
                </a:cubicBezTo>
                <a:cubicBezTo>
                  <a:pt x="100474" y="11855"/>
                  <a:pt x="100468" y="11489"/>
                  <a:pt x="100422" y="11012"/>
                </a:cubicBezTo>
                <a:close/>
                <a:moveTo>
                  <a:pt x="139767" y="11012"/>
                </a:moveTo>
                <a:lnTo>
                  <a:pt x="139900" y="11410"/>
                </a:lnTo>
                <a:cubicBezTo>
                  <a:pt x="139886" y="11528"/>
                  <a:pt x="139875" y="11636"/>
                  <a:pt x="139865" y="11741"/>
                </a:cubicBezTo>
                <a:cubicBezTo>
                  <a:pt x="139854" y="11779"/>
                  <a:pt x="139840" y="11818"/>
                  <a:pt x="139833" y="11853"/>
                </a:cubicBezTo>
                <a:cubicBezTo>
                  <a:pt x="139833" y="11854"/>
                  <a:pt x="139833" y="11855"/>
                  <a:pt x="139832" y="11855"/>
                </a:cubicBezTo>
                <a:cubicBezTo>
                  <a:pt x="139822" y="11855"/>
                  <a:pt x="139814" y="11489"/>
                  <a:pt x="139767" y="11012"/>
                </a:cubicBezTo>
                <a:close/>
                <a:moveTo>
                  <a:pt x="178984" y="11012"/>
                </a:moveTo>
                <a:lnTo>
                  <a:pt x="178984" y="11012"/>
                </a:lnTo>
                <a:cubicBezTo>
                  <a:pt x="179025" y="11130"/>
                  <a:pt x="179071" y="11267"/>
                  <a:pt x="179116" y="11410"/>
                </a:cubicBezTo>
                <a:cubicBezTo>
                  <a:pt x="179165" y="11553"/>
                  <a:pt x="179092" y="11636"/>
                  <a:pt x="179081" y="11741"/>
                </a:cubicBezTo>
                <a:cubicBezTo>
                  <a:pt x="179074" y="11779"/>
                  <a:pt x="179060" y="11818"/>
                  <a:pt x="179053" y="11853"/>
                </a:cubicBezTo>
                <a:cubicBezTo>
                  <a:pt x="179053" y="11854"/>
                  <a:pt x="179052" y="11855"/>
                  <a:pt x="179052" y="11855"/>
                </a:cubicBezTo>
                <a:cubicBezTo>
                  <a:pt x="179042" y="11855"/>
                  <a:pt x="179027" y="11489"/>
                  <a:pt x="178984" y="11012"/>
                </a:cubicBezTo>
                <a:close/>
                <a:moveTo>
                  <a:pt x="257490" y="11012"/>
                </a:moveTo>
                <a:lnTo>
                  <a:pt x="257490" y="11012"/>
                </a:lnTo>
                <a:cubicBezTo>
                  <a:pt x="257535" y="11130"/>
                  <a:pt x="257577" y="11267"/>
                  <a:pt x="257626" y="11410"/>
                </a:cubicBezTo>
                <a:cubicBezTo>
                  <a:pt x="257675" y="11553"/>
                  <a:pt x="257598" y="11636"/>
                  <a:pt x="257591" y="11741"/>
                </a:cubicBezTo>
                <a:cubicBezTo>
                  <a:pt x="257580" y="11779"/>
                  <a:pt x="257570" y="11818"/>
                  <a:pt x="257559" y="11853"/>
                </a:cubicBezTo>
                <a:cubicBezTo>
                  <a:pt x="257559" y="11854"/>
                  <a:pt x="257559" y="11855"/>
                  <a:pt x="257558" y="11855"/>
                </a:cubicBezTo>
                <a:cubicBezTo>
                  <a:pt x="257551" y="11855"/>
                  <a:pt x="257536" y="11489"/>
                  <a:pt x="257490" y="11012"/>
                </a:cubicBezTo>
                <a:close/>
                <a:moveTo>
                  <a:pt x="224824" y="11891"/>
                </a:moveTo>
                <a:lnTo>
                  <a:pt x="224838" y="11936"/>
                </a:lnTo>
                <a:cubicBezTo>
                  <a:pt x="224838" y="11947"/>
                  <a:pt x="224834" y="11954"/>
                  <a:pt x="224831" y="11961"/>
                </a:cubicBezTo>
                <a:cubicBezTo>
                  <a:pt x="224827" y="11936"/>
                  <a:pt x="224827" y="11915"/>
                  <a:pt x="224824" y="11891"/>
                </a:cubicBezTo>
                <a:close/>
                <a:moveTo>
                  <a:pt x="28609" y="11894"/>
                </a:moveTo>
                <a:lnTo>
                  <a:pt x="28609" y="11894"/>
                </a:lnTo>
                <a:cubicBezTo>
                  <a:pt x="28616" y="11908"/>
                  <a:pt x="28620" y="11922"/>
                  <a:pt x="28620" y="11936"/>
                </a:cubicBezTo>
                <a:cubicBezTo>
                  <a:pt x="28620" y="11947"/>
                  <a:pt x="28620" y="11954"/>
                  <a:pt x="28616" y="11964"/>
                </a:cubicBezTo>
                <a:cubicBezTo>
                  <a:pt x="28616" y="11936"/>
                  <a:pt x="28609" y="11915"/>
                  <a:pt x="28609" y="11894"/>
                </a:cubicBezTo>
                <a:close/>
                <a:moveTo>
                  <a:pt x="67829" y="11887"/>
                </a:moveTo>
                <a:lnTo>
                  <a:pt x="67829" y="11887"/>
                </a:lnTo>
                <a:cubicBezTo>
                  <a:pt x="67829" y="11905"/>
                  <a:pt x="67833" y="11922"/>
                  <a:pt x="67840" y="11936"/>
                </a:cubicBezTo>
                <a:cubicBezTo>
                  <a:pt x="67840" y="11947"/>
                  <a:pt x="67836" y="11954"/>
                  <a:pt x="67833" y="11964"/>
                </a:cubicBezTo>
                <a:cubicBezTo>
                  <a:pt x="67829" y="11936"/>
                  <a:pt x="67829" y="11912"/>
                  <a:pt x="67829" y="11887"/>
                </a:cubicBezTo>
                <a:close/>
                <a:moveTo>
                  <a:pt x="107046" y="11887"/>
                </a:moveTo>
                <a:lnTo>
                  <a:pt x="107059" y="11936"/>
                </a:lnTo>
                <a:cubicBezTo>
                  <a:pt x="107052" y="11943"/>
                  <a:pt x="107052" y="11954"/>
                  <a:pt x="107052" y="11964"/>
                </a:cubicBezTo>
                <a:cubicBezTo>
                  <a:pt x="107049" y="11936"/>
                  <a:pt x="107049" y="11915"/>
                  <a:pt x="107046" y="11887"/>
                </a:cubicBezTo>
                <a:close/>
                <a:moveTo>
                  <a:pt x="146391" y="11894"/>
                </a:moveTo>
                <a:lnTo>
                  <a:pt x="146405" y="11936"/>
                </a:lnTo>
                <a:cubicBezTo>
                  <a:pt x="146398" y="11947"/>
                  <a:pt x="146398" y="11954"/>
                  <a:pt x="146394" y="11964"/>
                </a:cubicBezTo>
                <a:cubicBezTo>
                  <a:pt x="146394" y="11936"/>
                  <a:pt x="146391" y="11915"/>
                  <a:pt x="146391" y="11894"/>
                </a:cubicBezTo>
                <a:close/>
                <a:moveTo>
                  <a:pt x="185611" y="11888"/>
                </a:moveTo>
                <a:cubicBezTo>
                  <a:pt x="185612" y="11888"/>
                  <a:pt x="185615" y="11925"/>
                  <a:pt x="185618" y="11936"/>
                </a:cubicBezTo>
                <a:cubicBezTo>
                  <a:pt x="185621" y="11950"/>
                  <a:pt x="185614" y="11954"/>
                  <a:pt x="185614" y="11964"/>
                </a:cubicBezTo>
                <a:cubicBezTo>
                  <a:pt x="185614" y="11936"/>
                  <a:pt x="185611" y="11915"/>
                  <a:pt x="185611" y="11894"/>
                </a:cubicBezTo>
                <a:cubicBezTo>
                  <a:pt x="185611" y="11890"/>
                  <a:pt x="185611" y="11888"/>
                  <a:pt x="185611" y="11888"/>
                </a:cubicBezTo>
                <a:close/>
                <a:moveTo>
                  <a:pt x="264117" y="11894"/>
                </a:moveTo>
                <a:lnTo>
                  <a:pt x="264117" y="11894"/>
                </a:lnTo>
                <a:cubicBezTo>
                  <a:pt x="264120" y="11908"/>
                  <a:pt x="264124" y="11922"/>
                  <a:pt x="264127" y="11936"/>
                </a:cubicBezTo>
                <a:cubicBezTo>
                  <a:pt x="264127" y="11947"/>
                  <a:pt x="264120" y="11954"/>
                  <a:pt x="264120" y="11964"/>
                </a:cubicBezTo>
                <a:cubicBezTo>
                  <a:pt x="264120" y="11936"/>
                  <a:pt x="264117" y="11915"/>
                  <a:pt x="264117" y="11894"/>
                </a:cubicBezTo>
                <a:close/>
                <a:moveTo>
                  <a:pt x="277836" y="11905"/>
                </a:moveTo>
                <a:cubicBezTo>
                  <a:pt x="277840" y="11933"/>
                  <a:pt x="277844" y="11955"/>
                  <a:pt x="277847" y="11972"/>
                </a:cubicBezTo>
                <a:lnTo>
                  <a:pt x="277847" y="11972"/>
                </a:lnTo>
                <a:lnTo>
                  <a:pt x="277836" y="11922"/>
                </a:lnTo>
                <a:lnTo>
                  <a:pt x="277836" y="11905"/>
                </a:lnTo>
                <a:close/>
                <a:moveTo>
                  <a:pt x="2804" y="9652"/>
                </a:moveTo>
                <a:lnTo>
                  <a:pt x="3000" y="10241"/>
                </a:lnTo>
                <a:cubicBezTo>
                  <a:pt x="3160" y="11305"/>
                  <a:pt x="3296" y="12009"/>
                  <a:pt x="3296" y="12009"/>
                </a:cubicBezTo>
                <a:lnTo>
                  <a:pt x="2825" y="9742"/>
                </a:lnTo>
                <a:cubicBezTo>
                  <a:pt x="2815" y="9714"/>
                  <a:pt x="2808" y="9683"/>
                  <a:pt x="2804" y="9652"/>
                </a:cubicBezTo>
                <a:close/>
                <a:moveTo>
                  <a:pt x="23743" y="10457"/>
                </a:moveTo>
                <a:lnTo>
                  <a:pt x="23743" y="10457"/>
                </a:lnTo>
                <a:cubicBezTo>
                  <a:pt x="23719" y="11068"/>
                  <a:pt x="23667" y="11992"/>
                  <a:pt x="23586" y="12808"/>
                </a:cubicBezTo>
                <a:cubicBezTo>
                  <a:pt x="23534" y="12487"/>
                  <a:pt x="23492" y="12097"/>
                  <a:pt x="23454" y="11689"/>
                </a:cubicBezTo>
                <a:cubicBezTo>
                  <a:pt x="23555" y="11232"/>
                  <a:pt x="23653" y="10817"/>
                  <a:pt x="23743" y="10457"/>
                </a:cubicBezTo>
                <a:close/>
                <a:moveTo>
                  <a:pt x="37340" y="12229"/>
                </a:moveTo>
                <a:lnTo>
                  <a:pt x="37340" y="12229"/>
                </a:lnTo>
                <a:cubicBezTo>
                  <a:pt x="37371" y="12369"/>
                  <a:pt x="37399" y="12508"/>
                  <a:pt x="37434" y="12651"/>
                </a:cubicBezTo>
                <a:cubicBezTo>
                  <a:pt x="37427" y="12704"/>
                  <a:pt x="37424" y="12756"/>
                  <a:pt x="37417" y="12808"/>
                </a:cubicBezTo>
                <a:cubicBezTo>
                  <a:pt x="37392" y="12630"/>
                  <a:pt x="37368" y="12439"/>
                  <a:pt x="37340" y="12229"/>
                </a:cubicBezTo>
                <a:close/>
                <a:moveTo>
                  <a:pt x="62963" y="10457"/>
                </a:moveTo>
                <a:lnTo>
                  <a:pt x="62963" y="10457"/>
                </a:lnTo>
                <a:cubicBezTo>
                  <a:pt x="62932" y="11075"/>
                  <a:pt x="62886" y="11992"/>
                  <a:pt x="62806" y="12808"/>
                </a:cubicBezTo>
                <a:cubicBezTo>
                  <a:pt x="62754" y="12487"/>
                  <a:pt x="62712" y="12097"/>
                  <a:pt x="62674" y="11689"/>
                </a:cubicBezTo>
                <a:cubicBezTo>
                  <a:pt x="62771" y="11235"/>
                  <a:pt x="62869" y="10817"/>
                  <a:pt x="62963" y="10457"/>
                </a:cubicBezTo>
                <a:close/>
                <a:moveTo>
                  <a:pt x="76560" y="12229"/>
                </a:moveTo>
                <a:lnTo>
                  <a:pt x="76560" y="12229"/>
                </a:lnTo>
                <a:cubicBezTo>
                  <a:pt x="76588" y="12365"/>
                  <a:pt x="76619" y="12508"/>
                  <a:pt x="76650" y="12651"/>
                </a:cubicBezTo>
                <a:lnTo>
                  <a:pt x="76636" y="12808"/>
                </a:lnTo>
                <a:cubicBezTo>
                  <a:pt x="76612" y="12630"/>
                  <a:pt x="76584" y="12439"/>
                  <a:pt x="76560" y="12229"/>
                </a:cubicBezTo>
                <a:close/>
                <a:moveTo>
                  <a:pt x="102183" y="10457"/>
                </a:moveTo>
                <a:lnTo>
                  <a:pt x="102183" y="10457"/>
                </a:lnTo>
                <a:cubicBezTo>
                  <a:pt x="102152" y="11075"/>
                  <a:pt x="102099" y="11992"/>
                  <a:pt x="102026" y="12808"/>
                </a:cubicBezTo>
                <a:cubicBezTo>
                  <a:pt x="101974" y="12487"/>
                  <a:pt x="101925" y="12097"/>
                  <a:pt x="101887" y="11689"/>
                </a:cubicBezTo>
                <a:cubicBezTo>
                  <a:pt x="101988" y="11235"/>
                  <a:pt x="102089" y="10817"/>
                  <a:pt x="102183" y="10457"/>
                </a:cubicBezTo>
                <a:close/>
                <a:moveTo>
                  <a:pt x="115776" y="12229"/>
                </a:moveTo>
                <a:lnTo>
                  <a:pt x="115776" y="12229"/>
                </a:lnTo>
                <a:cubicBezTo>
                  <a:pt x="115808" y="12365"/>
                  <a:pt x="115839" y="12508"/>
                  <a:pt x="115870" y="12651"/>
                </a:cubicBezTo>
                <a:lnTo>
                  <a:pt x="115856" y="12808"/>
                </a:lnTo>
                <a:cubicBezTo>
                  <a:pt x="115825" y="12630"/>
                  <a:pt x="115801" y="12439"/>
                  <a:pt x="115776" y="12229"/>
                </a:cubicBezTo>
                <a:close/>
                <a:moveTo>
                  <a:pt x="141525" y="10457"/>
                </a:moveTo>
                <a:cubicBezTo>
                  <a:pt x="141497" y="11068"/>
                  <a:pt x="141445" y="11992"/>
                  <a:pt x="141368" y="12808"/>
                </a:cubicBezTo>
                <a:cubicBezTo>
                  <a:pt x="141319" y="12487"/>
                  <a:pt x="141270" y="12097"/>
                  <a:pt x="141232" y="11689"/>
                </a:cubicBezTo>
                <a:cubicBezTo>
                  <a:pt x="141333" y="11232"/>
                  <a:pt x="141434" y="10817"/>
                  <a:pt x="141525" y="10457"/>
                </a:cubicBezTo>
                <a:close/>
                <a:moveTo>
                  <a:pt x="155118" y="12229"/>
                </a:moveTo>
                <a:lnTo>
                  <a:pt x="155118" y="12229"/>
                </a:lnTo>
                <a:cubicBezTo>
                  <a:pt x="155150" y="12365"/>
                  <a:pt x="155184" y="12508"/>
                  <a:pt x="155216" y="12651"/>
                </a:cubicBezTo>
                <a:cubicBezTo>
                  <a:pt x="155212" y="12704"/>
                  <a:pt x="155202" y="12756"/>
                  <a:pt x="155198" y="12808"/>
                </a:cubicBezTo>
                <a:cubicBezTo>
                  <a:pt x="155170" y="12630"/>
                  <a:pt x="155146" y="12439"/>
                  <a:pt x="155118" y="12229"/>
                </a:cubicBezTo>
                <a:close/>
                <a:moveTo>
                  <a:pt x="180745" y="10457"/>
                </a:moveTo>
                <a:cubicBezTo>
                  <a:pt x="180717" y="11068"/>
                  <a:pt x="180665" y="11992"/>
                  <a:pt x="180588" y="12808"/>
                </a:cubicBezTo>
                <a:cubicBezTo>
                  <a:pt x="180536" y="12487"/>
                  <a:pt x="180490" y="12097"/>
                  <a:pt x="180452" y="11689"/>
                </a:cubicBezTo>
                <a:cubicBezTo>
                  <a:pt x="180553" y="11232"/>
                  <a:pt x="180651" y="10817"/>
                  <a:pt x="180745" y="10457"/>
                </a:cubicBezTo>
                <a:close/>
                <a:moveTo>
                  <a:pt x="194338" y="12229"/>
                </a:moveTo>
                <a:lnTo>
                  <a:pt x="194338" y="12229"/>
                </a:lnTo>
                <a:cubicBezTo>
                  <a:pt x="194369" y="12365"/>
                  <a:pt x="194397" y="12508"/>
                  <a:pt x="194429" y="12651"/>
                </a:cubicBezTo>
                <a:lnTo>
                  <a:pt x="194418" y="12808"/>
                </a:lnTo>
                <a:cubicBezTo>
                  <a:pt x="194390" y="12630"/>
                  <a:pt x="194366" y="12439"/>
                  <a:pt x="194338" y="12229"/>
                </a:cubicBezTo>
                <a:close/>
                <a:moveTo>
                  <a:pt x="219961" y="10457"/>
                </a:moveTo>
                <a:lnTo>
                  <a:pt x="219961" y="10457"/>
                </a:lnTo>
                <a:cubicBezTo>
                  <a:pt x="219934" y="11068"/>
                  <a:pt x="219885" y="11992"/>
                  <a:pt x="219804" y="12808"/>
                </a:cubicBezTo>
                <a:cubicBezTo>
                  <a:pt x="219752" y="12484"/>
                  <a:pt x="219710" y="12097"/>
                  <a:pt x="219668" y="11689"/>
                </a:cubicBezTo>
                <a:cubicBezTo>
                  <a:pt x="219770" y="11232"/>
                  <a:pt x="219867" y="10817"/>
                  <a:pt x="219961" y="10457"/>
                </a:cubicBezTo>
                <a:close/>
                <a:moveTo>
                  <a:pt x="233558" y="12229"/>
                </a:moveTo>
                <a:lnTo>
                  <a:pt x="233649" y="12651"/>
                </a:lnTo>
                <a:lnTo>
                  <a:pt x="233635" y="12808"/>
                </a:lnTo>
                <a:cubicBezTo>
                  <a:pt x="233607" y="12630"/>
                  <a:pt x="233579" y="12439"/>
                  <a:pt x="233558" y="12229"/>
                </a:cubicBezTo>
                <a:close/>
                <a:moveTo>
                  <a:pt x="259251" y="10457"/>
                </a:moveTo>
                <a:lnTo>
                  <a:pt x="259251" y="10457"/>
                </a:lnTo>
                <a:cubicBezTo>
                  <a:pt x="259227" y="11075"/>
                  <a:pt x="259174" y="11992"/>
                  <a:pt x="259094" y="12808"/>
                </a:cubicBezTo>
                <a:cubicBezTo>
                  <a:pt x="259042" y="12487"/>
                  <a:pt x="259000" y="12097"/>
                  <a:pt x="258958" y="11689"/>
                </a:cubicBezTo>
                <a:cubicBezTo>
                  <a:pt x="259059" y="11235"/>
                  <a:pt x="259160" y="10817"/>
                  <a:pt x="259251" y="10457"/>
                </a:cubicBezTo>
                <a:close/>
                <a:moveTo>
                  <a:pt x="272848" y="12229"/>
                </a:moveTo>
                <a:cubicBezTo>
                  <a:pt x="272876" y="12365"/>
                  <a:pt x="272907" y="12508"/>
                  <a:pt x="272938" y="12655"/>
                </a:cubicBezTo>
                <a:lnTo>
                  <a:pt x="272924" y="12808"/>
                </a:lnTo>
                <a:cubicBezTo>
                  <a:pt x="272900" y="12634"/>
                  <a:pt x="272872" y="12439"/>
                  <a:pt x="272848" y="12229"/>
                </a:cubicBezTo>
                <a:close/>
                <a:moveTo>
                  <a:pt x="253803" y="13248"/>
                </a:moveTo>
                <a:cubicBezTo>
                  <a:pt x="253798" y="13262"/>
                  <a:pt x="253796" y="13275"/>
                  <a:pt x="253796" y="13288"/>
                </a:cubicBezTo>
                <a:lnTo>
                  <a:pt x="253796" y="13288"/>
                </a:lnTo>
                <a:cubicBezTo>
                  <a:pt x="253795" y="13284"/>
                  <a:pt x="253794" y="13280"/>
                  <a:pt x="253792" y="13276"/>
                </a:cubicBezTo>
                <a:cubicBezTo>
                  <a:pt x="253796" y="13265"/>
                  <a:pt x="253796" y="13258"/>
                  <a:pt x="253803" y="13248"/>
                </a:cubicBezTo>
                <a:close/>
                <a:moveTo>
                  <a:pt x="57508" y="13265"/>
                </a:moveTo>
                <a:lnTo>
                  <a:pt x="57508" y="13289"/>
                </a:lnTo>
                <a:lnTo>
                  <a:pt x="57508" y="13289"/>
                </a:lnTo>
                <a:cubicBezTo>
                  <a:pt x="57507" y="13285"/>
                  <a:pt x="57504" y="13280"/>
                  <a:pt x="57504" y="13276"/>
                </a:cubicBezTo>
                <a:cubicBezTo>
                  <a:pt x="57506" y="13272"/>
                  <a:pt x="57507" y="13268"/>
                  <a:pt x="57508" y="13265"/>
                </a:cubicBezTo>
                <a:close/>
                <a:moveTo>
                  <a:pt x="10321" y="12812"/>
                </a:moveTo>
                <a:cubicBezTo>
                  <a:pt x="10339" y="12888"/>
                  <a:pt x="10360" y="12965"/>
                  <a:pt x="10377" y="13045"/>
                </a:cubicBezTo>
                <a:cubicBezTo>
                  <a:pt x="10394" y="13122"/>
                  <a:pt x="10339" y="13206"/>
                  <a:pt x="10321" y="13290"/>
                </a:cubicBezTo>
                <a:cubicBezTo>
                  <a:pt x="10300" y="13206"/>
                  <a:pt x="10283" y="13122"/>
                  <a:pt x="10258" y="13045"/>
                </a:cubicBezTo>
                <a:cubicBezTo>
                  <a:pt x="10283" y="12965"/>
                  <a:pt x="10300" y="12888"/>
                  <a:pt x="10321" y="12812"/>
                </a:cubicBezTo>
                <a:close/>
                <a:moveTo>
                  <a:pt x="49534" y="12812"/>
                </a:moveTo>
                <a:cubicBezTo>
                  <a:pt x="49555" y="12888"/>
                  <a:pt x="49576" y="12965"/>
                  <a:pt x="49597" y="13045"/>
                </a:cubicBezTo>
                <a:cubicBezTo>
                  <a:pt x="49618" y="13122"/>
                  <a:pt x="49555" y="13206"/>
                  <a:pt x="49534" y="13290"/>
                </a:cubicBezTo>
                <a:cubicBezTo>
                  <a:pt x="49517" y="13206"/>
                  <a:pt x="49496" y="13122"/>
                  <a:pt x="49478" y="13045"/>
                </a:cubicBezTo>
                <a:cubicBezTo>
                  <a:pt x="49496" y="12965"/>
                  <a:pt x="49517" y="12888"/>
                  <a:pt x="49534" y="12812"/>
                </a:cubicBezTo>
                <a:close/>
                <a:moveTo>
                  <a:pt x="88754" y="12812"/>
                </a:moveTo>
                <a:cubicBezTo>
                  <a:pt x="88775" y="12888"/>
                  <a:pt x="88792" y="12965"/>
                  <a:pt x="88817" y="13045"/>
                </a:cubicBezTo>
                <a:cubicBezTo>
                  <a:pt x="88838" y="13122"/>
                  <a:pt x="88771" y="13206"/>
                  <a:pt x="88754" y="13290"/>
                </a:cubicBezTo>
                <a:cubicBezTo>
                  <a:pt x="88737" y="13206"/>
                  <a:pt x="88716" y="13126"/>
                  <a:pt x="88691" y="13045"/>
                </a:cubicBezTo>
                <a:cubicBezTo>
                  <a:pt x="88716" y="12965"/>
                  <a:pt x="88737" y="12888"/>
                  <a:pt x="88754" y="12812"/>
                </a:cubicBezTo>
                <a:close/>
                <a:moveTo>
                  <a:pt x="128100" y="12812"/>
                </a:moveTo>
                <a:cubicBezTo>
                  <a:pt x="128117" y="12888"/>
                  <a:pt x="128138" y="12965"/>
                  <a:pt x="128155" y="13045"/>
                </a:cubicBezTo>
                <a:cubicBezTo>
                  <a:pt x="128173" y="13122"/>
                  <a:pt x="128117" y="13206"/>
                  <a:pt x="128100" y="13290"/>
                </a:cubicBezTo>
                <a:cubicBezTo>
                  <a:pt x="128079" y="13206"/>
                  <a:pt x="128061" y="13126"/>
                  <a:pt x="128037" y="13045"/>
                </a:cubicBezTo>
                <a:cubicBezTo>
                  <a:pt x="128061" y="12965"/>
                  <a:pt x="128079" y="12888"/>
                  <a:pt x="128100" y="12812"/>
                </a:cubicBezTo>
                <a:close/>
                <a:moveTo>
                  <a:pt x="167312" y="12812"/>
                </a:moveTo>
                <a:cubicBezTo>
                  <a:pt x="167337" y="12888"/>
                  <a:pt x="167354" y="12965"/>
                  <a:pt x="167375" y="13045"/>
                </a:cubicBezTo>
                <a:cubicBezTo>
                  <a:pt x="167396" y="13122"/>
                  <a:pt x="167337" y="13206"/>
                  <a:pt x="167312" y="13290"/>
                </a:cubicBezTo>
                <a:cubicBezTo>
                  <a:pt x="167299" y="13206"/>
                  <a:pt x="167281" y="13122"/>
                  <a:pt x="167257" y="13045"/>
                </a:cubicBezTo>
                <a:cubicBezTo>
                  <a:pt x="167274" y="12965"/>
                  <a:pt x="167295" y="12888"/>
                  <a:pt x="167312" y="12812"/>
                </a:cubicBezTo>
                <a:close/>
                <a:moveTo>
                  <a:pt x="206532" y="12812"/>
                </a:moveTo>
                <a:cubicBezTo>
                  <a:pt x="206553" y="12888"/>
                  <a:pt x="206571" y="12965"/>
                  <a:pt x="206595" y="13045"/>
                </a:cubicBezTo>
                <a:cubicBezTo>
                  <a:pt x="206616" y="13122"/>
                  <a:pt x="206553" y="13206"/>
                  <a:pt x="206532" y="13290"/>
                </a:cubicBezTo>
                <a:cubicBezTo>
                  <a:pt x="206515" y="13206"/>
                  <a:pt x="206494" y="13122"/>
                  <a:pt x="206477" y="13045"/>
                </a:cubicBezTo>
                <a:cubicBezTo>
                  <a:pt x="206494" y="12965"/>
                  <a:pt x="206515" y="12888"/>
                  <a:pt x="206532" y="12812"/>
                </a:cubicBezTo>
                <a:close/>
                <a:moveTo>
                  <a:pt x="245826" y="12812"/>
                </a:moveTo>
                <a:cubicBezTo>
                  <a:pt x="245843" y="12888"/>
                  <a:pt x="245864" y="12965"/>
                  <a:pt x="245885" y="13045"/>
                </a:cubicBezTo>
                <a:cubicBezTo>
                  <a:pt x="245902" y="13122"/>
                  <a:pt x="245843" y="13206"/>
                  <a:pt x="245826" y="13290"/>
                </a:cubicBezTo>
                <a:lnTo>
                  <a:pt x="245766" y="13045"/>
                </a:lnTo>
                <a:cubicBezTo>
                  <a:pt x="245787" y="12965"/>
                  <a:pt x="245805" y="12888"/>
                  <a:pt x="245826" y="12812"/>
                </a:cubicBezTo>
                <a:close/>
                <a:moveTo>
                  <a:pt x="18295" y="13248"/>
                </a:moveTo>
                <a:cubicBezTo>
                  <a:pt x="18295" y="13265"/>
                  <a:pt x="18291" y="13283"/>
                  <a:pt x="18291" y="13300"/>
                </a:cubicBezTo>
                <a:lnTo>
                  <a:pt x="18291" y="13276"/>
                </a:lnTo>
                <a:cubicBezTo>
                  <a:pt x="18291" y="13265"/>
                  <a:pt x="18291" y="13258"/>
                  <a:pt x="18295" y="13248"/>
                </a:cubicBezTo>
                <a:close/>
                <a:moveTo>
                  <a:pt x="96728" y="13248"/>
                </a:moveTo>
                <a:lnTo>
                  <a:pt x="96728" y="13300"/>
                </a:lnTo>
                <a:cubicBezTo>
                  <a:pt x="96724" y="13293"/>
                  <a:pt x="96724" y="13283"/>
                  <a:pt x="96724" y="13276"/>
                </a:cubicBezTo>
                <a:cubicBezTo>
                  <a:pt x="96724" y="13265"/>
                  <a:pt x="96728" y="13258"/>
                  <a:pt x="96728" y="13248"/>
                </a:cubicBezTo>
                <a:close/>
                <a:moveTo>
                  <a:pt x="136073" y="13248"/>
                </a:moveTo>
                <a:cubicBezTo>
                  <a:pt x="136073" y="13265"/>
                  <a:pt x="136073" y="13283"/>
                  <a:pt x="136070" y="13300"/>
                </a:cubicBezTo>
                <a:lnTo>
                  <a:pt x="136070" y="13276"/>
                </a:lnTo>
                <a:cubicBezTo>
                  <a:pt x="136070" y="13265"/>
                  <a:pt x="136070" y="13258"/>
                  <a:pt x="136073" y="13248"/>
                </a:cubicBezTo>
                <a:close/>
                <a:moveTo>
                  <a:pt x="175293" y="13248"/>
                </a:moveTo>
                <a:cubicBezTo>
                  <a:pt x="175290" y="13265"/>
                  <a:pt x="175290" y="13283"/>
                  <a:pt x="175290" y="13300"/>
                </a:cubicBezTo>
                <a:cubicBezTo>
                  <a:pt x="175290" y="13293"/>
                  <a:pt x="175290" y="13283"/>
                  <a:pt x="175283" y="13276"/>
                </a:cubicBezTo>
                <a:cubicBezTo>
                  <a:pt x="175290" y="13265"/>
                  <a:pt x="175290" y="13258"/>
                  <a:pt x="175293" y="13248"/>
                </a:cubicBezTo>
                <a:close/>
                <a:moveTo>
                  <a:pt x="214510" y="13248"/>
                </a:moveTo>
                <a:lnTo>
                  <a:pt x="214510" y="13300"/>
                </a:lnTo>
                <a:cubicBezTo>
                  <a:pt x="214510" y="13293"/>
                  <a:pt x="214503" y="13283"/>
                  <a:pt x="214503" y="13276"/>
                </a:cubicBezTo>
                <a:cubicBezTo>
                  <a:pt x="214503" y="13265"/>
                  <a:pt x="214510" y="13258"/>
                  <a:pt x="214510" y="13248"/>
                </a:cubicBezTo>
                <a:close/>
                <a:moveTo>
                  <a:pt x="279513" y="12194"/>
                </a:moveTo>
                <a:lnTo>
                  <a:pt x="279513" y="12194"/>
                </a:lnTo>
                <a:cubicBezTo>
                  <a:pt x="279653" y="12752"/>
                  <a:pt x="279806" y="13464"/>
                  <a:pt x="279956" y="14217"/>
                </a:cubicBezTo>
                <a:cubicBezTo>
                  <a:pt x="279859" y="14898"/>
                  <a:pt x="279813" y="15313"/>
                  <a:pt x="279813" y="15313"/>
                </a:cubicBezTo>
                <a:cubicBezTo>
                  <a:pt x="279740" y="14657"/>
                  <a:pt x="279642" y="14043"/>
                  <a:pt x="279531" y="13464"/>
                </a:cubicBezTo>
                <a:cubicBezTo>
                  <a:pt x="279534" y="13021"/>
                  <a:pt x="279527" y="12599"/>
                  <a:pt x="279513" y="12194"/>
                </a:cubicBezTo>
                <a:close/>
                <a:moveTo>
                  <a:pt x="62189" y="0"/>
                </a:moveTo>
                <a:cubicBezTo>
                  <a:pt x="62189" y="0"/>
                  <a:pt x="62642" y="806"/>
                  <a:pt x="63246" y="2250"/>
                </a:cubicBezTo>
                <a:cubicBezTo>
                  <a:pt x="63138" y="3436"/>
                  <a:pt x="63204" y="4957"/>
                  <a:pt x="63340" y="6439"/>
                </a:cubicBezTo>
                <a:cubicBezTo>
                  <a:pt x="63295" y="6417"/>
                  <a:pt x="63245" y="6407"/>
                  <a:pt x="63195" y="6407"/>
                </a:cubicBezTo>
                <a:cubicBezTo>
                  <a:pt x="63156" y="6407"/>
                  <a:pt x="63118" y="6413"/>
                  <a:pt x="63082" y="6425"/>
                </a:cubicBezTo>
                <a:cubicBezTo>
                  <a:pt x="63082" y="6425"/>
                  <a:pt x="63246" y="6565"/>
                  <a:pt x="63413" y="7179"/>
                </a:cubicBezTo>
                <a:cubicBezTo>
                  <a:pt x="63431" y="7360"/>
                  <a:pt x="63452" y="7538"/>
                  <a:pt x="63472" y="7716"/>
                </a:cubicBezTo>
                <a:cubicBezTo>
                  <a:pt x="63225" y="7329"/>
                  <a:pt x="62949" y="6955"/>
                  <a:pt x="62656" y="6600"/>
                </a:cubicBezTo>
                <a:cubicBezTo>
                  <a:pt x="62580" y="6425"/>
                  <a:pt x="62506" y="6254"/>
                  <a:pt x="62433" y="6094"/>
                </a:cubicBezTo>
                <a:cubicBezTo>
                  <a:pt x="62824" y="5201"/>
                  <a:pt x="63103" y="4702"/>
                  <a:pt x="63103" y="4702"/>
                </a:cubicBezTo>
                <a:lnTo>
                  <a:pt x="63103" y="4702"/>
                </a:lnTo>
                <a:cubicBezTo>
                  <a:pt x="62789" y="5012"/>
                  <a:pt x="62503" y="5354"/>
                  <a:pt x="62255" y="5721"/>
                </a:cubicBezTo>
                <a:cubicBezTo>
                  <a:pt x="62185" y="5588"/>
                  <a:pt x="62119" y="5459"/>
                  <a:pt x="62053" y="5340"/>
                </a:cubicBezTo>
                <a:cubicBezTo>
                  <a:pt x="62014" y="5232"/>
                  <a:pt x="61962" y="5131"/>
                  <a:pt x="61899" y="5040"/>
                </a:cubicBezTo>
                <a:cubicBezTo>
                  <a:pt x="61896" y="5047"/>
                  <a:pt x="61896" y="5054"/>
                  <a:pt x="61896" y="5065"/>
                </a:cubicBezTo>
                <a:cubicBezTo>
                  <a:pt x="61338" y="4109"/>
                  <a:pt x="60877" y="3631"/>
                  <a:pt x="60794" y="3551"/>
                </a:cubicBezTo>
                <a:lnTo>
                  <a:pt x="60794" y="3551"/>
                </a:lnTo>
                <a:cubicBezTo>
                  <a:pt x="60867" y="3628"/>
                  <a:pt x="61209" y="4039"/>
                  <a:pt x="61739" y="5623"/>
                </a:cubicBezTo>
                <a:cubicBezTo>
                  <a:pt x="61080" y="5016"/>
                  <a:pt x="60609" y="4789"/>
                  <a:pt x="60609" y="4789"/>
                </a:cubicBezTo>
                <a:lnTo>
                  <a:pt x="60609" y="4789"/>
                </a:lnTo>
                <a:cubicBezTo>
                  <a:pt x="60999" y="5128"/>
                  <a:pt x="61355" y="5546"/>
                  <a:pt x="61687" y="6010"/>
                </a:cubicBezTo>
                <a:cubicBezTo>
                  <a:pt x="61568" y="6132"/>
                  <a:pt x="61184" y="6558"/>
                  <a:pt x="60738" y="7342"/>
                </a:cubicBezTo>
                <a:lnTo>
                  <a:pt x="60710" y="7294"/>
                </a:lnTo>
                <a:cubicBezTo>
                  <a:pt x="60679" y="6718"/>
                  <a:pt x="60668" y="6334"/>
                  <a:pt x="60668" y="6334"/>
                </a:cubicBezTo>
                <a:cubicBezTo>
                  <a:pt x="60560" y="6505"/>
                  <a:pt x="60483" y="6694"/>
                  <a:pt x="60441" y="6893"/>
                </a:cubicBezTo>
                <a:cubicBezTo>
                  <a:pt x="60222" y="6586"/>
                  <a:pt x="59977" y="6300"/>
                  <a:pt x="59712" y="6034"/>
                </a:cubicBezTo>
                <a:lnTo>
                  <a:pt x="59712" y="6034"/>
                </a:lnTo>
                <a:cubicBezTo>
                  <a:pt x="59712" y="6035"/>
                  <a:pt x="59977" y="6512"/>
                  <a:pt x="60354" y="7370"/>
                </a:cubicBezTo>
                <a:cubicBezTo>
                  <a:pt x="60347" y="7388"/>
                  <a:pt x="60347" y="7412"/>
                  <a:pt x="60344" y="7430"/>
                </a:cubicBezTo>
                <a:cubicBezTo>
                  <a:pt x="60250" y="7323"/>
                  <a:pt x="60147" y="7261"/>
                  <a:pt x="60034" y="7261"/>
                </a:cubicBezTo>
                <a:cubicBezTo>
                  <a:pt x="59998" y="7261"/>
                  <a:pt x="59962" y="7267"/>
                  <a:pt x="59925" y="7280"/>
                </a:cubicBezTo>
                <a:cubicBezTo>
                  <a:pt x="59925" y="7280"/>
                  <a:pt x="60117" y="7447"/>
                  <a:pt x="60291" y="8208"/>
                </a:cubicBezTo>
                <a:lnTo>
                  <a:pt x="60277" y="8235"/>
                </a:lnTo>
                <a:cubicBezTo>
                  <a:pt x="60173" y="8354"/>
                  <a:pt x="60065" y="8480"/>
                  <a:pt x="59957" y="8619"/>
                </a:cubicBezTo>
                <a:cubicBezTo>
                  <a:pt x="59929" y="7956"/>
                  <a:pt x="59841" y="7402"/>
                  <a:pt x="59660" y="7067"/>
                </a:cubicBezTo>
                <a:cubicBezTo>
                  <a:pt x="59702" y="6174"/>
                  <a:pt x="59698" y="5326"/>
                  <a:pt x="59611" y="4643"/>
                </a:cubicBezTo>
                <a:cubicBezTo>
                  <a:pt x="60068" y="3582"/>
                  <a:pt x="60399" y="3000"/>
                  <a:pt x="60399" y="3000"/>
                </a:cubicBezTo>
                <a:lnTo>
                  <a:pt x="60399" y="3000"/>
                </a:lnTo>
                <a:cubicBezTo>
                  <a:pt x="60068" y="3321"/>
                  <a:pt x="59768" y="3677"/>
                  <a:pt x="59503" y="4053"/>
                </a:cubicBezTo>
                <a:cubicBezTo>
                  <a:pt x="59433" y="3771"/>
                  <a:pt x="59343" y="3540"/>
                  <a:pt x="59224" y="3370"/>
                </a:cubicBezTo>
                <a:cubicBezTo>
                  <a:pt x="59224" y="3370"/>
                  <a:pt x="59207" y="3837"/>
                  <a:pt x="59175" y="4542"/>
                </a:cubicBezTo>
                <a:cubicBezTo>
                  <a:pt x="58715" y="5281"/>
                  <a:pt x="58324" y="6062"/>
                  <a:pt x="58000" y="6872"/>
                </a:cubicBezTo>
                <a:lnTo>
                  <a:pt x="57919" y="6934"/>
                </a:lnTo>
                <a:cubicBezTo>
                  <a:pt x="57738" y="6348"/>
                  <a:pt x="57501" y="5916"/>
                  <a:pt x="57204" y="5860"/>
                </a:cubicBezTo>
                <a:cubicBezTo>
                  <a:pt x="57166" y="5738"/>
                  <a:pt x="57107" y="5623"/>
                  <a:pt x="57034" y="5518"/>
                </a:cubicBezTo>
                <a:cubicBezTo>
                  <a:pt x="57034" y="5518"/>
                  <a:pt x="57030" y="5651"/>
                  <a:pt x="57023" y="5871"/>
                </a:cubicBezTo>
                <a:cubicBezTo>
                  <a:pt x="57013" y="6125"/>
                  <a:pt x="56995" y="6495"/>
                  <a:pt x="56974" y="6931"/>
                </a:cubicBezTo>
                <a:lnTo>
                  <a:pt x="56929" y="6889"/>
                </a:lnTo>
                <a:lnTo>
                  <a:pt x="56929" y="6889"/>
                </a:lnTo>
                <a:cubicBezTo>
                  <a:pt x="56946" y="6913"/>
                  <a:pt x="56960" y="6938"/>
                  <a:pt x="56974" y="6966"/>
                </a:cubicBezTo>
                <a:cubicBezTo>
                  <a:pt x="56957" y="7273"/>
                  <a:pt x="56939" y="7608"/>
                  <a:pt x="56918" y="7960"/>
                </a:cubicBezTo>
                <a:cubicBezTo>
                  <a:pt x="56807" y="8092"/>
                  <a:pt x="56695" y="8239"/>
                  <a:pt x="56580" y="8392"/>
                </a:cubicBezTo>
                <a:cubicBezTo>
                  <a:pt x="56521" y="8305"/>
                  <a:pt x="56454" y="8221"/>
                  <a:pt x="56395" y="8138"/>
                </a:cubicBezTo>
                <a:cubicBezTo>
                  <a:pt x="56378" y="7796"/>
                  <a:pt x="56371" y="7580"/>
                  <a:pt x="56371" y="7580"/>
                </a:cubicBezTo>
                <a:cubicBezTo>
                  <a:pt x="56301" y="7684"/>
                  <a:pt x="56245" y="7796"/>
                  <a:pt x="56210" y="7918"/>
                </a:cubicBezTo>
                <a:cubicBezTo>
                  <a:pt x="56106" y="7785"/>
                  <a:pt x="56001" y="7667"/>
                  <a:pt x="55896" y="7555"/>
                </a:cubicBezTo>
                <a:cubicBezTo>
                  <a:pt x="56102" y="7123"/>
                  <a:pt x="56238" y="6889"/>
                  <a:pt x="56238" y="6889"/>
                </a:cubicBezTo>
                <a:lnTo>
                  <a:pt x="56238" y="6889"/>
                </a:lnTo>
                <a:cubicBezTo>
                  <a:pt x="56067" y="7053"/>
                  <a:pt x="55907" y="7227"/>
                  <a:pt x="55760" y="7416"/>
                </a:cubicBezTo>
                <a:cubicBezTo>
                  <a:pt x="55670" y="7318"/>
                  <a:pt x="55579" y="7231"/>
                  <a:pt x="55495" y="7154"/>
                </a:cubicBezTo>
                <a:cubicBezTo>
                  <a:pt x="55666" y="4011"/>
                  <a:pt x="56273" y="3499"/>
                  <a:pt x="56273" y="3499"/>
                </a:cubicBezTo>
                <a:cubicBezTo>
                  <a:pt x="56224" y="3482"/>
                  <a:pt x="56176" y="3474"/>
                  <a:pt x="56129" y="3474"/>
                </a:cubicBezTo>
                <a:cubicBezTo>
                  <a:pt x="55468" y="3474"/>
                  <a:pt x="55059" y="5055"/>
                  <a:pt x="54815" y="6600"/>
                </a:cubicBezTo>
                <a:cubicBezTo>
                  <a:pt x="54700" y="6516"/>
                  <a:pt x="54578" y="6443"/>
                  <a:pt x="54452" y="6376"/>
                </a:cubicBezTo>
                <a:lnTo>
                  <a:pt x="54452" y="6376"/>
                </a:lnTo>
                <a:cubicBezTo>
                  <a:pt x="54571" y="6481"/>
                  <a:pt x="54690" y="6596"/>
                  <a:pt x="54798" y="6715"/>
                </a:cubicBezTo>
                <a:lnTo>
                  <a:pt x="54745" y="7074"/>
                </a:lnTo>
                <a:cubicBezTo>
                  <a:pt x="54529" y="6690"/>
                  <a:pt x="54278" y="6324"/>
                  <a:pt x="53999" y="5982"/>
                </a:cubicBezTo>
                <a:cubicBezTo>
                  <a:pt x="53964" y="5571"/>
                  <a:pt x="53936" y="5155"/>
                  <a:pt x="53905" y="4747"/>
                </a:cubicBezTo>
                <a:cubicBezTo>
                  <a:pt x="53915" y="4730"/>
                  <a:pt x="53922" y="4716"/>
                  <a:pt x="53929" y="4699"/>
                </a:cubicBezTo>
                <a:lnTo>
                  <a:pt x="53929" y="4699"/>
                </a:lnTo>
                <a:lnTo>
                  <a:pt x="53905" y="4730"/>
                </a:lnTo>
                <a:cubicBezTo>
                  <a:pt x="53751" y="2567"/>
                  <a:pt x="53685" y="562"/>
                  <a:pt x="53685" y="562"/>
                </a:cubicBezTo>
                <a:cubicBezTo>
                  <a:pt x="53109" y="1371"/>
                  <a:pt x="53064" y="3408"/>
                  <a:pt x="53207" y="5546"/>
                </a:cubicBezTo>
                <a:cubicBezTo>
                  <a:pt x="53141" y="5633"/>
                  <a:pt x="53075" y="5721"/>
                  <a:pt x="53015" y="5811"/>
                </a:cubicBezTo>
                <a:cubicBezTo>
                  <a:pt x="52949" y="5483"/>
                  <a:pt x="52858" y="5218"/>
                  <a:pt x="52726" y="5033"/>
                </a:cubicBezTo>
                <a:cubicBezTo>
                  <a:pt x="52726" y="5033"/>
                  <a:pt x="52708" y="5574"/>
                  <a:pt x="52670" y="6355"/>
                </a:cubicBezTo>
                <a:lnTo>
                  <a:pt x="52604" y="6460"/>
                </a:lnTo>
                <a:lnTo>
                  <a:pt x="52443" y="6279"/>
                </a:lnTo>
                <a:cubicBezTo>
                  <a:pt x="51658" y="4556"/>
                  <a:pt x="50870" y="3739"/>
                  <a:pt x="50762" y="3635"/>
                </a:cubicBezTo>
                <a:lnTo>
                  <a:pt x="50762" y="3635"/>
                </a:lnTo>
                <a:cubicBezTo>
                  <a:pt x="50832" y="3704"/>
                  <a:pt x="51139" y="4081"/>
                  <a:pt x="51627" y="5487"/>
                </a:cubicBezTo>
                <a:cubicBezTo>
                  <a:pt x="51501" y="5375"/>
                  <a:pt x="51379" y="5285"/>
                  <a:pt x="51275" y="5204"/>
                </a:cubicBezTo>
                <a:cubicBezTo>
                  <a:pt x="51271" y="5096"/>
                  <a:pt x="51268" y="5033"/>
                  <a:pt x="51268" y="5033"/>
                </a:cubicBezTo>
                <a:cubicBezTo>
                  <a:pt x="51240" y="5072"/>
                  <a:pt x="51215" y="5107"/>
                  <a:pt x="51198" y="5148"/>
                </a:cubicBezTo>
                <a:cubicBezTo>
                  <a:pt x="51051" y="5044"/>
                  <a:pt x="50901" y="4950"/>
                  <a:pt x="50745" y="4866"/>
                </a:cubicBezTo>
                <a:lnTo>
                  <a:pt x="50745" y="4866"/>
                </a:lnTo>
                <a:cubicBezTo>
                  <a:pt x="50884" y="4988"/>
                  <a:pt x="51013" y="5117"/>
                  <a:pt x="51146" y="5257"/>
                </a:cubicBezTo>
                <a:cubicBezTo>
                  <a:pt x="51069" y="5435"/>
                  <a:pt x="51013" y="5619"/>
                  <a:pt x="50978" y="5811"/>
                </a:cubicBezTo>
                <a:cubicBezTo>
                  <a:pt x="50710" y="5410"/>
                  <a:pt x="50403" y="5037"/>
                  <a:pt x="50064" y="4699"/>
                </a:cubicBezTo>
                <a:lnTo>
                  <a:pt x="50064" y="4699"/>
                </a:lnTo>
                <a:cubicBezTo>
                  <a:pt x="50064" y="4699"/>
                  <a:pt x="50417" y="5330"/>
                  <a:pt x="50888" y="6457"/>
                </a:cubicBezTo>
                <a:cubicBezTo>
                  <a:pt x="50867" y="6704"/>
                  <a:pt x="50856" y="6976"/>
                  <a:pt x="50853" y="7259"/>
                </a:cubicBezTo>
                <a:cubicBezTo>
                  <a:pt x="50818" y="7259"/>
                  <a:pt x="50783" y="7262"/>
                  <a:pt x="50751" y="7276"/>
                </a:cubicBezTo>
                <a:cubicBezTo>
                  <a:pt x="50790" y="7315"/>
                  <a:pt x="50821" y="7360"/>
                  <a:pt x="50849" y="7405"/>
                </a:cubicBezTo>
                <a:cubicBezTo>
                  <a:pt x="50521" y="7824"/>
                  <a:pt x="50235" y="8270"/>
                  <a:pt x="49995" y="8741"/>
                </a:cubicBezTo>
                <a:cubicBezTo>
                  <a:pt x="49831" y="8434"/>
                  <a:pt x="49646" y="8138"/>
                  <a:pt x="49440" y="7859"/>
                </a:cubicBezTo>
                <a:cubicBezTo>
                  <a:pt x="49663" y="7555"/>
                  <a:pt x="49918" y="7276"/>
                  <a:pt x="50204" y="7029"/>
                </a:cubicBezTo>
                <a:lnTo>
                  <a:pt x="50204" y="7029"/>
                </a:lnTo>
                <a:cubicBezTo>
                  <a:pt x="50204" y="7029"/>
                  <a:pt x="49897" y="7175"/>
                  <a:pt x="49443" y="7555"/>
                </a:cubicBezTo>
                <a:cubicBezTo>
                  <a:pt x="49862" y="6359"/>
                  <a:pt x="50127" y="6041"/>
                  <a:pt x="50186" y="5982"/>
                </a:cubicBezTo>
                <a:lnTo>
                  <a:pt x="50186" y="5982"/>
                </a:lnTo>
                <a:cubicBezTo>
                  <a:pt x="50110" y="6055"/>
                  <a:pt x="49656" y="6523"/>
                  <a:pt x="49130" y="7475"/>
                </a:cubicBezTo>
                <a:cubicBezTo>
                  <a:pt x="49094" y="7430"/>
                  <a:pt x="49063" y="7403"/>
                  <a:pt x="49046" y="7386"/>
                </a:cubicBezTo>
                <a:lnTo>
                  <a:pt x="49046" y="7386"/>
                </a:lnTo>
                <a:cubicBezTo>
                  <a:pt x="49075" y="7418"/>
                  <a:pt x="49100" y="7454"/>
                  <a:pt x="49126" y="7489"/>
                </a:cubicBezTo>
                <a:cubicBezTo>
                  <a:pt x="49007" y="7698"/>
                  <a:pt x="48889" y="7939"/>
                  <a:pt x="48774" y="8197"/>
                </a:cubicBezTo>
                <a:cubicBezTo>
                  <a:pt x="48606" y="7921"/>
                  <a:pt x="48425" y="7660"/>
                  <a:pt x="48226" y="7405"/>
                </a:cubicBezTo>
                <a:cubicBezTo>
                  <a:pt x="48254" y="7360"/>
                  <a:pt x="48285" y="7315"/>
                  <a:pt x="48324" y="7276"/>
                </a:cubicBezTo>
                <a:cubicBezTo>
                  <a:pt x="48288" y="7264"/>
                  <a:pt x="48252" y="7259"/>
                  <a:pt x="48217" y="7259"/>
                </a:cubicBezTo>
                <a:cubicBezTo>
                  <a:pt x="48200" y="7259"/>
                  <a:pt x="48183" y="7260"/>
                  <a:pt x="48167" y="7262"/>
                </a:cubicBezTo>
                <a:cubicBezTo>
                  <a:pt x="48156" y="7070"/>
                  <a:pt x="48153" y="6959"/>
                  <a:pt x="48153" y="6959"/>
                </a:cubicBezTo>
                <a:lnTo>
                  <a:pt x="48139" y="6983"/>
                </a:lnTo>
                <a:cubicBezTo>
                  <a:pt x="48181" y="6122"/>
                  <a:pt x="48170" y="5302"/>
                  <a:pt x="48087" y="4639"/>
                </a:cubicBezTo>
                <a:cubicBezTo>
                  <a:pt x="48540" y="3579"/>
                  <a:pt x="48871" y="2993"/>
                  <a:pt x="48871" y="2993"/>
                </a:cubicBezTo>
                <a:lnTo>
                  <a:pt x="48871" y="2993"/>
                </a:lnTo>
                <a:cubicBezTo>
                  <a:pt x="48774" y="3091"/>
                  <a:pt x="48676" y="3195"/>
                  <a:pt x="48582" y="3300"/>
                </a:cubicBezTo>
                <a:lnTo>
                  <a:pt x="48742" y="2993"/>
                </a:lnTo>
                <a:lnTo>
                  <a:pt x="48742" y="2993"/>
                </a:lnTo>
                <a:cubicBezTo>
                  <a:pt x="48449" y="3279"/>
                  <a:pt x="48184" y="3589"/>
                  <a:pt x="47944" y="3917"/>
                </a:cubicBezTo>
                <a:cubicBezTo>
                  <a:pt x="47891" y="3722"/>
                  <a:pt x="47808" y="3534"/>
                  <a:pt x="47696" y="3366"/>
                </a:cubicBezTo>
                <a:cubicBezTo>
                  <a:pt x="47696" y="3366"/>
                  <a:pt x="47685" y="3739"/>
                  <a:pt x="47658" y="4329"/>
                </a:cubicBezTo>
                <a:cubicBezTo>
                  <a:pt x="47204" y="5019"/>
                  <a:pt x="46817" y="5752"/>
                  <a:pt x="46496" y="6512"/>
                </a:cubicBezTo>
                <a:lnTo>
                  <a:pt x="46405" y="6355"/>
                </a:lnTo>
                <a:cubicBezTo>
                  <a:pt x="46367" y="5574"/>
                  <a:pt x="46350" y="5033"/>
                  <a:pt x="46350" y="5033"/>
                </a:cubicBezTo>
                <a:cubicBezTo>
                  <a:pt x="46217" y="5218"/>
                  <a:pt x="46126" y="5483"/>
                  <a:pt x="46060" y="5811"/>
                </a:cubicBezTo>
                <a:cubicBezTo>
                  <a:pt x="45791" y="5410"/>
                  <a:pt x="45484" y="5040"/>
                  <a:pt x="45146" y="4699"/>
                </a:cubicBezTo>
                <a:lnTo>
                  <a:pt x="45146" y="4699"/>
                </a:lnTo>
                <a:cubicBezTo>
                  <a:pt x="45146" y="4699"/>
                  <a:pt x="45376" y="5110"/>
                  <a:pt x="45711" y="5860"/>
                </a:cubicBezTo>
                <a:lnTo>
                  <a:pt x="45680" y="5860"/>
                </a:lnTo>
                <a:cubicBezTo>
                  <a:pt x="45638" y="5738"/>
                  <a:pt x="45582" y="5623"/>
                  <a:pt x="45512" y="5518"/>
                </a:cubicBezTo>
                <a:cubicBezTo>
                  <a:pt x="45512" y="5518"/>
                  <a:pt x="45505" y="5651"/>
                  <a:pt x="45498" y="5871"/>
                </a:cubicBezTo>
                <a:cubicBezTo>
                  <a:pt x="45495" y="6034"/>
                  <a:pt x="45481" y="6244"/>
                  <a:pt x="45471" y="6488"/>
                </a:cubicBezTo>
                <a:cubicBezTo>
                  <a:pt x="45348" y="6411"/>
                  <a:pt x="45279" y="6376"/>
                  <a:pt x="45279" y="6376"/>
                </a:cubicBezTo>
                <a:lnTo>
                  <a:pt x="45279" y="6376"/>
                </a:lnTo>
                <a:cubicBezTo>
                  <a:pt x="45345" y="6436"/>
                  <a:pt x="45408" y="6495"/>
                  <a:pt x="45467" y="6558"/>
                </a:cubicBezTo>
                <a:cubicBezTo>
                  <a:pt x="45432" y="7262"/>
                  <a:pt x="45380" y="8235"/>
                  <a:pt x="45307" y="9184"/>
                </a:cubicBezTo>
                <a:cubicBezTo>
                  <a:pt x="45157" y="8884"/>
                  <a:pt x="45014" y="8619"/>
                  <a:pt x="44878" y="8396"/>
                </a:cubicBezTo>
                <a:cubicBezTo>
                  <a:pt x="44857" y="7904"/>
                  <a:pt x="44843" y="7580"/>
                  <a:pt x="44843" y="7580"/>
                </a:cubicBezTo>
                <a:cubicBezTo>
                  <a:pt x="44762" y="7695"/>
                  <a:pt x="44700" y="7852"/>
                  <a:pt x="44647" y="8040"/>
                </a:cubicBezTo>
                <a:cubicBezTo>
                  <a:pt x="44492" y="7806"/>
                  <a:pt x="44317" y="7585"/>
                  <a:pt x="44124" y="7385"/>
                </a:cubicBezTo>
                <a:lnTo>
                  <a:pt x="44124" y="7385"/>
                </a:lnTo>
                <a:cubicBezTo>
                  <a:pt x="44176" y="7441"/>
                  <a:pt x="44343" y="7655"/>
                  <a:pt x="44595" y="8284"/>
                </a:cubicBezTo>
                <a:cubicBezTo>
                  <a:pt x="44571" y="8417"/>
                  <a:pt x="44553" y="8556"/>
                  <a:pt x="44536" y="8710"/>
                </a:cubicBezTo>
                <a:lnTo>
                  <a:pt x="44379" y="8588"/>
                </a:lnTo>
                <a:cubicBezTo>
                  <a:pt x="44260" y="8204"/>
                  <a:pt x="44117" y="7904"/>
                  <a:pt x="43943" y="7761"/>
                </a:cubicBezTo>
                <a:cubicBezTo>
                  <a:pt x="44065" y="4081"/>
                  <a:pt x="44749" y="3499"/>
                  <a:pt x="44749" y="3499"/>
                </a:cubicBezTo>
                <a:cubicBezTo>
                  <a:pt x="44704" y="3484"/>
                  <a:pt x="44659" y="3477"/>
                  <a:pt x="44614" y="3477"/>
                </a:cubicBezTo>
                <a:cubicBezTo>
                  <a:pt x="44582" y="3477"/>
                  <a:pt x="44550" y="3481"/>
                  <a:pt x="44518" y="3488"/>
                </a:cubicBezTo>
                <a:cubicBezTo>
                  <a:pt x="44493" y="3484"/>
                  <a:pt x="44467" y="3481"/>
                  <a:pt x="44442" y="3481"/>
                </a:cubicBezTo>
                <a:cubicBezTo>
                  <a:pt x="43742" y="3481"/>
                  <a:pt x="43327" y="5238"/>
                  <a:pt x="43092" y="6858"/>
                </a:cubicBezTo>
                <a:cubicBezTo>
                  <a:pt x="42907" y="6551"/>
                  <a:pt x="42701" y="6258"/>
                  <a:pt x="42478" y="5982"/>
                </a:cubicBezTo>
                <a:cubicBezTo>
                  <a:pt x="42255" y="3418"/>
                  <a:pt x="42157" y="562"/>
                  <a:pt x="42157" y="562"/>
                </a:cubicBezTo>
                <a:cubicBezTo>
                  <a:pt x="42098" y="649"/>
                  <a:pt x="42049" y="743"/>
                  <a:pt x="42007" y="841"/>
                </a:cubicBezTo>
                <a:cubicBezTo>
                  <a:pt x="42000" y="663"/>
                  <a:pt x="41996" y="562"/>
                  <a:pt x="41996" y="562"/>
                </a:cubicBezTo>
                <a:cubicBezTo>
                  <a:pt x="41278" y="1580"/>
                  <a:pt x="41383" y="4535"/>
                  <a:pt x="41662" y="7189"/>
                </a:cubicBezTo>
                <a:lnTo>
                  <a:pt x="41651" y="7196"/>
                </a:lnTo>
                <a:cubicBezTo>
                  <a:pt x="41428" y="6875"/>
                  <a:pt x="41180" y="6568"/>
                  <a:pt x="40919" y="6279"/>
                </a:cubicBezTo>
                <a:cubicBezTo>
                  <a:pt x="40674" y="5731"/>
                  <a:pt x="40385" y="5204"/>
                  <a:pt x="40061" y="4702"/>
                </a:cubicBezTo>
                <a:cubicBezTo>
                  <a:pt x="39994" y="4433"/>
                  <a:pt x="39907" y="4210"/>
                  <a:pt x="39795" y="4046"/>
                </a:cubicBezTo>
                <a:cubicBezTo>
                  <a:pt x="39795" y="4046"/>
                  <a:pt x="39792" y="4137"/>
                  <a:pt x="39785" y="4297"/>
                </a:cubicBezTo>
                <a:cubicBezTo>
                  <a:pt x="39620" y="4067"/>
                  <a:pt x="39438" y="3847"/>
                  <a:pt x="39243" y="3644"/>
                </a:cubicBezTo>
                <a:lnTo>
                  <a:pt x="39243" y="3644"/>
                </a:lnTo>
                <a:cubicBezTo>
                  <a:pt x="39297" y="3702"/>
                  <a:pt x="39439" y="3884"/>
                  <a:pt x="39652" y="4336"/>
                </a:cubicBezTo>
                <a:cubicBezTo>
                  <a:pt x="39477" y="4092"/>
                  <a:pt x="39288" y="3861"/>
                  <a:pt x="39079" y="3644"/>
                </a:cubicBezTo>
                <a:lnTo>
                  <a:pt x="39079" y="3644"/>
                </a:lnTo>
                <a:cubicBezTo>
                  <a:pt x="39154" y="3724"/>
                  <a:pt x="39390" y="4031"/>
                  <a:pt x="39757" y="4978"/>
                </a:cubicBezTo>
                <a:cubicBezTo>
                  <a:pt x="39750" y="5051"/>
                  <a:pt x="39747" y="5128"/>
                  <a:pt x="39747" y="5201"/>
                </a:cubicBezTo>
                <a:cubicBezTo>
                  <a:pt x="39579" y="5075"/>
                  <a:pt x="39401" y="4964"/>
                  <a:pt x="39220" y="4866"/>
                </a:cubicBezTo>
                <a:lnTo>
                  <a:pt x="39220" y="4866"/>
                </a:lnTo>
                <a:cubicBezTo>
                  <a:pt x="39297" y="4936"/>
                  <a:pt x="39373" y="5009"/>
                  <a:pt x="39447" y="5082"/>
                </a:cubicBezTo>
                <a:cubicBezTo>
                  <a:pt x="39332" y="5002"/>
                  <a:pt x="39213" y="4929"/>
                  <a:pt x="39087" y="4866"/>
                </a:cubicBezTo>
                <a:lnTo>
                  <a:pt x="39087" y="4866"/>
                </a:lnTo>
                <a:cubicBezTo>
                  <a:pt x="39318" y="5068"/>
                  <a:pt x="39534" y="5291"/>
                  <a:pt x="39729" y="5529"/>
                </a:cubicBezTo>
                <a:cubicBezTo>
                  <a:pt x="39691" y="6338"/>
                  <a:pt x="39628" y="7381"/>
                  <a:pt x="39541" y="8375"/>
                </a:cubicBezTo>
                <a:cubicBezTo>
                  <a:pt x="39373" y="8574"/>
                  <a:pt x="39220" y="8787"/>
                  <a:pt x="39080" y="9006"/>
                </a:cubicBezTo>
                <a:cubicBezTo>
                  <a:pt x="38979" y="8832"/>
                  <a:pt x="38889" y="8678"/>
                  <a:pt x="38801" y="8546"/>
                </a:cubicBezTo>
                <a:cubicBezTo>
                  <a:pt x="38725" y="8103"/>
                  <a:pt x="38616" y="7670"/>
                  <a:pt x="38473" y="7245"/>
                </a:cubicBezTo>
                <a:cubicBezTo>
                  <a:pt x="38735" y="6868"/>
                  <a:pt x="39042" y="6523"/>
                  <a:pt x="39384" y="6216"/>
                </a:cubicBezTo>
                <a:lnTo>
                  <a:pt x="39384" y="6216"/>
                </a:lnTo>
                <a:cubicBezTo>
                  <a:pt x="39384" y="6216"/>
                  <a:pt x="38962" y="6425"/>
                  <a:pt x="38362" y="6976"/>
                </a:cubicBezTo>
                <a:lnTo>
                  <a:pt x="38348" y="6945"/>
                </a:lnTo>
                <a:cubicBezTo>
                  <a:pt x="38822" y="5539"/>
                  <a:pt x="39129" y="5169"/>
                  <a:pt x="39192" y="5103"/>
                </a:cubicBezTo>
                <a:lnTo>
                  <a:pt x="39192" y="5103"/>
                </a:lnTo>
                <a:cubicBezTo>
                  <a:pt x="39115" y="5180"/>
                  <a:pt x="38662" y="5651"/>
                  <a:pt x="38125" y="6596"/>
                </a:cubicBezTo>
                <a:lnTo>
                  <a:pt x="38086" y="6558"/>
                </a:lnTo>
                <a:cubicBezTo>
                  <a:pt x="38083" y="6411"/>
                  <a:pt x="38076" y="6331"/>
                  <a:pt x="38076" y="6331"/>
                </a:cubicBezTo>
                <a:cubicBezTo>
                  <a:pt x="38076" y="6331"/>
                  <a:pt x="38020" y="6425"/>
                  <a:pt x="37989" y="6477"/>
                </a:cubicBezTo>
                <a:cubicBezTo>
                  <a:pt x="37931" y="6442"/>
                  <a:pt x="37865" y="6424"/>
                  <a:pt x="37799" y="6424"/>
                </a:cubicBezTo>
                <a:cubicBezTo>
                  <a:pt x="37761" y="6424"/>
                  <a:pt x="37722" y="6430"/>
                  <a:pt x="37685" y="6443"/>
                </a:cubicBezTo>
                <a:cubicBezTo>
                  <a:pt x="37685" y="6443"/>
                  <a:pt x="37769" y="6512"/>
                  <a:pt x="37880" y="6777"/>
                </a:cubicBezTo>
                <a:cubicBezTo>
                  <a:pt x="37835" y="6938"/>
                  <a:pt x="37800" y="7098"/>
                  <a:pt x="37776" y="7262"/>
                </a:cubicBezTo>
                <a:cubicBezTo>
                  <a:pt x="37675" y="7472"/>
                  <a:pt x="37577" y="7695"/>
                  <a:pt x="37479" y="7935"/>
                </a:cubicBezTo>
                <a:cubicBezTo>
                  <a:pt x="37343" y="8099"/>
                  <a:pt x="37214" y="8277"/>
                  <a:pt x="37078" y="8476"/>
                </a:cubicBezTo>
                <a:cubicBezTo>
                  <a:pt x="37064" y="8232"/>
                  <a:pt x="37061" y="8082"/>
                  <a:pt x="37061" y="8082"/>
                </a:cubicBezTo>
                <a:cubicBezTo>
                  <a:pt x="37005" y="8166"/>
                  <a:pt x="36960" y="8256"/>
                  <a:pt x="36925" y="8354"/>
                </a:cubicBezTo>
                <a:lnTo>
                  <a:pt x="36838" y="8361"/>
                </a:lnTo>
                <a:cubicBezTo>
                  <a:pt x="37019" y="6701"/>
                  <a:pt x="37117" y="4904"/>
                  <a:pt x="36953" y="3638"/>
                </a:cubicBezTo>
                <a:cubicBezTo>
                  <a:pt x="37430" y="2533"/>
                  <a:pt x="37776" y="1919"/>
                  <a:pt x="37776" y="1919"/>
                </a:cubicBezTo>
                <a:lnTo>
                  <a:pt x="37776" y="1919"/>
                </a:lnTo>
                <a:cubicBezTo>
                  <a:pt x="37431" y="2257"/>
                  <a:pt x="37117" y="2630"/>
                  <a:pt x="36834" y="3024"/>
                </a:cubicBezTo>
                <a:cubicBezTo>
                  <a:pt x="36761" y="2731"/>
                  <a:pt x="36663" y="2494"/>
                  <a:pt x="36538" y="2313"/>
                </a:cubicBezTo>
                <a:cubicBezTo>
                  <a:pt x="36538" y="2313"/>
                  <a:pt x="36524" y="2798"/>
                  <a:pt x="36489" y="3540"/>
                </a:cubicBezTo>
                <a:cubicBezTo>
                  <a:pt x="35979" y="4336"/>
                  <a:pt x="35543" y="5239"/>
                  <a:pt x="35170" y="6177"/>
                </a:cubicBezTo>
                <a:cubicBezTo>
                  <a:pt x="35006" y="5637"/>
                  <a:pt x="34807" y="5215"/>
                  <a:pt x="34563" y="5044"/>
                </a:cubicBezTo>
                <a:cubicBezTo>
                  <a:pt x="34514" y="4887"/>
                  <a:pt x="34448" y="4737"/>
                  <a:pt x="34358" y="4604"/>
                </a:cubicBezTo>
                <a:cubicBezTo>
                  <a:pt x="34358" y="4604"/>
                  <a:pt x="34354" y="4737"/>
                  <a:pt x="34344" y="4964"/>
                </a:cubicBezTo>
                <a:cubicBezTo>
                  <a:pt x="34335" y="4963"/>
                  <a:pt x="34326" y="4963"/>
                  <a:pt x="34317" y="4963"/>
                </a:cubicBezTo>
                <a:cubicBezTo>
                  <a:pt x="34275" y="4963"/>
                  <a:pt x="34234" y="4969"/>
                  <a:pt x="34194" y="4981"/>
                </a:cubicBezTo>
                <a:cubicBezTo>
                  <a:pt x="34194" y="4981"/>
                  <a:pt x="34249" y="5030"/>
                  <a:pt x="34337" y="5197"/>
                </a:cubicBezTo>
                <a:cubicBezTo>
                  <a:pt x="34309" y="5815"/>
                  <a:pt x="34256" y="6854"/>
                  <a:pt x="34183" y="7935"/>
                </a:cubicBezTo>
                <a:cubicBezTo>
                  <a:pt x="34058" y="8110"/>
                  <a:pt x="33942" y="8291"/>
                  <a:pt x="33834" y="8480"/>
                </a:cubicBezTo>
                <a:lnTo>
                  <a:pt x="33761" y="8532"/>
                </a:lnTo>
                <a:cubicBezTo>
                  <a:pt x="33744" y="8239"/>
                  <a:pt x="33730" y="7963"/>
                  <a:pt x="33716" y="7726"/>
                </a:cubicBezTo>
                <a:cubicBezTo>
                  <a:pt x="33823" y="7521"/>
                  <a:pt x="33895" y="7429"/>
                  <a:pt x="33930" y="7391"/>
                </a:cubicBezTo>
                <a:lnTo>
                  <a:pt x="33930" y="7391"/>
                </a:lnTo>
                <a:cubicBezTo>
                  <a:pt x="33892" y="7430"/>
                  <a:pt x="33798" y="7529"/>
                  <a:pt x="33712" y="7632"/>
                </a:cubicBezTo>
                <a:cubicBezTo>
                  <a:pt x="33691" y="7133"/>
                  <a:pt x="33681" y="6805"/>
                  <a:pt x="33681" y="6805"/>
                </a:cubicBezTo>
                <a:cubicBezTo>
                  <a:pt x="33639" y="6861"/>
                  <a:pt x="33604" y="6927"/>
                  <a:pt x="33576" y="6994"/>
                </a:cubicBezTo>
                <a:cubicBezTo>
                  <a:pt x="33552" y="6125"/>
                  <a:pt x="33433" y="5407"/>
                  <a:pt x="33175" y="5033"/>
                </a:cubicBezTo>
                <a:cubicBezTo>
                  <a:pt x="33175" y="5033"/>
                  <a:pt x="33137" y="6202"/>
                  <a:pt x="33050" y="7597"/>
                </a:cubicBezTo>
                <a:cubicBezTo>
                  <a:pt x="32997" y="7451"/>
                  <a:pt x="32927" y="7311"/>
                  <a:pt x="32844" y="7179"/>
                </a:cubicBezTo>
                <a:cubicBezTo>
                  <a:pt x="32833" y="6429"/>
                  <a:pt x="32757" y="5780"/>
                  <a:pt x="32593" y="5344"/>
                </a:cubicBezTo>
                <a:cubicBezTo>
                  <a:pt x="32791" y="4925"/>
                  <a:pt x="32920" y="4699"/>
                  <a:pt x="32920" y="4699"/>
                </a:cubicBezTo>
                <a:lnTo>
                  <a:pt x="32920" y="4699"/>
                </a:lnTo>
                <a:cubicBezTo>
                  <a:pt x="32770" y="4842"/>
                  <a:pt x="32634" y="4992"/>
                  <a:pt x="32505" y="5152"/>
                </a:cubicBezTo>
                <a:cubicBezTo>
                  <a:pt x="32484" y="5110"/>
                  <a:pt x="32460" y="5072"/>
                  <a:pt x="32436" y="5033"/>
                </a:cubicBezTo>
                <a:cubicBezTo>
                  <a:pt x="32436" y="5033"/>
                  <a:pt x="32432" y="5110"/>
                  <a:pt x="32425" y="5239"/>
                </a:cubicBezTo>
                <a:cubicBezTo>
                  <a:pt x="32279" y="5424"/>
                  <a:pt x="32139" y="5609"/>
                  <a:pt x="32003" y="5811"/>
                </a:cubicBezTo>
                <a:cubicBezTo>
                  <a:pt x="31989" y="5759"/>
                  <a:pt x="31979" y="5707"/>
                  <a:pt x="31968" y="5654"/>
                </a:cubicBezTo>
                <a:cubicBezTo>
                  <a:pt x="32631" y="4263"/>
                  <a:pt x="33419" y="3059"/>
                  <a:pt x="34371" y="2232"/>
                </a:cubicBezTo>
                <a:lnTo>
                  <a:pt x="34371" y="2232"/>
                </a:lnTo>
                <a:cubicBezTo>
                  <a:pt x="34371" y="2233"/>
                  <a:pt x="32851" y="2969"/>
                  <a:pt x="31288" y="5274"/>
                </a:cubicBezTo>
                <a:cubicBezTo>
                  <a:pt x="31089" y="5005"/>
                  <a:pt x="30869" y="4754"/>
                  <a:pt x="30629" y="4521"/>
                </a:cubicBezTo>
                <a:lnTo>
                  <a:pt x="30629" y="4521"/>
                </a:lnTo>
                <a:cubicBezTo>
                  <a:pt x="30629" y="4521"/>
                  <a:pt x="30831" y="4873"/>
                  <a:pt x="31128" y="5518"/>
                </a:cubicBezTo>
                <a:cubicBezTo>
                  <a:pt x="30856" y="5940"/>
                  <a:pt x="30604" y="6376"/>
                  <a:pt x="30378" y="6823"/>
                </a:cubicBezTo>
                <a:cubicBezTo>
                  <a:pt x="30165" y="6498"/>
                  <a:pt x="29956" y="6212"/>
                  <a:pt x="29750" y="5951"/>
                </a:cubicBezTo>
                <a:cubicBezTo>
                  <a:pt x="30472" y="4015"/>
                  <a:pt x="31100" y="2902"/>
                  <a:pt x="31100" y="2902"/>
                </a:cubicBezTo>
                <a:lnTo>
                  <a:pt x="31100" y="2902"/>
                </a:lnTo>
                <a:cubicBezTo>
                  <a:pt x="30409" y="3575"/>
                  <a:pt x="29820" y="4454"/>
                  <a:pt x="29314" y="5435"/>
                </a:cubicBezTo>
                <a:cubicBezTo>
                  <a:pt x="28302" y="4311"/>
                  <a:pt x="27490" y="3914"/>
                  <a:pt x="27490" y="3914"/>
                </a:cubicBezTo>
                <a:lnTo>
                  <a:pt x="27490" y="3914"/>
                </a:lnTo>
                <a:cubicBezTo>
                  <a:pt x="28002" y="4364"/>
                  <a:pt x="28463" y="4929"/>
                  <a:pt x="28878" y="5584"/>
                </a:cubicBezTo>
                <a:cubicBezTo>
                  <a:pt x="28634" y="5721"/>
                  <a:pt x="28438" y="6111"/>
                  <a:pt x="28274" y="6627"/>
                </a:cubicBezTo>
                <a:cubicBezTo>
                  <a:pt x="28229" y="6680"/>
                  <a:pt x="28166" y="6749"/>
                  <a:pt x="28093" y="6840"/>
                </a:cubicBezTo>
                <a:cubicBezTo>
                  <a:pt x="28041" y="6226"/>
                  <a:pt x="27926" y="5724"/>
                  <a:pt x="27723" y="5435"/>
                </a:cubicBezTo>
                <a:cubicBezTo>
                  <a:pt x="27723" y="5435"/>
                  <a:pt x="27692" y="6338"/>
                  <a:pt x="27626" y="7492"/>
                </a:cubicBezTo>
                <a:cubicBezTo>
                  <a:pt x="27573" y="7576"/>
                  <a:pt x="27521" y="7660"/>
                  <a:pt x="27469" y="7751"/>
                </a:cubicBezTo>
                <a:cubicBezTo>
                  <a:pt x="27378" y="7615"/>
                  <a:pt x="27280" y="7489"/>
                  <a:pt x="27183" y="7367"/>
                </a:cubicBezTo>
                <a:cubicBezTo>
                  <a:pt x="27064" y="5940"/>
                  <a:pt x="26994" y="4475"/>
                  <a:pt x="26959" y="3656"/>
                </a:cubicBezTo>
                <a:cubicBezTo>
                  <a:pt x="27054" y="3471"/>
                  <a:pt x="27120" y="3411"/>
                  <a:pt x="27120" y="3411"/>
                </a:cubicBezTo>
                <a:cubicBezTo>
                  <a:pt x="27074" y="3400"/>
                  <a:pt x="27027" y="3393"/>
                  <a:pt x="26979" y="3393"/>
                </a:cubicBezTo>
                <a:cubicBezTo>
                  <a:pt x="26969" y="3393"/>
                  <a:pt x="26959" y="3393"/>
                  <a:pt x="26949" y="3394"/>
                </a:cubicBezTo>
                <a:cubicBezTo>
                  <a:pt x="26938" y="3143"/>
                  <a:pt x="26931" y="2993"/>
                  <a:pt x="26931" y="2993"/>
                </a:cubicBezTo>
                <a:cubicBezTo>
                  <a:pt x="26834" y="3146"/>
                  <a:pt x="26757" y="3310"/>
                  <a:pt x="26705" y="3481"/>
                </a:cubicBezTo>
                <a:cubicBezTo>
                  <a:pt x="26488" y="3638"/>
                  <a:pt x="26304" y="3970"/>
                  <a:pt x="26143" y="4413"/>
                </a:cubicBezTo>
                <a:cubicBezTo>
                  <a:pt x="26101" y="4280"/>
                  <a:pt x="26042" y="4158"/>
                  <a:pt x="25965" y="4046"/>
                </a:cubicBezTo>
                <a:cubicBezTo>
                  <a:pt x="25965" y="4046"/>
                  <a:pt x="25951" y="4388"/>
                  <a:pt x="25927" y="4929"/>
                </a:cubicBezTo>
                <a:cubicBezTo>
                  <a:pt x="25543" y="3949"/>
                  <a:pt x="25100" y="3000"/>
                  <a:pt x="24591" y="2145"/>
                </a:cubicBezTo>
                <a:cubicBezTo>
                  <a:pt x="24539" y="1141"/>
                  <a:pt x="24518" y="457"/>
                  <a:pt x="24518" y="457"/>
                </a:cubicBezTo>
                <a:cubicBezTo>
                  <a:pt x="24350" y="691"/>
                  <a:pt x="24228" y="1033"/>
                  <a:pt x="24141" y="1448"/>
                </a:cubicBezTo>
                <a:cubicBezTo>
                  <a:pt x="23796" y="931"/>
                  <a:pt x="23401" y="450"/>
                  <a:pt x="22962" y="18"/>
                </a:cubicBezTo>
                <a:lnTo>
                  <a:pt x="22962" y="18"/>
                </a:lnTo>
                <a:cubicBezTo>
                  <a:pt x="22962" y="18"/>
                  <a:pt x="23415" y="823"/>
                  <a:pt x="24026" y="2267"/>
                </a:cubicBezTo>
                <a:cubicBezTo>
                  <a:pt x="23911" y="3453"/>
                  <a:pt x="23981" y="4974"/>
                  <a:pt x="24117" y="6457"/>
                </a:cubicBezTo>
                <a:cubicBezTo>
                  <a:pt x="24069" y="6435"/>
                  <a:pt x="24018" y="6424"/>
                  <a:pt x="23968" y="6424"/>
                </a:cubicBezTo>
                <a:cubicBezTo>
                  <a:pt x="23930" y="6424"/>
                  <a:pt x="23891" y="6430"/>
                  <a:pt x="23855" y="6443"/>
                </a:cubicBezTo>
                <a:cubicBezTo>
                  <a:pt x="23855" y="6443"/>
                  <a:pt x="24019" y="6582"/>
                  <a:pt x="24186" y="7196"/>
                </a:cubicBezTo>
                <a:cubicBezTo>
                  <a:pt x="24207" y="7377"/>
                  <a:pt x="24225" y="7555"/>
                  <a:pt x="24246" y="7733"/>
                </a:cubicBezTo>
                <a:cubicBezTo>
                  <a:pt x="24001" y="7339"/>
                  <a:pt x="23733" y="6959"/>
                  <a:pt x="23440" y="6596"/>
                </a:cubicBezTo>
                <a:cubicBezTo>
                  <a:pt x="23367" y="6422"/>
                  <a:pt x="23293" y="6251"/>
                  <a:pt x="23213" y="6090"/>
                </a:cubicBezTo>
                <a:cubicBezTo>
                  <a:pt x="23607" y="5197"/>
                  <a:pt x="23886" y="4699"/>
                  <a:pt x="23886" y="4699"/>
                </a:cubicBezTo>
                <a:lnTo>
                  <a:pt x="23886" y="4699"/>
                </a:lnTo>
                <a:cubicBezTo>
                  <a:pt x="23569" y="5009"/>
                  <a:pt x="23286" y="5351"/>
                  <a:pt x="23035" y="5714"/>
                </a:cubicBezTo>
                <a:cubicBezTo>
                  <a:pt x="22969" y="5584"/>
                  <a:pt x="22899" y="5452"/>
                  <a:pt x="22833" y="5337"/>
                </a:cubicBezTo>
                <a:cubicBezTo>
                  <a:pt x="22795" y="5229"/>
                  <a:pt x="22746" y="5128"/>
                  <a:pt x="22683" y="5033"/>
                </a:cubicBezTo>
                <a:lnTo>
                  <a:pt x="22683" y="5061"/>
                </a:lnTo>
                <a:cubicBezTo>
                  <a:pt x="22118" y="4106"/>
                  <a:pt x="21657" y="3628"/>
                  <a:pt x="21577" y="3547"/>
                </a:cubicBezTo>
                <a:lnTo>
                  <a:pt x="21577" y="3547"/>
                </a:lnTo>
                <a:cubicBezTo>
                  <a:pt x="21647" y="3621"/>
                  <a:pt x="21989" y="4036"/>
                  <a:pt x="22519" y="5619"/>
                </a:cubicBezTo>
                <a:cubicBezTo>
                  <a:pt x="21863" y="5012"/>
                  <a:pt x="21396" y="4786"/>
                  <a:pt x="21396" y="4786"/>
                </a:cubicBezTo>
                <a:lnTo>
                  <a:pt x="21396" y="4786"/>
                </a:lnTo>
                <a:cubicBezTo>
                  <a:pt x="21783" y="5121"/>
                  <a:pt x="22135" y="5539"/>
                  <a:pt x="22467" y="6007"/>
                </a:cubicBezTo>
                <a:cubicBezTo>
                  <a:pt x="22352" y="6129"/>
                  <a:pt x="21968" y="6551"/>
                  <a:pt x="21518" y="7335"/>
                </a:cubicBezTo>
                <a:lnTo>
                  <a:pt x="21490" y="7290"/>
                </a:lnTo>
                <a:cubicBezTo>
                  <a:pt x="21466" y="6715"/>
                  <a:pt x="21452" y="6331"/>
                  <a:pt x="21452" y="6331"/>
                </a:cubicBezTo>
                <a:cubicBezTo>
                  <a:pt x="21351" y="6470"/>
                  <a:pt x="21277" y="6662"/>
                  <a:pt x="21221" y="6889"/>
                </a:cubicBezTo>
                <a:cubicBezTo>
                  <a:pt x="21002" y="6582"/>
                  <a:pt x="20761" y="6296"/>
                  <a:pt x="20492" y="6034"/>
                </a:cubicBezTo>
                <a:lnTo>
                  <a:pt x="20492" y="6034"/>
                </a:lnTo>
                <a:cubicBezTo>
                  <a:pt x="20492" y="6035"/>
                  <a:pt x="20765" y="6512"/>
                  <a:pt x="21134" y="7370"/>
                </a:cubicBezTo>
                <a:cubicBezTo>
                  <a:pt x="21134" y="7388"/>
                  <a:pt x="21131" y="7412"/>
                  <a:pt x="21131" y="7430"/>
                </a:cubicBezTo>
                <a:cubicBezTo>
                  <a:pt x="21032" y="7323"/>
                  <a:pt x="20928" y="7261"/>
                  <a:pt x="20814" y="7261"/>
                </a:cubicBezTo>
                <a:cubicBezTo>
                  <a:pt x="20779" y="7261"/>
                  <a:pt x="20742" y="7267"/>
                  <a:pt x="20705" y="7280"/>
                </a:cubicBezTo>
                <a:cubicBezTo>
                  <a:pt x="20705" y="7280"/>
                  <a:pt x="20904" y="7447"/>
                  <a:pt x="21071" y="8208"/>
                </a:cubicBezTo>
                <a:lnTo>
                  <a:pt x="21058" y="8235"/>
                </a:lnTo>
                <a:cubicBezTo>
                  <a:pt x="20956" y="8354"/>
                  <a:pt x="20845" y="8480"/>
                  <a:pt x="20737" y="8619"/>
                </a:cubicBezTo>
                <a:cubicBezTo>
                  <a:pt x="20709" y="7956"/>
                  <a:pt x="20621" y="7402"/>
                  <a:pt x="20444" y="7067"/>
                </a:cubicBezTo>
                <a:cubicBezTo>
                  <a:pt x="20489" y="6174"/>
                  <a:pt x="20478" y="5326"/>
                  <a:pt x="20391" y="4643"/>
                </a:cubicBezTo>
                <a:cubicBezTo>
                  <a:pt x="20852" y="3582"/>
                  <a:pt x="21183" y="3000"/>
                  <a:pt x="21183" y="3000"/>
                </a:cubicBezTo>
                <a:lnTo>
                  <a:pt x="21183" y="3000"/>
                </a:lnTo>
                <a:cubicBezTo>
                  <a:pt x="20852" y="3321"/>
                  <a:pt x="20552" y="3677"/>
                  <a:pt x="20287" y="4053"/>
                </a:cubicBezTo>
                <a:cubicBezTo>
                  <a:pt x="20217" y="3771"/>
                  <a:pt x="20126" y="3540"/>
                  <a:pt x="20004" y="3370"/>
                </a:cubicBezTo>
                <a:cubicBezTo>
                  <a:pt x="20004" y="3370"/>
                  <a:pt x="19990" y="3837"/>
                  <a:pt x="19955" y="4542"/>
                </a:cubicBezTo>
                <a:cubicBezTo>
                  <a:pt x="19498" y="5281"/>
                  <a:pt x="19104" y="6059"/>
                  <a:pt x="18783" y="6872"/>
                </a:cubicBezTo>
                <a:lnTo>
                  <a:pt x="18700" y="6934"/>
                </a:lnTo>
                <a:cubicBezTo>
                  <a:pt x="18518" y="6348"/>
                  <a:pt x="18281" y="5916"/>
                  <a:pt x="17991" y="5860"/>
                </a:cubicBezTo>
                <a:cubicBezTo>
                  <a:pt x="17950" y="5738"/>
                  <a:pt x="17890" y="5623"/>
                  <a:pt x="17821" y="5518"/>
                </a:cubicBezTo>
                <a:cubicBezTo>
                  <a:pt x="17821" y="5518"/>
                  <a:pt x="17817" y="5651"/>
                  <a:pt x="17807" y="5871"/>
                </a:cubicBezTo>
                <a:cubicBezTo>
                  <a:pt x="17793" y="6125"/>
                  <a:pt x="17782" y="6495"/>
                  <a:pt x="17758" y="6931"/>
                </a:cubicBezTo>
                <a:lnTo>
                  <a:pt x="17712" y="6889"/>
                </a:lnTo>
                <a:lnTo>
                  <a:pt x="17712" y="6889"/>
                </a:lnTo>
                <a:cubicBezTo>
                  <a:pt x="17726" y="6913"/>
                  <a:pt x="17740" y="6938"/>
                  <a:pt x="17754" y="6966"/>
                </a:cubicBezTo>
                <a:cubicBezTo>
                  <a:pt x="17740" y="7273"/>
                  <a:pt x="17719" y="7608"/>
                  <a:pt x="17698" y="7960"/>
                </a:cubicBezTo>
                <a:cubicBezTo>
                  <a:pt x="17590" y="8092"/>
                  <a:pt x="17475" y="8239"/>
                  <a:pt x="17367" y="8392"/>
                </a:cubicBezTo>
                <a:lnTo>
                  <a:pt x="17175" y="8138"/>
                </a:lnTo>
                <a:cubicBezTo>
                  <a:pt x="17158" y="7796"/>
                  <a:pt x="17154" y="7580"/>
                  <a:pt x="17154" y="7580"/>
                </a:cubicBezTo>
                <a:cubicBezTo>
                  <a:pt x="17081" y="7684"/>
                  <a:pt x="17029" y="7796"/>
                  <a:pt x="16994" y="7918"/>
                </a:cubicBezTo>
                <a:cubicBezTo>
                  <a:pt x="16886" y="7785"/>
                  <a:pt x="16781" y="7667"/>
                  <a:pt x="16683" y="7555"/>
                </a:cubicBezTo>
                <a:cubicBezTo>
                  <a:pt x="16882" y="7123"/>
                  <a:pt x="17018" y="6889"/>
                  <a:pt x="17018" y="6889"/>
                </a:cubicBezTo>
                <a:lnTo>
                  <a:pt x="17018" y="6889"/>
                </a:lnTo>
                <a:cubicBezTo>
                  <a:pt x="16847" y="7053"/>
                  <a:pt x="16690" y="7227"/>
                  <a:pt x="16544" y="7416"/>
                </a:cubicBezTo>
                <a:cubicBezTo>
                  <a:pt x="16450" y="7318"/>
                  <a:pt x="16363" y="7231"/>
                  <a:pt x="16275" y="7154"/>
                </a:cubicBezTo>
                <a:cubicBezTo>
                  <a:pt x="16446" y="4011"/>
                  <a:pt x="17057" y="3499"/>
                  <a:pt x="17057" y="3499"/>
                </a:cubicBezTo>
                <a:cubicBezTo>
                  <a:pt x="17007" y="3482"/>
                  <a:pt x="16959" y="3474"/>
                  <a:pt x="16912" y="3474"/>
                </a:cubicBezTo>
                <a:cubicBezTo>
                  <a:pt x="16248" y="3474"/>
                  <a:pt x="15840" y="5055"/>
                  <a:pt x="15599" y="6600"/>
                </a:cubicBezTo>
                <a:cubicBezTo>
                  <a:pt x="15484" y="6516"/>
                  <a:pt x="15361" y="6443"/>
                  <a:pt x="15236" y="6376"/>
                </a:cubicBezTo>
                <a:lnTo>
                  <a:pt x="15236" y="6376"/>
                </a:lnTo>
                <a:cubicBezTo>
                  <a:pt x="15358" y="6481"/>
                  <a:pt x="15470" y="6596"/>
                  <a:pt x="15585" y="6715"/>
                </a:cubicBezTo>
                <a:cubicBezTo>
                  <a:pt x="15560" y="6837"/>
                  <a:pt x="15543" y="6952"/>
                  <a:pt x="15532" y="7074"/>
                </a:cubicBezTo>
                <a:cubicBezTo>
                  <a:pt x="15309" y="6694"/>
                  <a:pt x="15062" y="6327"/>
                  <a:pt x="14786" y="5982"/>
                </a:cubicBezTo>
                <a:cubicBezTo>
                  <a:pt x="14748" y="5571"/>
                  <a:pt x="14716" y="5155"/>
                  <a:pt x="14688" y="4747"/>
                </a:cubicBezTo>
                <a:lnTo>
                  <a:pt x="14713" y="4699"/>
                </a:lnTo>
                <a:lnTo>
                  <a:pt x="14685" y="4730"/>
                </a:lnTo>
                <a:cubicBezTo>
                  <a:pt x="14531" y="2567"/>
                  <a:pt x="14465" y="562"/>
                  <a:pt x="14465" y="562"/>
                </a:cubicBezTo>
                <a:cubicBezTo>
                  <a:pt x="13896" y="1371"/>
                  <a:pt x="13844" y="3408"/>
                  <a:pt x="13987" y="5546"/>
                </a:cubicBezTo>
                <a:cubicBezTo>
                  <a:pt x="13921" y="5633"/>
                  <a:pt x="13862" y="5721"/>
                  <a:pt x="13799" y="5811"/>
                </a:cubicBezTo>
                <a:cubicBezTo>
                  <a:pt x="13729" y="5483"/>
                  <a:pt x="13638" y="5218"/>
                  <a:pt x="13506" y="5033"/>
                </a:cubicBezTo>
                <a:cubicBezTo>
                  <a:pt x="13506" y="5033"/>
                  <a:pt x="13488" y="5574"/>
                  <a:pt x="13450" y="6355"/>
                </a:cubicBezTo>
                <a:cubicBezTo>
                  <a:pt x="13429" y="6390"/>
                  <a:pt x="13408" y="6425"/>
                  <a:pt x="13391" y="6460"/>
                </a:cubicBezTo>
                <a:lnTo>
                  <a:pt x="13223" y="6279"/>
                </a:lnTo>
                <a:cubicBezTo>
                  <a:pt x="12438" y="4556"/>
                  <a:pt x="11650" y="3739"/>
                  <a:pt x="11542" y="3635"/>
                </a:cubicBezTo>
                <a:lnTo>
                  <a:pt x="11542" y="3635"/>
                </a:lnTo>
                <a:cubicBezTo>
                  <a:pt x="11612" y="3704"/>
                  <a:pt x="11919" y="4081"/>
                  <a:pt x="12414" y="5487"/>
                </a:cubicBezTo>
                <a:cubicBezTo>
                  <a:pt x="12282" y="5375"/>
                  <a:pt x="12159" y="5285"/>
                  <a:pt x="12055" y="5204"/>
                </a:cubicBezTo>
                <a:cubicBezTo>
                  <a:pt x="12051" y="5096"/>
                  <a:pt x="12048" y="5033"/>
                  <a:pt x="12048" y="5033"/>
                </a:cubicBezTo>
                <a:lnTo>
                  <a:pt x="11982" y="5148"/>
                </a:lnTo>
                <a:cubicBezTo>
                  <a:pt x="11835" y="5044"/>
                  <a:pt x="11682" y="4950"/>
                  <a:pt x="11525" y="4866"/>
                </a:cubicBezTo>
                <a:lnTo>
                  <a:pt x="11525" y="4866"/>
                </a:lnTo>
                <a:cubicBezTo>
                  <a:pt x="11664" y="4988"/>
                  <a:pt x="11797" y="5117"/>
                  <a:pt x="11929" y="5257"/>
                </a:cubicBezTo>
                <a:cubicBezTo>
                  <a:pt x="11852" y="5435"/>
                  <a:pt x="11797" y="5619"/>
                  <a:pt x="11758" y="5811"/>
                </a:cubicBezTo>
                <a:cubicBezTo>
                  <a:pt x="11493" y="5410"/>
                  <a:pt x="11186" y="5037"/>
                  <a:pt x="10844" y="4699"/>
                </a:cubicBezTo>
                <a:lnTo>
                  <a:pt x="10844" y="4699"/>
                </a:lnTo>
                <a:cubicBezTo>
                  <a:pt x="10844" y="4699"/>
                  <a:pt x="11200" y="5330"/>
                  <a:pt x="11671" y="6457"/>
                </a:cubicBezTo>
                <a:cubicBezTo>
                  <a:pt x="11650" y="6704"/>
                  <a:pt x="11636" y="6976"/>
                  <a:pt x="11633" y="7259"/>
                </a:cubicBezTo>
                <a:cubicBezTo>
                  <a:pt x="11598" y="7259"/>
                  <a:pt x="11563" y="7262"/>
                  <a:pt x="11532" y="7276"/>
                </a:cubicBezTo>
                <a:cubicBezTo>
                  <a:pt x="11570" y="7315"/>
                  <a:pt x="11601" y="7360"/>
                  <a:pt x="11629" y="7405"/>
                </a:cubicBezTo>
                <a:cubicBezTo>
                  <a:pt x="11305" y="7824"/>
                  <a:pt x="11019" y="8270"/>
                  <a:pt x="10778" y="8741"/>
                </a:cubicBezTo>
                <a:cubicBezTo>
                  <a:pt x="10614" y="8434"/>
                  <a:pt x="10426" y="8141"/>
                  <a:pt x="10220" y="7859"/>
                </a:cubicBezTo>
                <a:cubicBezTo>
                  <a:pt x="10447" y="7559"/>
                  <a:pt x="10701" y="7280"/>
                  <a:pt x="10984" y="7029"/>
                </a:cubicBezTo>
                <a:lnTo>
                  <a:pt x="10984" y="7029"/>
                </a:lnTo>
                <a:cubicBezTo>
                  <a:pt x="10984" y="7029"/>
                  <a:pt x="10677" y="7175"/>
                  <a:pt x="10227" y="7555"/>
                </a:cubicBezTo>
                <a:cubicBezTo>
                  <a:pt x="10618" y="6428"/>
                  <a:pt x="10876" y="6081"/>
                  <a:pt x="10957" y="5995"/>
                </a:cubicBezTo>
                <a:lnTo>
                  <a:pt x="10957" y="5995"/>
                </a:lnTo>
                <a:cubicBezTo>
                  <a:pt x="10853" y="6101"/>
                  <a:pt x="10411" y="6568"/>
                  <a:pt x="9910" y="7475"/>
                </a:cubicBezTo>
                <a:cubicBezTo>
                  <a:pt x="9874" y="7430"/>
                  <a:pt x="9843" y="7403"/>
                  <a:pt x="9826" y="7386"/>
                </a:cubicBezTo>
                <a:lnTo>
                  <a:pt x="9826" y="7386"/>
                </a:lnTo>
                <a:cubicBezTo>
                  <a:pt x="9855" y="7418"/>
                  <a:pt x="9880" y="7454"/>
                  <a:pt x="9906" y="7489"/>
                </a:cubicBezTo>
                <a:cubicBezTo>
                  <a:pt x="9788" y="7698"/>
                  <a:pt x="9669" y="7939"/>
                  <a:pt x="9554" y="8197"/>
                </a:cubicBezTo>
                <a:cubicBezTo>
                  <a:pt x="9386" y="7921"/>
                  <a:pt x="9205" y="7660"/>
                  <a:pt x="9006" y="7405"/>
                </a:cubicBezTo>
                <a:cubicBezTo>
                  <a:pt x="9034" y="7360"/>
                  <a:pt x="9066" y="7315"/>
                  <a:pt x="9104" y="7276"/>
                </a:cubicBezTo>
                <a:cubicBezTo>
                  <a:pt x="9071" y="7264"/>
                  <a:pt x="9034" y="7259"/>
                  <a:pt x="8997" y="7259"/>
                </a:cubicBezTo>
                <a:cubicBezTo>
                  <a:pt x="8980" y="7259"/>
                  <a:pt x="8963" y="7260"/>
                  <a:pt x="8947" y="7262"/>
                </a:cubicBezTo>
                <a:cubicBezTo>
                  <a:pt x="8943" y="7070"/>
                  <a:pt x="8936" y="6959"/>
                  <a:pt x="8936" y="6959"/>
                </a:cubicBezTo>
                <a:lnTo>
                  <a:pt x="8919" y="6983"/>
                </a:lnTo>
                <a:cubicBezTo>
                  <a:pt x="8961" y="6122"/>
                  <a:pt x="8950" y="5302"/>
                  <a:pt x="8867" y="4639"/>
                </a:cubicBezTo>
                <a:cubicBezTo>
                  <a:pt x="9327" y="3579"/>
                  <a:pt x="9658" y="2993"/>
                  <a:pt x="9658" y="2993"/>
                </a:cubicBezTo>
                <a:lnTo>
                  <a:pt x="9658" y="2993"/>
                </a:lnTo>
                <a:cubicBezTo>
                  <a:pt x="9327" y="3317"/>
                  <a:pt x="9027" y="3670"/>
                  <a:pt x="8759" y="4050"/>
                </a:cubicBezTo>
                <a:cubicBezTo>
                  <a:pt x="8689" y="3767"/>
                  <a:pt x="8598" y="3534"/>
                  <a:pt x="8480" y="3366"/>
                </a:cubicBezTo>
                <a:cubicBezTo>
                  <a:pt x="8480" y="3366"/>
                  <a:pt x="8462" y="3830"/>
                  <a:pt x="8427" y="4538"/>
                </a:cubicBezTo>
                <a:cubicBezTo>
                  <a:pt x="8012" y="5208"/>
                  <a:pt x="7653" y="5912"/>
                  <a:pt x="7353" y="6645"/>
                </a:cubicBezTo>
                <a:cubicBezTo>
                  <a:pt x="7301" y="6547"/>
                  <a:pt x="7241" y="6453"/>
                  <a:pt x="7185" y="6355"/>
                </a:cubicBezTo>
                <a:cubicBezTo>
                  <a:pt x="7147" y="5574"/>
                  <a:pt x="7130" y="5033"/>
                  <a:pt x="7130" y="5033"/>
                </a:cubicBezTo>
                <a:cubicBezTo>
                  <a:pt x="6997" y="5218"/>
                  <a:pt x="6906" y="5483"/>
                  <a:pt x="6840" y="5811"/>
                </a:cubicBezTo>
                <a:cubicBezTo>
                  <a:pt x="6575" y="5410"/>
                  <a:pt x="6268" y="5037"/>
                  <a:pt x="5926" y="4699"/>
                </a:cubicBezTo>
                <a:lnTo>
                  <a:pt x="5926" y="4699"/>
                </a:lnTo>
                <a:cubicBezTo>
                  <a:pt x="5926" y="4699"/>
                  <a:pt x="6156" y="5110"/>
                  <a:pt x="6491" y="5860"/>
                </a:cubicBezTo>
                <a:lnTo>
                  <a:pt x="6460" y="5860"/>
                </a:lnTo>
                <a:cubicBezTo>
                  <a:pt x="6422" y="5738"/>
                  <a:pt x="6362" y="5623"/>
                  <a:pt x="6292" y="5518"/>
                </a:cubicBezTo>
                <a:cubicBezTo>
                  <a:pt x="6292" y="5518"/>
                  <a:pt x="6286" y="5651"/>
                  <a:pt x="6279" y="5871"/>
                </a:cubicBezTo>
                <a:cubicBezTo>
                  <a:pt x="6275" y="6034"/>
                  <a:pt x="6265" y="6244"/>
                  <a:pt x="6251" y="6488"/>
                </a:cubicBezTo>
                <a:cubicBezTo>
                  <a:pt x="6136" y="6411"/>
                  <a:pt x="6066" y="6376"/>
                  <a:pt x="6066" y="6376"/>
                </a:cubicBezTo>
                <a:lnTo>
                  <a:pt x="6066" y="6376"/>
                </a:lnTo>
                <a:lnTo>
                  <a:pt x="6247" y="6558"/>
                </a:lnTo>
                <a:cubicBezTo>
                  <a:pt x="6216" y="7262"/>
                  <a:pt x="6163" y="8235"/>
                  <a:pt x="6087" y="9184"/>
                </a:cubicBezTo>
                <a:cubicBezTo>
                  <a:pt x="5937" y="8884"/>
                  <a:pt x="5794" y="8619"/>
                  <a:pt x="5658" y="8396"/>
                </a:cubicBezTo>
                <a:cubicBezTo>
                  <a:pt x="5637" y="7904"/>
                  <a:pt x="5623" y="7580"/>
                  <a:pt x="5623" y="7580"/>
                </a:cubicBezTo>
                <a:cubicBezTo>
                  <a:pt x="5536" y="7723"/>
                  <a:pt x="5469" y="7876"/>
                  <a:pt x="5427" y="8040"/>
                </a:cubicBezTo>
                <a:cubicBezTo>
                  <a:pt x="5272" y="7806"/>
                  <a:pt x="5100" y="7585"/>
                  <a:pt x="4907" y="7384"/>
                </a:cubicBezTo>
                <a:lnTo>
                  <a:pt x="4907" y="7384"/>
                </a:lnTo>
                <a:cubicBezTo>
                  <a:pt x="4958" y="7439"/>
                  <a:pt x="5122" y="7652"/>
                  <a:pt x="5375" y="8284"/>
                </a:cubicBezTo>
                <a:cubicBezTo>
                  <a:pt x="5351" y="8424"/>
                  <a:pt x="5330" y="8567"/>
                  <a:pt x="5319" y="8710"/>
                </a:cubicBezTo>
                <a:lnTo>
                  <a:pt x="5159" y="8588"/>
                </a:lnTo>
                <a:cubicBezTo>
                  <a:pt x="5040" y="8204"/>
                  <a:pt x="4897" y="7904"/>
                  <a:pt x="4723" y="7761"/>
                </a:cubicBezTo>
                <a:cubicBezTo>
                  <a:pt x="4845" y="4081"/>
                  <a:pt x="5529" y="3499"/>
                  <a:pt x="5529" y="3499"/>
                </a:cubicBezTo>
                <a:cubicBezTo>
                  <a:pt x="5480" y="3483"/>
                  <a:pt x="5432" y="3475"/>
                  <a:pt x="5386" y="3475"/>
                </a:cubicBezTo>
                <a:cubicBezTo>
                  <a:pt x="4654" y="3475"/>
                  <a:pt x="4230" y="5398"/>
                  <a:pt x="4001" y="7074"/>
                </a:cubicBezTo>
                <a:cubicBezTo>
                  <a:pt x="3785" y="6690"/>
                  <a:pt x="3537" y="6324"/>
                  <a:pt x="3258" y="5982"/>
                </a:cubicBezTo>
                <a:cubicBezTo>
                  <a:pt x="3038" y="3418"/>
                  <a:pt x="2944" y="562"/>
                  <a:pt x="2944" y="562"/>
                </a:cubicBezTo>
                <a:cubicBezTo>
                  <a:pt x="2194" y="1615"/>
                  <a:pt x="2337" y="4761"/>
                  <a:pt x="2637" y="7485"/>
                </a:cubicBezTo>
                <a:cubicBezTo>
                  <a:pt x="2351" y="7063"/>
                  <a:pt x="2041" y="6662"/>
                  <a:pt x="1702" y="6282"/>
                </a:cubicBezTo>
                <a:cubicBezTo>
                  <a:pt x="934" y="4599"/>
                  <a:pt x="160" y="3785"/>
                  <a:pt x="25" y="3646"/>
                </a:cubicBezTo>
                <a:lnTo>
                  <a:pt x="25" y="3646"/>
                </a:lnTo>
                <a:cubicBezTo>
                  <a:pt x="108" y="3735"/>
                  <a:pt x="414" y="4132"/>
                  <a:pt x="886" y="5494"/>
                </a:cubicBezTo>
                <a:cubicBezTo>
                  <a:pt x="356" y="5044"/>
                  <a:pt x="0" y="4869"/>
                  <a:pt x="0" y="4869"/>
                </a:cubicBezTo>
                <a:lnTo>
                  <a:pt x="0" y="4869"/>
                </a:lnTo>
                <a:cubicBezTo>
                  <a:pt x="415" y="5243"/>
                  <a:pt x="785" y="5665"/>
                  <a:pt x="1099" y="6129"/>
                </a:cubicBezTo>
                <a:cubicBezTo>
                  <a:pt x="1231" y="6551"/>
                  <a:pt x="1374" y="7046"/>
                  <a:pt x="1531" y="7625"/>
                </a:cubicBezTo>
                <a:cubicBezTo>
                  <a:pt x="2473" y="11151"/>
                  <a:pt x="3767" y="19387"/>
                  <a:pt x="3767" y="19387"/>
                </a:cubicBezTo>
                <a:lnTo>
                  <a:pt x="15257" y="19387"/>
                </a:lnTo>
                <a:cubicBezTo>
                  <a:pt x="15260" y="19373"/>
                  <a:pt x="15260" y="19355"/>
                  <a:pt x="15260" y="19341"/>
                </a:cubicBezTo>
                <a:lnTo>
                  <a:pt x="15281" y="19341"/>
                </a:lnTo>
                <a:lnTo>
                  <a:pt x="15292" y="19387"/>
                </a:lnTo>
                <a:lnTo>
                  <a:pt x="25292" y="19387"/>
                </a:lnTo>
                <a:cubicBezTo>
                  <a:pt x="25296" y="19373"/>
                  <a:pt x="25296" y="19355"/>
                  <a:pt x="25302" y="19341"/>
                </a:cubicBezTo>
                <a:lnTo>
                  <a:pt x="25337" y="19341"/>
                </a:lnTo>
                <a:lnTo>
                  <a:pt x="25344" y="19387"/>
                </a:lnTo>
                <a:lnTo>
                  <a:pt x="40343" y="19387"/>
                </a:lnTo>
                <a:cubicBezTo>
                  <a:pt x="40343" y="19373"/>
                  <a:pt x="40343" y="19355"/>
                  <a:pt x="40340" y="19341"/>
                </a:cubicBezTo>
                <a:lnTo>
                  <a:pt x="40343" y="19341"/>
                </a:lnTo>
                <a:cubicBezTo>
                  <a:pt x="40350" y="19355"/>
                  <a:pt x="40350" y="19373"/>
                  <a:pt x="40354" y="19387"/>
                </a:cubicBezTo>
                <a:lnTo>
                  <a:pt x="54470" y="19387"/>
                </a:lnTo>
                <a:cubicBezTo>
                  <a:pt x="54470" y="19373"/>
                  <a:pt x="54473" y="19355"/>
                  <a:pt x="54477" y="19341"/>
                </a:cubicBezTo>
                <a:lnTo>
                  <a:pt x="54498" y="19341"/>
                </a:lnTo>
                <a:lnTo>
                  <a:pt x="54505" y="19387"/>
                </a:lnTo>
                <a:lnTo>
                  <a:pt x="64505" y="19387"/>
                </a:lnTo>
                <a:cubicBezTo>
                  <a:pt x="64505" y="19387"/>
                  <a:pt x="64508" y="19369"/>
                  <a:pt x="64512" y="19341"/>
                </a:cubicBezTo>
                <a:lnTo>
                  <a:pt x="64550" y="19341"/>
                </a:lnTo>
                <a:cubicBezTo>
                  <a:pt x="64557" y="19369"/>
                  <a:pt x="64561" y="19387"/>
                  <a:pt x="64561" y="19387"/>
                </a:cubicBezTo>
                <a:lnTo>
                  <a:pt x="79556" y="19387"/>
                </a:lnTo>
                <a:lnTo>
                  <a:pt x="79556" y="19341"/>
                </a:lnTo>
                <a:lnTo>
                  <a:pt x="79559" y="19341"/>
                </a:lnTo>
                <a:cubicBezTo>
                  <a:pt x="79563" y="19369"/>
                  <a:pt x="79566" y="19387"/>
                  <a:pt x="79566" y="19387"/>
                </a:cubicBezTo>
                <a:lnTo>
                  <a:pt x="80177" y="19387"/>
                </a:lnTo>
                <a:lnTo>
                  <a:pt x="80177" y="19366"/>
                </a:lnTo>
                <a:cubicBezTo>
                  <a:pt x="80180" y="19373"/>
                  <a:pt x="80180" y="19380"/>
                  <a:pt x="80184" y="19387"/>
                </a:cubicBezTo>
                <a:lnTo>
                  <a:pt x="93690" y="19387"/>
                </a:lnTo>
                <a:cubicBezTo>
                  <a:pt x="93690" y="19373"/>
                  <a:pt x="93693" y="19355"/>
                  <a:pt x="93693" y="19341"/>
                </a:cubicBezTo>
                <a:lnTo>
                  <a:pt x="93718" y="19341"/>
                </a:lnTo>
                <a:lnTo>
                  <a:pt x="93718" y="19387"/>
                </a:lnTo>
                <a:lnTo>
                  <a:pt x="103728" y="19387"/>
                </a:lnTo>
                <a:cubicBezTo>
                  <a:pt x="103728" y="19387"/>
                  <a:pt x="103732" y="19369"/>
                  <a:pt x="103735" y="19341"/>
                </a:cubicBezTo>
                <a:lnTo>
                  <a:pt x="103774" y="19341"/>
                </a:lnTo>
                <a:cubicBezTo>
                  <a:pt x="103777" y="19369"/>
                  <a:pt x="103784" y="19387"/>
                  <a:pt x="103784" y="19387"/>
                </a:cubicBezTo>
                <a:lnTo>
                  <a:pt x="118779" y="19387"/>
                </a:lnTo>
                <a:lnTo>
                  <a:pt x="118779" y="19341"/>
                </a:lnTo>
                <a:lnTo>
                  <a:pt x="118783" y="19341"/>
                </a:lnTo>
                <a:cubicBezTo>
                  <a:pt x="118786" y="19369"/>
                  <a:pt x="118790" y="19387"/>
                  <a:pt x="118790" y="19387"/>
                </a:cubicBezTo>
                <a:lnTo>
                  <a:pt x="119400" y="19387"/>
                </a:lnTo>
                <a:lnTo>
                  <a:pt x="119400" y="19362"/>
                </a:lnTo>
                <a:cubicBezTo>
                  <a:pt x="119400" y="19369"/>
                  <a:pt x="119404" y="19380"/>
                  <a:pt x="119404" y="19387"/>
                </a:cubicBezTo>
                <a:lnTo>
                  <a:pt x="133035" y="19387"/>
                </a:lnTo>
                <a:cubicBezTo>
                  <a:pt x="133039" y="19373"/>
                  <a:pt x="133039" y="19355"/>
                  <a:pt x="133039" y="19341"/>
                </a:cubicBezTo>
                <a:lnTo>
                  <a:pt x="133060" y="19341"/>
                </a:lnTo>
                <a:lnTo>
                  <a:pt x="133070" y="19387"/>
                </a:lnTo>
                <a:lnTo>
                  <a:pt x="143070" y="19387"/>
                </a:lnTo>
                <a:cubicBezTo>
                  <a:pt x="143070" y="19387"/>
                  <a:pt x="143077" y="19369"/>
                  <a:pt x="143081" y="19341"/>
                </a:cubicBezTo>
                <a:lnTo>
                  <a:pt x="143116" y="19341"/>
                </a:lnTo>
                <a:cubicBezTo>
                  <a:pt x="143119" y="19369"/>
                  <a:pt x="143123" y="19387"/>
                  <a:pt x="143123" y="19387"/>
                </a:cubicBezTo>
                <a:lnTo>
                  <a:pt x="158121" y="19387"/>
                </a:lnTo>
                <a:cubicBezTo>
                  <a:pt x="158125" y="19373"/>
                  <a:pt x="158121" y="19355"/>
                  <a:pt x="158118" y="19341"/>
                </a:cubicBezTo>
                <a:lnTo>
                  <a:pt x="158128" y="19341"/>
                </a:lnTo>
                <a:cubicBezTo>
                  <a:pt x="158128" y="19355"/>
                  <a:pt x="158132" y="19373"/>
                  <a:pt x="158132" y="19387"/>
                </a:cubicBezTo>
                <a:lnTo>
                  <a:pt x="172248" y="19387"/>
                </a:lnTo>
                <a:cubicBezTo>
                  <a:pt x="172252" y="19373"/>
                  <a:pt x="172252" y="19355"/>
                  <a:pt x="172255" y="19341"/>
                </a:cubicBezTo>
                <a:lnTo>
                  <a:pt x="172276" y="19341"/>
                </a:lnTo>
                <a:cubicBezTo>
                  <a:pt x="172279" y="19369"/>
                  <a:pt x="172283" y="19387"/>
                  <a:pt x="172283" y="19387"/>
                </a:cubicBezTo>
                <a:lnTo>
                  <a:pt x="182287" y="19387"/>
                </a:lnTo>
                <a:cubicBezTo>
                  <a:pt x="182287" y="19373"/>
                  <a:pt x="182290" y="19355"/>
                  <a:pt x="182290" y="19341"/>
                </a:cubicBezTo>
                <a:lnTo>
                  <a:pt x="182329" y="19341"/>
                </a:lnTo>
                <a:lnTo>
                  <a:pt x="182339" y="19387"/>
                </a:lnTo>
                <a:lnTo>
                  <a:pt x="197338" y="19387"/>
                </a:lnTo>
                <a:cubicBezTo>
                  <a:pt x="197334" y="19373"/>
                  <a:pt x="197334" y="19355"/>
                  <a:pt x="197334" y="19341"/>
                </a:cubicBezTo>
                <a:lnTo>
                  <a:pt x="197338" y="19341"/>
                </a:lnTo>
                <a:cubicBezTo>
                  <a:pt x="197341" y="19369"/>
                  <a:pt x="197345" y="19387"/>
                  <a:pt x="197345" y="19387"/>
                </a:cubicBezTo>
                <a:lnTo>
                  <a:pt x="197955" y="19387"/>
                </a:lnTo>
                <a:lnTo>
                  <a:pt x="197955" y="19366"/>
                </a:lnTo>
                <a:cubicBezTo>
                  <a:pt x="197959" y="19373"/>
                  <a:pt x="197962" y="19380"/>
                  <a:pt x="197962" y="19387"/>
                </a:cubicBezTo>
                <a:lnTo>
                  <a:pt x="211468" y="19387"/>
                </a:lnTo>
                <a:cubicBezTo>
                  <a:pt x="211468" y="19373"/>
                  <a:pt x="211471" y="19355"/>
                  <a:pt x="211471" y="19341"/>
                </a:cubicBezTo>
                <a:lnTo>
                  <a:pt x="211496" y="19341"/>
                </a:lnTo>
                <a:lnTo>
                  <a:pt x="211496" y="19387"/>
                </a:lnTo>
                <a:lnTo>
                  <a:pt x="221496" y="19387"/>
                </a:lnTo>
                <a:cubicBezTo>
                  <a:pt x="221496" y="19387"/>
                  <a:pt x="221500" y="19369"/>
                  <a:pt x="221507" y="19341"/>
                </a:cubicBezTo>
                <a:lnTo>
                  <a:pt x="221545" y="19341"/>
                </a:lnTo>
                <a:lnTo>
                  <a:pt x="221552" y="19387"/>
                </a:lnTo>
                <a:lnTo>
                  <a:pt x="236547" y="19387"/>
                </a:lnTo>
                <a:lnTo>
                  <a:pt x="236547" y="19341"/>
                </a:lnTo>
                <a:lnTo>
                  <a:pt x="236551" y="19341"/>
                </a:lnTo>
                <a:cubicBezTo>
                  <a:pt x="236558" y="19369"/>
                  <a:pt x="236561" y="19387"/>
                  <a:pt x="236561" y="19387"/>
                </a:cubicBezTo>
                <a:lnTo>
                  <a:pt x="237172" y="19387"/>
                </a:lnTo>
                <a:lnTo>
                  <a:pt x="237172" y="19366"/>
                </a:lnTo>
                <a:cubicBezTo>
                  <a:pt x="237172" y="19373"/>
                  <a:pt x="237172" y="19380"/>
                  <a:pt x="237175" y="19387"/>
                </a:cubicBezTo>
                <a:lnTo>
                  <a:pt x="250754" y="19387"/>
                </a:lnTo>
                <a:cubicBezTo>
                  <a:pt x="250754" y="19373"/>
                  <a:pt x="250754" y="19355"/>
                  <a:pt x="250758" y="19341"/>
                </a:cubicBezTo>
                <a:lnTo>
                  <a:pt x="250779" y="19341"/>
                </a:lnTo>
                <a:cubicBezTo>
                  <a:pt x="250782" y="19369"/>
                  <a:pt x="250789" y="19387"/>
                  <a:pt x="250789" y="19387"/>
                </a:cubicBezTo>
                <a:lnTo>
                  <a:pt x="260789" y="19387"/>
                </a:lnTo>
                <a:cubicBezTo>
                  <a:pt x="260789" y="19373"/>
                  <a:pt x="260793" y="19355"/>
                  <a:pt x="260793" y="19341"/>
                </a:cubicBezTo>
                <a:lnTo>
                  <a:pt x="260835" y="19341"/>
                </a:lnTo>
                <a:lnTo>
                  <a:pt x="260842" y="19387"/>
                </a:lnTo>
                <a:lnTo>
                  <a:pt x="275840" y="19387"/>
                </a:lnTo>
                <a:cubicBezTo>
                  <a:pt x="275837" y="19373"/>
                  <a:pt x="275837" y="19355"/>
                  <a:pt x="275837" y="19341"/>
                </a:cubicBezTo>
                <a:lnTo>
                  <a:pt x="275840" y="19341"/>
                </a:lnTo>
                <a:cubicBezTo>
                  <a:pt x="275844" y="19369"/>
                  <a:pt x="275851" y="19387"/>
                  <a:pt x="275851" y="19387"/>
                </a:cubicBezTo>
                <a:lnTo>
                  <a:pt x="276475" y="19387"/>
                </a:lnTo>
                <a:cubicBezTo>
                  <a:pt x="276472" y="19380"/>
                  <a:pt x="276468" y="19373"/>
                  <a:pt x="276468" y="19366"/>
                </a:cubicBezTo>
                <a:lnTo>
                  <a:pt x="276468" y="19366"/>
                </a:lnTo>
                <a:cubicBezTo>
                  <a:pt x="276472" y="19373"/>
                  <a:pt x="276472" y="19380"/>
                  <a:pt x="276475" y="19387"/>
                </a:cubicBezTo>
                <a:lnTo>
                  <a:pt x="281679" y="19387"/>
                </a:lnTo>
                <a:cubicBezTo>
                  <a:pt x="281679" y="19387"/>
                  <a:pt x="282349" y="9965"/>
                  <a:pt x="285705" y="7032"/>
                </a:cubicBezTo>
                <a:lnTo>
                  <a:pt x="285705" y="7032"/>
                </a:lnTo>
                <a:cubicBezTo>
                  <a:pt x="285704" y="7032"/>
                  <a:pt x="282726" y="8477"/>
                  <a:pt x="281561" y="14040"/>
                </a:cubicBezTo>
                <a:cubicBezTo>
                  <a:pt x="281515" y="13440"/>
                  <a:pt x="281456" y="13045"/>
                  <a:pt x="281456" y="13045"/>
                </a:cubicBezTo>
                <a:cubicBezTo>
                  <a:pt x="281432" y="9882"/>
                  <a:pt x="281972" y="9428"/>
                  <a:pt x="281972" y="9428"/>
                </a:cubicBezTo>
                <a:cubicBezTo>
                  <a:pt x="281945" y="9420"/>
                  <a:pt x="281916" y="9415"/>
                  <a:pt x="281888" y="9415"/>
                </a:cubicBezTo>
                <a:cubicBezTo>
                  <a:pt x="281869" y="9415"/>
                  <a:pt x="281851" y="9417"/>
                  <a:pt x="281833" y="9421"/>
                </a:cubicBezTo>
                <a:cubicBezTo>
                  <a:pt x="282862" y="5452"/>
                  <a:pt x="284246" y="2997"/>
                  <a:pt x="284247" y="2996"/>
                </a:cubicBezTo>
                <a:lnTo>
                  <a:pt x="284247" y="2996"/>
                </a:lnTo>
                <a:cubicBezTo>
                  <a:pt x="282339" y="4855"/>
                  <a:pt x="281202" y="8288"/>
                  <a:pt x="280556" y="11057"/>
                </a:cubicBezTo>
                <a:cubicBezTo>
                  <a:pt x="280410" y="9428"/>
                  <a:pt x="280350" y="7587"/>
                  <a:pt x="280350" y="7587"/>
                </a:cubicBezTo>
                <a:cubicBezTo>
                  <a:pt x="280051" y="8012"/>
                  <a:pt x="279981" y="8975"/>
                  <a:pt x="280016" y="10067"/>
                </a:cubicBezTo>
                <a:cubicBezTo>
                  <a:pt x="279803" y="9411"/>
                  <a:pt x="279555" y="8769"/>
                  <a:pt x="279273" y="8145"/>
                </a:cubicBezTo>
                <a:cubicBezTo>
                  <a:pt x="279360" y="4123"/>
                  <a:pt x="280089" y="3506"/>
                  <a:pt x="280089" y="3506"/>
                </a:cubicBezTo>
                <a:cubicBezTo>
                  <a:pt x="280040" y="3489"/>
                  <a:pt x="279991" y="3481"/>
                  <a:pt x="279945" y="3481"/>
                </a:cubicBezTo>
                <a:cubicBezTo>
                  <a:pt x="279247" y="3481"/>
                  <a:pt x="278831" y="5243"/>
                  <a:pt x="278596" y="6861"/>
                </a:cubicBezTo>
                <a:cubicBezTo>
                  <a:pt x="278362" y="6474"/>
                  <a:pt x="278097" y="6108"/>
                  <a:pt x="277801" y="5766"/>
                </a:cubicBezTo>
                <a:cubicBezTo>
                  <a:pt x="277591" y="3265"/>
                  <a:pt x="277504" y="565"/>
                  <a:pt x="277504" y="565"/>
                </a:cubicBezTo>
                <a:cubicBezTo>
                  <a:pt x="276782" y="1587"/>
                  <a:pt x="276887" y="4538"/>
                  <a:pt x="277166" y="7192"/>
                </a:cubicBezTo>
                <a:cubicBezTo>
                  <a:pt x="277141" y="7224"/>
                  <a:pt x="277117" y="7259"/>
                  <a:pt x="277096" y="7294"/>
                </a:cubicBezTo>
                <a:cubicBezTo>
                  <a:pt x="276831" y="6913"/>
                  <a:pt x="276538" y="6551"/>
                  <a:pt x="276224" y="6209"/>
                </a:cubicBezTo>
                <a:cubicBezTo>
                  <a:pt x="276053" y="5825"/>
                  <a:pt x="275858" y="5455"/>
                  <a:pt x="275645" y="5096"/>
                </a:cubicBezTo>
                <a:cubicBezTo>
                  <a:pt x="275575" y="4650"/>
                  <a:pt x="275467" y="4283"/>
                  <a:pt x="275300" y="4050"/>
                </a:cubicBezTo>
                <a:cubicBezTo>
                  <a:pt x="275300" y="4050"/>
                  <a:pt x="275293" y="4228"/>
                  <a:pt x="275279" y="4524"/>
                </a:cubicBezTo>
                <a:cubicBezTo>
                  <a:pt x="274913" y="3984"/>
                  <a:pt x="274637" y="3701"/>
                  <a:pt x="274578" y="3638"/>
                </a:cubicBezTo>
                <a:lnTo>
                  <a:pt x="274578" y="3638"/>
                </a:lnTo>
                <a:cubicBezTo>
                  <a:pt x="274637" y="3701"/>
                  <a:pt x="274878" y="3998"/>
                  <a:pt x="275261" y="4981"/>
                </a:cubicBezTo>
                <a:cubicBezTo>
                  <a:pt x="275258" y="5082"/>
                  <a:pt x="275254" y="5190"/>
                  <a:pt x="275244" y="5302"/>
                </a:cubicBezTo>
                <a:cubicBezTo>
                  <a:pt x="275042" y="5138"/>
                  <a:pt x="274822" y="4995"/>
                  <a:pt x="274595" y="4869"/>
                </a:cubicBezTo>
                <a:lnTo>
                  <a:pt x="274595" y="4869"/>
                </a:lnTo>
                <a:cubicBezTo>
                  <a:pt x="274825" y="5072"/>
                  <a:pt x="275038" y="5295"/>
                  <a:pt x="275237" y="5532"/>
                </a:cubicBezTo>
                <a:cubicBezTo>
                  <a:pt x="275192" y="6341"/>
                  <a:pt x="275132" y="7384"/>
                  <a:pt x="275049" y="8378"/>
                </a:cubicBezTo>
                <a:cubicBezTo>
                  <a:pt x="274881" y="8581"/>
                  <a:pt x="274724" y="8790"/>
                  <a:pt x="274581" y="9010"/>
                </a:cubicBezTo>
                <a:cubicBezTo>
                  <a:pt x="274487" y="8835"/>
                  <a:pt x="274393" y="8685"/>
                  <a:pt x="274306" y="8549"/>
                </a:cubicBezTo>
                <a:cubicBezTo>
                  <a:pt x="274218" y="8075"/>
                  <a:pt x="274110" y="7615"/>
                  <a:pt x="273974" y="7248"/>
                </a:cubicBezTo>
                <a:cubicBezTo>
                  <a:pt x="274243" y="6872"/>
                  <a:pt x="274550" y="6530"/>
                  <a:pt x="274892" y="6219"/>
                </a:cubicBezTo>
                <a:lnTo>
                  <a:pt x="274892" y="6219"/>
                </a:lnTo>
                <a:cubicBezTo>
                  <a:pt x="274891" y="6219"/>
                  <a:pt x="274469" y="6429"/>
                  <a:pt x="273866" y="6980"/>
                </a:cubicBezTo>
                <a:lnTo>
                  <a:pt x="273852" y="6948"/>
                </a:lnTo>
                <a:cubicBezTo>
                  <a:pt x="274327" y="5546"/>
                  <a:pt x="274634" y="5173"/>
                  <a:pt x="274700" y="5110"/>
                </a:cubicBezTo>
                <a:lnTo>
                  <a:pt x="274700" y="5110"/>
                </a:lnTo>
                <a:cubicBezTo>
                  <a:pt x="274620" y="5183"/>
                  <a:pt x="274166" y="5654"/>
                  <a:pt x="273629" y="6600"/>
                </a:cubicBezTo>
                <a:lnTo>
                  <a:pt x="273591" y="6558"/>
                </a:lnTo>
                <a:cubicBezTo>
                  <a:pt x="273587" y="6418"/>
                  <a:pt x="273584" y="6334"/>
                  <a:pt x="273584" y="6334"/>
                </a:cubicBezTo>
                <a:cubicBezTo>
                  <a:pt x="273549" y="6380"/>
                  <a:pt x="273521" y="6432"/>
                  <a:pt x="273496" y="6481"/>
                </a:cubicBezTo>
                <a:cubicBezTo>
                  <a:pt x="273439" y="6446"/>
                  <a:pt x="273372" y="6427"/>
                  <a:pt x="273304" y="6427"/>
                </a:cubicBezTo>
                <a:cubicBezTo>
                  <a:pt x="273266" y="6427"/>
                  <a:pt x="273227" y="6433"/>
                  <a:pt x="273189" y="6446"/>
                </a:cubicBezTo>
                <a:cubicBezTo>
                  <a:pt x="273189" y="6446"/>
                  <a:pt x="273273" y="6516"/>
                  <a:pt x="273381" y="6784"/>
                </a:cubicBezTo>
                <a:cubicBezTo>
                  <a:pt x="273339" y="6941"/>
                  <a:pt x="273305" y="7102"/>
                  <a:pt x="273280" y="7266"/>
                </a:cubicBezTo>
                <a:cubicBezTo>
                  <a:pt x="273182" y="7475"/>
                  <a:pt x="273081" y="7698"/>
                  <a:pt x="272984" y="7935"/>
                </a:cubicBezTo>
                <a:cubicBezTo>
                  <a:pt x="272889" y="8169"/>
                  <a:pt x="272719" y="8284"/>
                  <a:pt x="272583" y="8480"/>
                </a:cubicBezTo>
                <a:cubicBezTo>
                  <a:pt x="272572" y="8235"/>
                  <a:pt x="272569" y="8085"/>
                  <a:pt x="272569" y="8085"/>
                </a:cubicBezTo>
                <a:cubicBezTo>
                  <a:pt x="272509" y="8169"/>
                  <a:pt x="272464" y="8260"/>
                  <a:pt x="272433" y="8357"/>
                </a:cubicBezTo>
                <a:lnTo>
                  <a:pt x="272345" y="8364"/>
                </a:lnTo>
                <a:cubicBezTo>
                  <a:pt x="272520" y="6704"/>
                  <a:pt x="272624" y="4908"/>
                  <a:pt x="272457" y="3645"/>
                </a:cubicBezTo>
                <a:cubicBezTo>
                  <a:pt x="272938" y="2536"/>
                  <a:pt x="273280" y="1922"/>
                  <a:pt x="273280" y="1922"/>
                </a:cubicBezTo>
                <a:lnTo>
                  <a:pt x="273280" y="1922"/>
                </a:lnTo>
                <a:cubicBezTo>
                  <a:pt x="272935" y="2264"/>
                  <a:pt x="272621" y="2634"/>
                  <a:pt x="272338" y="3028"/>
                </a:cubicBezTo>
                <a:cubicBezTo>
                  <a:pt x="272265" y="2738"/>
                  <a:pt x="272171" y="2498"/>
                  <a:pt x="272042" y="2320"/>
                </a:cubicBezTo>
                <a:cubicBezTo>
                  <a:pt x="272042" y="2320"/>
                  <a:pt x="272031" y="2801"/>
                  <a:pt x="271997" y="3544"/>
                </a:cubicBezTo>
                <a:cubicBezTo>
                  <a:pt x="271484" y="4343"/>
                  <a:pt x="271048" y="5243"/>
                  <a:pt x="270675" y="6181"/>
                </a:cubicBezTo>
                <a:cubicBezTo>
                  <a:pt x="270514" y="5640"/>
                  <a:pt x="270312" y="5218"/>
                  <a:pt x="270068" y="5047"/>
                </a:cubicBezTo>
                <a:cubicBezTo>
                  <a:pt x="270019" y="4890"/>
                  <a:pt x="269953" y="4744"/>
                  <a:pt x="269862" y="4608"/>
                </a:cubicBezTo>
                <a:cubicBezTo>
                  <a:pt x="269862" y="4608"/>
                  <a:pt x="269858" y="4740"/>
                  <a:pt x="269851" y="4971"/>
                </a:cubicBezTo>
                <a:cubicBezTo>
                  <a:pt x="269838" y="4969"/>
                  <a:pt x="269824" y="4968"/>
                  <a:pt x="269811" y="4968"/>
                </a:cubicBezTo>
                <a:cubicBezTo>
                  <a:pt x="269772" y="4968"/>
                  <a:pt x="269734" y="4975"/>
                  <a:pt x="269698" y="4988"/>
                </a:cubicBezTo>
                <a:cubicBezTo>
                  <a:pt x="269698" y="4988"/>
                  <a:pt x="269754" y="5033"/>
                  <a:pt x="269841" y="5201"/>
                </a:cubicBezTo>
                <a:cubicBezTo>
                  <a:pt x="269816" y="5818"/>
                  <a:pt x="269764" y="6858"/>
                  <a:pt x="269684" y="7939"/>
                </a:cubicBezTo>
                <a:cubicBezTo>
                  <a:pt x="269579" y="8092"/>
                  <a:pt x="269461" y="8270"/>
                  <a:pt x="269335" y="8483"/>
                </a:cubicBezTo>
                <a:lnTo>
                  <a:pt x="269265" y="8535"/>
                </a:lnTo>
                <a:cubicBezTo>
                  <a:pt x="269248" y="8242"/>
                  <a:pt x="269234" y="7970"/>
                  <a:pt x="269224" y="7730"/>
                </a:cubicBezTo>
                <a:cubicBezTo>
                  <a:pt x="269346" y="7499"/>
                  <a:pt x="269422" y="7405"/>
                  <a:pt x="269450" y="7381"/>
                </a:cubicBezTo>
                <a:cubicBezTo>
                  <a:pt x="269452" y="7378"/>
                  <a:pt x="269453" y="7377"/>
                  <a:pt x="269453" y="7377"/>
                </a:cubicBezTo>
                <a:lnTo>
                  <a:pt x="269453" y="7377"/>
                </a:lnTo>
                <a:cubicBezTo>
                  <a:pt x="269451" y="7377"/>
                  <a:pt x="269328" y="7502"/>
                  <a:pt x="269217" y="7639"/>
                </a:cubicBezTo>
                <a:cubicBezTo>
                  <a:pt x="269196" y="7137"/>
                  <a:pt x="269182" y="6809"/>
                  <a:pt x="269182" y="6809"/>
                </a:cubicBezTo>
                <a:cubicBezTo>
                  <a:pt x="269143" y="6868"/>
                  <a:pt x="269112" y="6931"/>
                  <a:pt x="269084" y="6997"/>
                </a:cubicBezTo>
                <a:cubicBezTo>
                  <a:pt x="269056" y="6129"/>
                  <a:pt x="268937" y="5410"/>
                  <a:pt x="268676" y="5040"/>
                </a:cubicBezTo>
                <a:cubicBezTo>
                  <a:pt x="268676" y="5040"/>
                  <a:pt x="268641" y="6209"/>
                  <a:pt x="268554" y="7604"/>
                </a:cubicBezTo>
                <a:cubicBezTo>
                  <a:pt x="268501" y="7454"/>
                  <a:pt x="268432" y="7315"/>
                  <a:pt x="268345" y="7186"/>
                </a:cubicBezTo>
                <a:cubicBezTo>
                  <a:pt x="268334" y="6436"/>
                  <a:pt x="268264" y="5783"/>
                  <a:pt x="268093" y="5344"/>
                </a:cubicBezTo>
                <a:cubicBezTo>
                  <a:pt x="268299" y="4929"/>
                  <a:pt x="268421" y="4702"/>
                  <a:pt x="268421" y="4702"/>
                </a:cubicBezTo>
                <a:lnTo>
                  <a:pt x="268421" y="4702"/>
                </a:lnTo>
                <a:cubicBezTo>
                  <a:pt x="268275" y="4849"/>
                  <a:pt x="268139" y="4998"/>
                  <a:pt x="268010" y="5155"/>
                </a:cubicBezTo>
                <a:lnTo>
                  <a:pt x="267940" y="5040"/>
                </a:lnTo>
                <a:cubicBezTo>
                  <a:pt x="267940" y="5040"/>
                  <a:pt x="267936" y="5114"/>
                  <a:pt x="267933" y="5243"/>
                </a:cubicBezTo>
                <a:cubicBezTo>
                  <a:pt x="267783" y="5424"/>
                  <a:pt x="267643" y="5616"/>
                  <a:pt x="267507" y="5815"/>
                </a:cubicBezTo>
                <a:lnTo>
                  <a:pt x="267469" y="5658"/>
                </a:lnTo>
                <a:cubicBezTo>
                  <a:pt x="268132" y="4266"/>
                  <a:pt x="268927" y="3063"/>
                  <a:pt x="269872" y="2236"/>
                </a:cubicBezTo>
                <a:lnTo>
                  <a:pt x="269872" y="2236"/>
                </a:lnTo>
                <a:cubicBezTo>
                  <a:pt x="269872" y="2236"/>
                  <a:pt x="268355" y="2972"/>
                  <a:pt x="266792" y="5278"/>
                </a:cubicBezTo>
                <a:cubicBezTo>
                  <a:pt x="266594" y="5009"/>
                  <a:pt x="266374" y="4758"/>
                  <a:pt x="266137" y="4524"/>
                </a:cubicBezTo>
                <a:lnTo>
                  <a:pt x="266137" y="4524"/>
                </a:lnTo>
                <a:cubicBezTo>
                  <a:pt x="266137" y="4524"/>
                  <a:pt x="266335" y="4877"/>
                  <a:pt x="266632" y="5522"/>
                </a:cubicBezTo>
                <a:cubicBezTo>
                  <a:pt x="266360" y="5944"/>
                  <a:pt x="266112" y="6380"/>
                  <a:pt x="265882" y="6826"/>
                </a:cubicBezTo>
                <a:cubicBezTo>
                  <a:pt x="265669" y="6505"/>
                  <a:pt x="265460" y="6216"/>
                  <a:pt x="265254" y="5954"/>
                </a:cubicBezTo>
                <a:cubicBezTo>
                  <a:pt x="265980" y="4019"/>
                  <a:pt x="266607" y="2906"/>
                  <a:pt x="266607" y="2906"/>
                </a:cubicBezTo>
                <a:lnTo>
                  <a:pt x="266607" y="2906"/>
                </a:lnTo>
                <a:cubicBezTo>
                  <a:pt x="265913" y="3579"/>
                  <a:pt x="265324" y="4458"/>
                  <a:pt x="264818" y="5441"/>
                </a:cubicBezTo>
                <a:cubicBezTo>
                  <a:pt x="263807" y="4315"/>
                  <a:pt x="262991" y="3917"/>
                  <a:pt x="262990" y="3917"/>
                </a:cubicBezTo>
                <a:lnTo>
                  <a:pt x="262990" y="3917"/>
                </a:lnTo>
                <a:cubicBezTo>
                  <a:pt x="263507" y="4367"/>
                  <a:pt x="263967" y="4936"/>
                  <a:pt x="264382" y="5588"/>
                </a:cubicBezTo>
                <a:cubicBezTo>
                  <a:pt x="264138" y="5724"/>
                  <a:pt x="263939" y="6115"/>
                  <a:pt x="263775" y="6631"/>
                </a:cubicBezTo>
                <a:lnTo>
                  <a:pt x="263597" y="6844"/>
                </a:lnTo>
                <a:cubicBezTo>
                  <a:pt x="263545" y="6230"/>
                  <a:pt x="263433" y="5727"/>
                  <a:pt x="263228" y="5441"/>
                </a:cubicBezTo>
                <a:cubicBezTo>
                  <a:pt x="263228" y="5441"/>
                  <a:pt x="263196" y="6341"/>
                  <a:pt x="263130" y="7499"/>
                </a:cubicBezTo>
                <a:cubicBezTo>
                  <a:pt x="263078" y="7580"/>
                  <a:pt x="263025" y="7663"/>
                  <a:pt x="262973" y="7754"/>
                </a:cubicBezTo>
                <a:cubicBezTo>
                  <a:pt x="262882" y="7622"/>
                  <a:pt x="262781" y="7492"/>
                  <a:pt x="262687" y="7370"/>
                </a:cubicBezTo>
                <a:cubicBezTo>
                  <a:pt x="262568" y="5951"/>
                  <a:pt x="262499" y="4482"/>
                  <a:pt x="262464" y="3663"/>
                </a:cubicBezTo>
                <a:cubicBezTo>
                  <a:pt x="262561" y="3474"/>
                  <a:pt x="262624" y="3418"/>
                  <a:pt x="262624" y="3418"/>
                </a:cubicBezTo>
                <a:cubicBezTo>
                  <a:pt x="262585" y="3405"/>
                  <a:pt x="262543" y="3398"/>
                  <a:pt x="262500" y="3398"/>
                </a:cubicBezTo>
                <a:cubicBezTo>
                  <a:pt x="262486" y="3398"/>
                  <a:pt x="262471" y="3399"/>
                  <a:pt x="262457" y="3401"/>
                </a:cubicBezTo>
                <a:cubicBezTo>
                  <a:pt x="262443" y="3146"/>
                  <a:pt x="262439" y="3000"/>
                  <a:pt x="262439" y="3000"/>
                </a:cubicBezTo>
                <a:cubicBezTo>
                  <a:pt x="262338" y="3150"/>
                  <a:pt x="262261" y="3314"/>
                  <a:pt x="262212" y="3488"/>
                </a:cubicBezTo>
                <a:cubicBezTo>
                  <a:pt x="261993" y="3645"/>
                  <a:pt x="261804" y="3976"/>
                  <a:pt x="261647" y="4416"/>
                </a:cubicBezTo>
                <a:cubicBezTo>
                  <a:pt x="261606" y="4283"/>
                  <a:pt x="261543" y="4161"/>
                  <a:pt x="261466" y="4050"/>
                </a:cubicBezTo>
                <a:cubicBezTo>
                  <a:pt x="261466" y="4050"/>
                  <a:pt x="261456" y="4395"/>
                  <a:pt x="261431" y="4936"/>
                </a:cubicBezTo>
                <a:cubicBezTo>
                  <a:pt x="261047" y="3952"/>
                  <a:pt x="260608" y="3003"/>
                  <a:pt x="260095" y="2149"/>
                </a:cubicBezTo>
                <a:cubicBezTo>
                  <a:pt x="260043" y="1144"/>
                  <a:pt x="260022" y="461"/>
                  <a:pt x="260022" y="461"/>
                </a:cubicBezTo>
                <a:cubicBezTo>
                  <a:pt x="259858" y="698"/>
                  <a:pt x="259736" y="1036"/>
                  <a:pt x="259649" y="1451"/>
                </a:cubicBezTo>
                <a:cubicBezTo>
                  <a:pt x="259303" y="935"/>
                  <a:pt x="258906" y="457"/>
                  <a:pt x="258466" y="21"/>
                </a:cubicBezTo>
                <a:lnTo>
                  <a:pt x="258466" y="21"/>
                </a:lnTo>
                <a:cubicBezTo>
                  <a:pt x="258466" y="21"/>
                  <a:pt x="258920" y="827"/>
                  <a:pt x="259530" y="2271"/>
                </a:cubicBezTo>
                <a:cubicBezTo>
                  <a:pt x="259415" y="3457"/>
                  <a:pt x="259481" y="4978"/>
                  <a:pt x="259617" y="6460"/>
                </a:cubicBezTo>
                <a:cubicBezTo>
                  <a:pt x="259572" y="6438"/>
                  <a:pt x="259522" y="6428"/>
                  <a:pt x="259472" y="6428"/>
                </a:cubicBezTo>
                <a:cubicBezTo>
                  <a:pt x="259434" y="6428"/>
                  <a:pt x="259396" y="6434"/>
                  <a:pt x="259359" y="6446"/>
                </a:cubicBezTo>
                <a:cubicBezTo>
                  <a:pt x="259359" y="6446"/>
                  <a:pt x="259527" y="6586"/>
                  <a:pt x="259691" y="7203"/>
                </a:cubicBezTo>
                <a:cubicBezTo>
                  <a:pt x="259712" y="7381"/>
                  <a:pt x="259729" y="7559"/>
                  <a:pt x="259753" y="7737"/>
                </a:cubicBezTo>
                <a:cubicBezTo>
                  <a:pt x="259509" y="7339"/>
                  <a:pt x="259237" y="6959"/>
                  <a:pt x="258941" y="6600"/>
                </a:cubicBezTo>
                <a:cubicBezTo>
                  <a:pt x="258867" y="6425"/>
                  <a:pt x="258794" y="6254"/>
                  <a:pt x="258717" y="6094"/>
                </a:cubicBezTo>
                <a:cubicBezTo>
                  <a:pt x="259112" y="5201"/>
                  <a:pt x="259391" y="4702"/>
                  <a:pt x="259391" y="4702"/>
                </a:cubicBezTo>
                <a:lnTo>
                  <a:pt x="259391" y="4702"/>
                </a:lnTo>
                <a:cubicBezTo>
                  <a:pt x="259077" y="5012"/>
                  <a:pt x="258791" y="5354"/>
                  <a:pt x="258540" y="5721"/>
                </a:cubicBezTo>
                <a:cubicBezTo>
                  <a:pt x="258470" y="5588"/>
                  <a:pt x="258404" y="5459"/>
                  <a:pt x="258341" y="5340"/>
                </a:cubicBezTo>
                <a:cubicBezTo>
                  <a:pt x="258302" y="5232"/>
                  <a:pt x="258250" y="5131"/>
                  <a:pt x="258187" y="5040"/>
                </a:cubicBezTo>
                <a:cubicBezTo>
                  <a:pt x="258187" y="5047"/>
                  <a:pt x="258184" y="5058"/>
                  <a:pt x="258184" y="5065"/>
                </a:cubicBezTo>
                <a:cubicBezTo>
                  <a:pt x="257626" y="4109"/>
                  <a:pt x="257162" y="3631"/>
                  <a:pt x="257078" y="3551"/>
                </a:cubicBezTo>
                <a:lnTo>
                  <a:pt x="257078" y="3551"/>
                </a:lnTo>
                <a:cubicBezTo>
                  <a:pt x="257155" y="3628"/>
                  <a:pt x="257493" y="4039"/>
                  <a:pt x="258027" y="5623"/>
                </a:cubicBezTo>
                <a:cubicBezTo>
                  <a:pt x="257368" y="5016"/>
                  <a:pt x="256897" y="4789"/>
                  <a:pt x="256897" y="4789"/>
                </a:cubicBezTo>
                <a:lnTo>
                  <a:pt x="256897" y="4789"/>
                </a:lnTo>
                <a:cubicBezTo>
                  <a:pt x="257284" y="5128"/>
                  <a:pt x="257643" y="5546"/>
                  <a:pt x="257974" y="6010"/>
                </a:cubicBezTo>
                <a:cubicBezTo>
                  <a:pt x="257856" y="6132"/>
                  <a:pt x="257472" y="6558"/>
                  <a:pt x="257022" y="7342"/>
                </a:cubicBezTo>
                <a:lnTo>
                  <a:pt x="256998" y="7294"/>
                </a:lnTo>
                <a:cubicBezTo>
                  <a:pt x="256970" y="6718"/>
                  <a:pt x="256956" y="6334"/>
                  <a:pt x="256956" y="6334"/>
                </a:cubicBezTo>
                <a:cubicBezTo>
                  <a:pt x="256858" y="6474"/>
                  <a:pt x="256782" y="6666"/>
                  <a:pt x="256726" y="6893"/>
                </a:cubicBezTo>
                <a:cubicBezTo>
                  <a:pt x="256509" y="6586"/>
                  <a:pt x="256265" y="6296"/>
                  <a:pt x="255997" y="6034"/>
                </a:cubicBezTo>
                <a:lnTo>
                  <a:pt x="255997" y="6034"/>
                </a:lnTo>
                <a:cubicBezTo>
                  <a:pt x="255997" y="6035"/>
                  <a:pt x="256269" y="6512"/>
                  <a:pt x="256639" y="7370"/>
                </a:cubicBezTo>
                <a:cubicBezTo>
                  <a:pt x="256635" y="7395"/>
                  <a:pt x="256635" y="7412"/>
                  <a:pt x="256632" y="7433"/>
                </a:cubicBezTo>
                <a:cubicBezTo>
                  <a:pt x="256538" y="7324"/>
                  <a:pt x="256435" y="7261"/>
                  <a:pt x="256321" y="7261"/>
                </a:cubicBezTo>
                <a:cubicBezTo>
                  <a:pt x="256286" y="7261"/>
                  <a:pt x="256250" y="7267"/>
                  <a:pt x="256213" y="7280"/>
                </a:cubicBezTo>
                <a:cubicBezTo>
                  <a:pt x="256213" y="7280"/>
                  <a:pt x="256405" y="7447"/>
                  <a:pt x="256579" y="8208"/>
                </a:cubicBezTo>
                <a:lnTo>
                  <a:pt x="256565" y="8235"/>
                </a:lnTo>
                <a:cubicBezTo>
                  <a:pt x="256461" y="8354"/>
                  <a:pt x="256353" y="8480"/>
                  <a:pt x="256241" y="8616"/>
                </a:cubicBezTo>
                <a:cubicBezTo>
                  <a:pt x="256216" y="7956"/>
                  <a:pt x="256129" y="7402"/>
                  <a:pt x="255951" y="7067"/>
                </a:cubicBezTo>
                <a:cubicBezTo>
                  <a:pt x="255990" y="6174"/>
                  <a:pt x="255986" y="5326"/>
                  <a:pt x="255899" y="4643"/>
                </a:cubicBezTo>
                <a:cubicBezTo>
                  <a:pt x="256356" y="3583"/>
                  <a:pt x="256687" y="3000"/>
                  <a:pt x="256687" y="3000"/>
                </a:cubicBezTo>
                <a:lnTo>
                  <a:pt x="256687" y="3000"/>
                </a:lnTo>
                <a:cubicBezTo>
                  <a:pt x="256356" y="3321"/>
                  <a:pt x="256056" y="3673"/>
                  <a:pt x="255794" y="4053"/>
                </a:cubicBezTo>
                <a:cubicBezTo>
                  <a:pt x="255718" y="3771"/>
                  <a:pt x="255627" y="3540"/>
                  <a:pt x="255508" y="3370"/>
                </a:cubicBezTo>
                <a:cubicBezTo>
                  <a:pt x="255508" y="3370"/>
                  <a:pt x="255491" y="3837"/>
                  <a:pt x="255463" y="4542"/>
                </a:cubicBezTo>
                <a:cubicBezTo>
                  <a:pt x="255003" y="5281"/>
                  <a:pt x="254612" y="6059"/>
                  <a:pt x="254288" y="6872"/>
                </a:cubicBezTo>
                <a:lnTo>
                  <a:pt x="254207" y="6934"/>
                </a:lnTo>
                <a:cubicBezTo>
                  <a:pt x="254022" y="6348"/>
                  <a:pt x="253789" y="5916"/>
                  <a:pt x="253496" y="5860"/>
                </a:cubicBezTo>
                <a:cubicBezTo>
                  <a:pt x="253454" y="5738"/>
                  <a:pt x="253398" y="5623"/>
                  <a:pt x="253325" y="5518"/>
                </a:cubicBezTo>
                <a:cubicBezTo>
                  <a:pt x="253325" y="5518"/>
                  <a:pt x="253321" y="5651"/>
                  <a:pt x="253311" y="5871"/>
                </a:cubicBezTo>
                <a:cubicBezTo>
                  <a:pt x="253300" y="6125"/>
                  <a:pt x="253287" y="6495"/>
                  <a:pt x="253259" y="6934"/>
                </a:cubicBezTo>
                <a:cubicBezTo>
                  <a:pt x="253248" y="6917"/>
                  <a:pt x="253234" y="6899"/>
                  <a:pt x="253217" y="6889"/>
                </a:cubicBezTo>
                <a:lnTo>
                  <a:pt x="253217" y="6889"/>
                </a:lnTo>
                <a:cubicBezTo>
                  <a:pt x="253234" y="6913"/>
                  <a:pt x="253248" y="6938"/>
                  <a:pt x="253259" y="6966"/>
                </a:cubicBezTo>
                <a:cubicBezTo>
                  <a:pt x="253241" y="7273"/>
                  <a:pt x="253224" y="7608"/>
                  <a:pt x="253203" y="7960"/>
                </a:cubicBezTo>
                <a:cubicBezTo>
                  <a:pt x="253095" y="8092"/>
                  <a:pt x="252980" y="8239"/>
                  <a:pt x="252871" y="8392"/>
                </a:cubicBezTo>
                <a:lnTo>
                  <a:pt x="252680" y="8138"/>
                </a:lnTo>
                <a:cubicBezTo>
                  <a:pt x="252662" y="7796"/>
                  <a:pt x="252659" y="7580"/>
                  <a:pt x="252659" y="7580"/>
                </a:cubicBezTo>
                <a:cubicBezTo>
                  <a:pt x="252585" y="7684"/>
                  <a:pt x="252533" y="7796"/>
                  <a:pt x="252498" y="7918"/>
                </a:cubicBezTo>
                <a:cubicBezTo>
                  <a:pt x="252394" y="7785"/>
                  <a:pt x="252289" y="7667"/>
                  <a:pt x="252184" y="7555"/>
                </a:cubicBezTo>
                <a:cubicBezTo>
                  <a:pt x="252387" y="7123"/>
                  <a:pt x="252523" y="6889"/>
                  <a:pt x="252523" y="6889"/>
                </a:cubicBezTo>
                <a:lnTo>
                  <a:pt x="252523" y="6889"/>
                </a:lnTo>
                <a:cubicBezTo>
                  <a:pt x="252355" y="7053"/>
                  <a:pt x="252195" y="7227"/>
                  <a:pt x="252048" y="7416"/>
                </a:cubicBezTo>
                <a:cubicBezTo>
                  <a:pt x="251958" y="7318"/>
                  <a:pt x="251863" y="7231"/>
                  <a:pt x="251783" y="7154"/>
                </a:cubicBezTo>
                <a:cubicBezTo>
                  <a:pt x="251951" y="4011"/>
                  <a:pt x="252561" y="3499"/>
                  <a:pt x="252561" y="3499"/>
                </a:cubicBezTo>
                <a:cubicBezTo>
                  <a:pt x="252512" y="3482"/>
                  <a:pt x="252463" y="3474"/>
                  <a:pt x="252417" y="3474"/>
                </a:cubicBezTo>
                <a:cubicBezTo>
                  <a:pt x="251753" y="3474"/>
                  <a:pt x="251347" y="5055"/>
                  <a:pt x="251103" y="6600"/>
                </a:cubicBezTo>
                <a:cubicBezTo>
                  <a:pt x="250988" y="6516"/>
                  <a:pt x="250866" y="6443"/>
                  <a:pt x="250740" y="6376"/>
                </a:cubicBezTo>
                <a:lnTo>
                  <a:pt x="250740" y="6376"/>
                </a:lnTo>
                <a:cubicBezTo>
                  <a:pt x="250859" y="6481"/>
                  <a:pt x="250974" y="6596"/>
                  <a:pt x="251089" y="6715"/>
                </a:cubicBezTo>
                <a:cubicBezTo>
                  <a:pt x="251068" y="6837"/>
                  <a:pt x="251051" y="6959"/>
                  <a:pt x="251037" y="7074"/>
                </a:cubicBezTo>
                <a:cubicBezTo>
                  <a:pt x="250817" y="6690"/>
                  <a:pt x="250566" y="6324"/>
                  <a:pt x="250287" y="5982"/>
                </a:cubicBezTo>
                <a:cubicBezTo>
                  <a:pt x="250252" y="5571"/>
                  <a:pt x="250220" y="5155"/>
                  <a:pt x="250189" y="4747"/>
                </a:cubicBezTo>
                <a:cubicBezTo>
                  <a:pt x="250200" y="4730"/>
                  <a:pt x="250210" y="4716"/>
                  <a:pt x="250217" y="4699"/>
                </a:cubicBezTo>
                <a:lnTo>
                  <a:pt x="250217" y="4699"/>
                </a:lnTo>
                <a:lnTo>
                  <a:pt x="250189" y="4730"/>
                </a:lnTo>
                <a:cubicBezTo>
                  <a:pt x="250039" y="2567"/>
                  <a:pt x="249973" y="562"/>
                  <a:pt x="249973" y="562"/>
                </a:cubicBezTo>
                <a:cubicBezTo>
                  <a:pt x="249401" y="1371"/>
                  <a:pt x="249348" y="3408"/>
                  <a:pt x="249491" y="5546"/>
                </a:cubicBezTo>
                <a:lnTo>
                  <a:pt x="249300" y="5811"/>
                </a:lnTo>
                <a:cubicBezTo>
                  <a:pt x="249237" y="5483"/>
                  <a:pt x="249143" y="5218"/>
                  <a:pt x="249014" y="5033"/>
                </a:cubicBezTo>
                <a:cubicBezTo>
                  <a:pt x="249014" y="5033"/>
                  <a:pt x="248996" y="5574"/>
                  <a:pt x="248958" y="6355"/>
                </a:cubicBezTo>
                <a:lnTo>
                  <a:pt x="248892" y="6460"/>
                </a:lnTo>
                <a:lnTo>
                  <a:pt x="248731" y="6279"/>
                </a:lnTo>
                <a:cubicBezTo>
                  <a:pt x="247946" y="4556"/>
                  <a:pt x="247154" y="3739"/>
                  <a:pt x="247046" y="3635"/>
                </a:cubicBezTo>
                <a:lnTo>
                  <a:pt x="247046" y="3635"/>
                </a:lnTo>
                <a:cubicBezTo>
                  <a:pt x="247116" y="3704"/>
                  <a:pt x="247427" y="4081"/>
                  <a:pt x="247918" y="5487"/>
                </a:cubicBezTo>
                <a:cubicBezTo>
                  <a:pt x="247789" y="5375"/>
                  <a:pt x="247667" y="5285"/>
                  <a:pt x="247563" y="5204"/>
                </a:cubicBezTo>
                <a:cubicBezTo>
                  <a:pt x="247556" y="5096"/>
                  <a:pt x="247552" y="5033"/>
                  <a:pt x="247552" y="5033"/>
                </a:cubicBezTo>
                <a:lnTo>
                  <a:pt x="247486" y="5148"/>
                </a:lnTo>
                <a:cubicBezTo>
                  <a:pt x="247343" y="5044"/>
                  <a:pt x="247189" y="4950"/>
                  <a:pt x="247029" y="4866"/>
                </a:cubicBezTo>
                <a:lnTo>
                  <a:pt x="247029" y="4866"/>
                </a:lnTo>
                <a:cubicBezTo>
                  <a:pt x="247168" y="4988"/>
                  <a:pt x="247304" y="5117"/>
                  <a:pt x="247434" y="5257"/>
                </a:cubicBezTo>
                <a:cubicBezTo>
                  <a:pt x="247360" y="5435"/>
                  <a:pt x="247301" y="5619"/>
                  <a:pt x="247266" y="5811"/>
                </a:cubicBezTo>
                <a:cubicBezTo>
                  <a:pt x="246998" y="5410"/>
                  <a:pt x="246691" y="5037"/>
                  <a:pt x="246349" y="4699"/>
                </a:cubicBezTo>
                <a:lnTo>
                  <a:pt x="246349" y="4699"/>
                </a:lnTo>
                <a:cubicBezTo>
                  <a:pt x="246349" y="4699"/>
                  <a:pt x="246708" y="5330"/>
                  <a:pt x="247172" y="6457"/>
                </a:cubicBezTo>
                <a:cubicBezTo>
                  <a:pt x="247151" y="6704"/>
                  <a:pt x="247144" y="6976"/>
                  <a:pt x="247137" y="7259"/>
                </a:cubicBezTo>
                <a:cubicBezTo>
                  <a:pt x="247106" y="7259"/>
                  <a:pt x="247071" y="7262"/>
                  <a:pt x="247039" y="7276"/>
                </a:cubicBezTo>
                <a:cubicBezTo>
                  <a:pt x="247078" y="7315"/>
                  <a:pt x="247109" y="7360"/>
                  <a:pt x="247134" y="7405"/>
                </a:cubicBezTo>
                <a:cubicBezTo>
                  <a:pt x="246809" y="7824"/>
                  <a:pt x="246523" y="8270"/>
                  <a:pt x="246282" y="8741"/>
                </a:cubicBezTo>
                <a:cubicBezTo>
                  <a:pt x="246119" y="8434"/>
                  <a:pt x="245934" y="8141"/>
                  <a:pt x="245724" y="7859"/>
                </a:cubicBezTo>
                <a:cubicBezTo>
                  <a:pt x="245951" y="7559"/>
                  <a:pt x="246209" y="7280"/>
                  <a:pt x="246488" y="7029"/>
                </a:cubicBezTo>
                <a:lnTo>
                  <a:pt x="246488" y="7029"/>
                </a:lnTo>
                <a:cubicBezTo>
                  <a:pt x="246488" y="7029"/>
                  <a:pt x="246418" y="7063"/>
                  <a:pt x="246307" y="7133"/>
                </a:cubicBezTo>
                <a:lnTo>
                  <a:pt x="246415" y="7029"/>
                </a:lnTo>
                <a:lnTo>
                  <a:pt x="246415" y="7029"/>
                </a:lnTo>
                <a:cubicBezTo>
                  <a:pt x="246415" y="7029"/>
                  <a:pt x="246157" y="7154"/>
                  <a:pt x="245766" y="7472"/>
                </a:cubicBezTo>
                <a:cubicBezTo>
                  <a:pt x="246139" y="6409"/>
                  <a:pt x="246387" y="6074"/>
                  <a:pt x="246463" y="5994"/>
                </a:cubicBezTo>
                <a:lnTo>
                  <a:pt x="246463" y="5994"/>
                </a:lnTo>
                <a:cubicBezTo>
                  <a:pt x="246363" y="6095"/>
                  <a:pt x="246269" y="6203"/>
                  <a:pt x="246178" y="6317"/>
                </a:cubicBezTo>
                <a:cubicBezTo>
                  <a:pt x="246281" y="6126"/>
                  <a:pt x="246350" y="6035"/>
                  <a:pt x="246387" y="5996"/>
                </a:cubicBezTo>
                <a:lnTo>
                  <a:pt x="246387" y="5996"/>
                </a:lnTo>
                <a:cubicBezTo>
                  <a:pt x="246282" y="6101"/>
                  <a:pt x="245861" y="6557"/>
                  <a:pt x="245372" y="7430"/>
                </a:cubicBezTo>
                <a:lnTo>
                  <a:pt x="245356" y="7413"/>
                </a:lnTo>
                <a:lnTo>
                  <a:pt x="245356" y="7413"/>
                </a:lnTo>
                <a:cubicBezTo>
                  <a:pt x="245361" y="7419"/>
                  <a:pt x="245365" y="7426"/>
                  <a:pt x="245369" y="7433"/>
                </a:cubicBezTo>
                <a:cubicBezTo>
                  <a:pt x="245253" y="7642"/>
                  <a:pt x="245138" y="7873"/>
                  <a:pt x="245016" y="8127"/>
                </a:cubicBezTo>
                <a:cubicBezTo>
                  <a:pt x="244863" y="7876"/>
                  <a:pt x="244695" y="7635"/>
                  <a:pt x="244514" y="7405"/>
                </a:cubicBezTo>
                <a:cubicBezTo>
                  <a:pt x="244538" y="7360"/>
                  <a:pt x="244573" y="7315"/>
                  <a:pt x="244608" y="7276"/>
                </a:cubicBezTo>
                <a:cubicBezTo>
                  <a:pt x="244575" y="7264"/>
                  <a:pt x="244540" y="7259"/>
                  <a:pt x="244503" y="7259"/>
                </a:cubicBezTo>
                <a:cubicBezTo>
                  <a:pt x="244486" y="7259"/>
                  <a:pt x="244469" y="7260"/>
                  <a:pt x="244451" y="7262"/>
                </a:cubicBezTo>
                <a:cubicBezTo>
                  <a:pt x="244444" y="7070"/>
                  <a:pt x="244444" y="6959"/>
                  <a:pt x="244444" y="6959"/>
                </a:cubicBezTo>
                <a:cubicBezTo>
                  <a:pt x="244437" y="6966"/>
                  <a:pt x="244430" y="6973"/>
                  <a:pt x="244427" y="6983"/>
                </a:cubicBezTo>
                <a:cubicBezTo>
                  <a:pt x="244465" y="6122"/>
                  <a:pt x="244458" y="5302"/>
                  <a:pt x="244374" y="4639"/>
                </a:cubicBezTo>
                <a:cubicBezTo>
                  <a:pt x="244831" y="3579"/>
                  <a:pt x="245159" y="2993"/>
                  <a:pt x="245159" y="2993"/>
                </a:cubicBezTo>
                <a:lnTo>
                  <a:pt x="245159" y="2993"/>
                </a:lnTo>
                <a:cubicBezTo>
                  <a:pt x="244999" y="3150"/>
                  <a:pt x="244845" y="3321"/>
                  <a:pt x="244692" y="3499"/>
                </a:cubicBezTo>
                <a:cubicBezTo>
                  <a:pt x="244859" y="3167"/>
                  <a:pt x="244957" y="2993"/>
                  <a:pt x="244957" y="2993"/>
                </a:cubicBezTo>
                <a:lnTo>
                  <a:pt x="244957" y="2993"/>
                </a:lnTo>
                <a:cubicBezTo>
                  <a:pt x="244685" y="3261"/>
                  <a:pt x="244437" y="3547"/>
                  <a:pt x="244207" y="3854"/>
                </a:cubicBezTo>
                <a:cubicBezTo>
                  <a:pt x="244158" y="3680"/>
                  <a:pt x="244085" y="3516"/>
                  <a:pt x="243987" y="3366"/>
                </a:cubicBezTo>
                <a:cubicBezTo>
                  <a:pt x="243987" y="3366"/>
                  <a:pt x="243980" y="3408"/>
                  <a:pt x="243980" y="3478"/>
                </a:cubicBezTo>
                <a:cubicBezTo>
                  <a:pt x="243963" y="3439"/>
                  <a:pt x="243938" y="3401"/>
                  <a:pt x="243911" y="3366"/>
                </a:cubicBezTo>
                <a:cubicBezTo>
                  <a:pt x="243911" y="3366"/>
                  <a:pt x="243900" y="3739"/>
                  <a:pt x="243872" y="4329"/>
                </a:cubicBezTo>
                <a:cubicBezTo>
                  <a:pt x="243447" y="4964"/>
                  <a:pt x="243070" y="5686"/>
                  <a:pt x="242739" y="6439"/>
                </a:cubicBezTo>
                <a:cubicBezTo>
                  <a:pt x="242725" y="6411"/>
                  <a:pt x="242711" y="6383"/>
                  <a:pt x="242690" y="6355"/>
                </a:cubicBezTo>
                <a:cubicBezTo>
                  <a:pt x="242651" y="5574"/>
                  <a:pt x="242634" y="5033"/>
                  <a:pt x="242634" y="5033"/>
                </a:cubicBezTo>
                <a:cubicBezTo>
                  <a:pt x="242505" y="5218"/>
                  <a:pt x="242411" y="5483"/>
                  <a:pt x="242348" y="5811"/>
                </a:cubicBezTo>
                <a:cubicBezTo>
                  <a:pt x="242079" y="5410"/>
                  <a:pt x="241772" y="5037"/>
                  <a:pt x="241431" y="4699"/>
                </a:cubicBezTo>
                <a:lnTo>
                  <a:pt x="241431" y="4699"/>
                </a:lnTo>
                <a:cubicBezTo>
                  <a:pt x="241431" y="4699"/>
                  <a:pt x="241661" y="5110"/>
                  <a:pt x="241999" y="5860"/>
                </a:cubicBezTo>
                <a:lnTo>
                  <a:pt x="241968" y="5860"/>
                </a:lnTo>
                <a:cubicBezTo>
                  <a:pt x="241926" y="5738"/>
                  <a:pt x="241870" y="5623"/>
                  <a:pt x="241797" y="5518"/>
                </a:cubicBezTo>
                <a:cubicBezTo>
                  <a:pt x="241797" y="5518"/>
                  <a:pt x="241797" y="5564"/>
                  <a:pt x="241793" y="5633"/>
                </a:cubicBezTo>
                <a:lnTo>
                  <a:pt x="241727" y="5518"/>
                </a:lnTo>
                <a:cubicBezTo>
                  <a:pt x="241727" y="5518"/>
                  <a:pt x="241724" y="5651"/>
                  <a:pt x="241713" y="5871"/>
                </a:cubicBezTo>
                <a:cubicBezTo>
                  <a:pt x="241706" y="6020"/>
                  <a:pt x="241696" y="6216"/>
                  <a:pt x="241689" y="6443"/>
                </a:cubicBezTo>
                <a:lnTo>
                  <a:pt x="241567" y="6376"/>
                </a:lnTo>
                <a:lnTo>
                  <a:pt x="241567" y="6376"/>
                </a:lnTo>
                <a:cubicBezTo>
                  <a:pt x="241608" y="6411"/>
                  <a:pt x="241647" y="6450"/>
                  <a:pt x="241685" y="6491"/>
                </a:cubicBezTo>
                <a:cubicBezTo>
                  <a:pt x="241654" y="7168"/>
                  <a:pt x="241601" y="8117"/>
                  <a:pt x="241532" y="9059"/>
                </a:cubicBezTo>
                <a:cubicBezTo>
                  <a:pt x="241406" y="8807"/>
                  <a:pt x="241284" y="8588"/>
                  <a:pt x="241165" y="8396"/>
                </a:cubicBezTo>
                <a:cubicBezTo>
                  <a:pt x="241145" y="7904"/>
                  <a:pt x="241131" y="7580"/>
                  <a:pt x="241131" y="7580"/>
                </a:cubicBezTo>
                <a:lnTo>
                  <a:pt x="241064" y="7695"/>
                </a:lnTo>
                <a:cubicBezTo>
                  <a:pt x="241061" y="7622"/>
                  <a:pt x="241061" y="7580"/>
                  <a:pt x="241061" y="7580"/>
                </a:cubicBezTo>
                <a:cubicBezTo>
                  <a:pt x="240984" y="7698"/>
                  <a:pt x="240925" y="7827"/>
                  <a:pt x="240886" y="7963"/>
                </a:cubicBezTo>
                <a:cubicBezTo>
                  <a:pt x="240743" y="7762"/>
                  <a:pt x="240587" y="7572"/>
                  <a:pt x="240418" y="7391"/>
                </a:cubicBezTo>
                <a:lnTo>
                  <a:pt x="240418" y="7391"/>
                </a:lnTo>
                <a:cubicBezTo>
                  <a:pt x="240472" y="7451"/>
                  <a:pt x="240613" y="7644"/>
                  <a:pt x="240834" y="8169"/>
                </a:cubicBezTo>
                <a:cubicBezTo>
                  <a:pt x="240796" y="8330"/>
                  <a:pt x="240771" y="8494"/>
                  <a:pt x="240754" y="8657"/>
                </a:cubicBezTo>
                <a:lnTo>
                  <a:pt x="240663" y="8588"/>
                </a:lnTo>
                <a:cubicBezTo>
                  <a:pt x="240545" y="8204"/>
                  <a:pt x="240402" y="7904"/>
                  <a:pt x="240227" y="7761"/>
                </a:cubicBezTo>
                <a:cubicBezTo>
                  <a:pt x="240349" y="4081"/>
                  <a:pt x="241033" y="3499"/>
                  <a:pt x="241033" y="3499"/>
                </a:cubicBezTo>
                <a:cubicBezTo>
                  <a:pt x="240988" y="3484"/>
                  <a:pt x="240942" y="3476"/>
                  <a:pt x="240895" y="3476"/>
                </a:cubicBezTo>
                <a:cubicBezTo>
                  <a:pt x="240854" y="3476"/>
                  <a:pt x="240812" y="3482"/>
                  <a:pt x="240771" y="3495"/>
                </a:cubicBezTo>
                <a:cubicBezTo>
                  <a:pt x="240731" y="3484"/>
                  <a:pt x="240692" y="3479"/>
                  <a:pt x="240654" y="3479"/>
                </a:cubicBezTo>
                <a:cubicBezTo>
                  <a:pt x="239971" y="3479"/>
                  <a:pt x="239555" y="5171"/>
                  <a:pt x="239317" y="6760"/>
                </a:cubicBezTo>
                <a:cubicBezTo>
                  <a:pt x="239149" y="6488"/>
                  <a:pt x="238964" y="6230"/>
                  <a:pt x="238762" y="5982"/>
                </a:cubicBezTo>
                <a:cubicBezTo>
                  <a:pt x="238539" y="3418"/>
                  <a:pt x="238448" y="562"/>
                  <a:pt x="238448" y="562"/>
                </a:cubicBezTo>
                <a:cubicBezTo>
                  <a:pt x="238358" y="694"/>
                  <a:pt x="238281" y="841"/>
                  <a:pt x="238225" y="998"/>
                </a:cubicBezTo>
                <a:cubicBezTo>
                  <a:pt x="238218" y="722"/>
                  <a:pt x="238208" y="562"/>
                  <a:pt x="238208" y="562"/>
                </a:cubicBezTo>
                <a:cubicBezTo>
                  <a:pt x="237499" y="1570"/>
                  <a:pt x="237594" y="4465"/>
                  <a:pt x="237866" y="7088"/>
                </a:cubicBezTo>
                <a:cubicBezTo>
                  <a:pt x="237639" y="6784"/>
                  <a:pt x="237416" y="6512"/>
                  <a:pt x="237206" y="6279"/>
                </a:cubicBezTo>
                <a:cubicBezTo>
                  <a:pt x="236927" y="5665"/>
                  <a:pt x="236600" y="5075"/>
                  <a:pt x="236226" y="4517"/>
                </a:cubicBezTo>
                <a:cubicBezTo>
                  <a:pt x="236177" y="4350"/>
                  <a:pt x="236104" y="4189"/>
                  <a:pt x="236007" y="4046"/>
                </a:cubicBezTo>
                <a:cubicBezTo>
                  <a:pt x="236007" y="4046"/>
                  <a:pt x="236007" y="4102"/>
                  <a:pt x="236003" y="4207"/>
                </a:cubicBezTo>
                <a:cubicBezTo>
                  <a:pt x="235859" y="4008"/>
                  <a:pt x="235702" y="3823"/>
                  <a:pt x="235532" y="3645"/>
                </a:cubicBezTo>
                <a:lnTo>
                  <a:pt x="235532" y="3645"/>
                </a:lnTo>
                <a:cubicBezTo>
                  <a:pt x="235590" y="3708"/>
                  <a:pt x="235746" y="3913"/>
                  <a:pt x="235993" y="4465"/>
                </a:cubicBezTo>
                <a:cubicBezTo>
                  <a:pt x="235989" y="4482"/>
                  <a:pt x="235989" y="4500"/>
                  <a:pt x="235989" y="4521"/>
                </a:cubicBezTo>
                <a:cubicBezTo>
                  <a:pt x="235780" y="4207"/>
                  <a:pt x="235546" y="3910"/>
                  <a:pt x="235288" y="3635"/>
                </a:cubicBezTo>
                <a:lnTo>
                  <a:pt x="235288" y="3635"/>
                </a:lnTo>
                <a:cubicBezTo>
                  <a:pt x="235344" y="3697"/>
                  <a:pt x="235588" y="3987"/>
                  <a:pt x="235968" y="4978"/>
                </a:cubicBezTo>
                <a:cubicBezTo>
                  <a:pt x="235968" y="5033"/>
                  <a:pt x="235965" y="5093"/>
                  <a:pt x="235965" y="5152"/>
                </a:cubicBezTo>
                <a:cubicBezTo>
                  <a:pt x="235818" y="5047"/>
                  <a:pt x="235665" y="4950"/>
                  <a:pt x="235504" y="4866"/>
                </a:cubicBezTo>
                <a:lnTo>
                  <a:pt x="235504" y="4866"/>
                </a:lnTo>
                <a:cubicBezTo>
                  <a:pt x="235651" y="4992"/>
                  <a:pt x="235787" y="5128"/>
                  <a:pt x="235916" y="5271"/>
                </a:cubicBezTo>
                <a:cubicBezTo>
                  <a:pt x="235724" y="5117"/>
                  <a:pt x="235518" y="4981"/>
                  <a:pt x="235302" y="4866"/>
                </a:cubicBezTo>
                <a:lnTo>
                  <a:pt x="235302" y="4866"/>
                </a:lnTo>
                <a:cubicBezTo>
                  <a:pt x="235532" y="5068"/>
                  <a:pt x="235748" y="5288"/>
                  <a:pt x="235940" y="5529"/>
                </a:cubicBezTo>
                <a:cubicBezTo>
                  <a:pt x="235902" y="6338"/>
                  <a:pt x="235843" y="7381"/>
                  <a:pt x="235759" y="8375"/>
                </a:cubicBezTo>
                <a:cubicBezTo>
                  <a:pt x="235592" y="8574"/>
                  <a:pt x="235435" y="8787"/>
                  <a:pt x="235292" y="9006"/>
                </a:cubicBezTo>
                <a:cubicBezTo>
                  <a:pt x="235197" y="8832"/>
                  <a:pt x="235100" y="8678"/>
                  <a:pt x="235012" y="8546"/>
                </a:cubicBezTo>
                <a:cubicBezTo>
                  <a:pt x="234925" y="8068"/>
                  <a:pt x="234821" y="7611"/>
                  <a:pt x="234685" y="7245"/>
                </a:cubicBezTo>
                <a:cubicBezTo>
                  <a:pt x="234953" y="6868"/>
                  <a:pt x="235260" y="6523"/>
                  <a:pt x="235602" y="6216"/>
                </a:cubicBezTo>
                <a:lnTo>
                  <a:pt x="235602" y="6216"/>
                </a:lnTo>
                <a:cubicBezTo>
                  <a:pt x="235602" y="6216"/>
                  <a:pt x="235173" y="6425"/>
                  <a:pt x="234576" y="6976"/>
                </a:cubicBezTo>
                <a:lnTo>
                  <a:pt x="234563" y="6945"/>
                </a:lnTo>
                <a:cubicBezTo>
                  <a:pt x="235040" y="5540"/>
                  <a:pt x="235340" y="5170"/>
                  <a:pt x="235407" y="5103"/>
                </a:cubicBezTo>
                <a:lnTo>
                  <a:pt x="235407" y="5103"/>
                </a:lnTo>
                <a:cubicBezTo>
                  <a:pt x="235330" y="5180"/>
                  <a:pt x="234873" y="5651"/>
                  <a:pt x="234343" y="6596"/>
                </a:cubicBezTo>
                <a:lnTo>
                  <a:pt x="234301" y="6558"/>
                </a:lnTo>
                <a:cubicBezTo>
                  <a:pt x="234297" y="6411"/>
                  <a:pt x="234294" y="6331"/>
                  <a:pt x="234294" y="6331"/>
                </a:cubicBezTo>
                <a:cubicBezTo>
                  <a:pt x="234263" y="6376"/>
                  <a:pt x="234231" y="6425"/>
                  <a:pt x="234207" y="6477"/>
                </a:cubicBezTo>
                <a:cubicBezTo>
                  <a:pt x="234147" y="6442"/>
                  <a:pt x="234080" y="6424"/>
                  <a:pt x="234013" y="6424"/>
                </a:cubicBezTo>
                <a:cubicBezTo>
                  <a:pt x="233974" y="6424"/>
                  <a:pt x="233935" y="6430"/>
                  <a:pt x="233896" y="6443"/>
                </a:cubicBezTo>
                <a:cubicBezTo>
                  <a:pt x="233896" y="6443"/>
                  <a:pt x="233984" y="6512"/>
                  <a:pt x="234092" y="6777"/>
                </a:cubicBezTo>
                <a:cubicBezTo>
                  <a:pt x="234050" y="6938"/>
                  <a:pt x="234015" y="7098"/>
                  <a:pt x="233994" y="7262"/>
                </a:cubicBezTo>
                <a:cubicBezTo>
                  <a:pt x="233893" y="7472"/>
                  <a:pt x="233792" y="7695"/>
                  <a:pt x="233691" y="7935"/>
                </a:cubicBezTo>
                <a:cubicBezTo>
                  <a:pt x="233561" y="8099"/>
                  <a:pt x="233425" y="8277"/>
                  <a:pt x="233289" y="8476"/>
                </a:cubicBezTo>
                <a:cubicBezTo>
                  <a:pt x="233282" y="8232"/>
                  <a:pt x="233279" y="8082"/>
                  <a:pt x="233279" y="8082"/>
                </a:cubicBezTo>
                <a:cubicBezTo>
                  <a:pt x="233220" y="8166"/>
                  <a:pt x="233174" y="8256"/>
                  <a:pt x="233143" y="8354"/>
                </a:cubicBezTo>
                <a:lnTo>
                  <a:pt x="233056" y="8361"/>
                </a:lnTo>
                <a:cubicBezTo>
                  <a:pt x="233230" y="6701"/>
                  <a:pt x="233331" y="4904"/>
                  <a:pt x="233164" y="3638"/>
                </a:cubicBezTo>
                <a:cubicBezTo>
                  <a:pt x="233645" y="2533"/>
                  <a:pt x="233994" y="1919"/>
                  <a:pt x="233994" y="1919"/>
                </a:cubicBezTo>
                <a:lnTo>
                  <a:pt x="233994" y="1919"/>
                </a:lnTo>
                <a:cubicBezTo>
                  <a:pt x="233649" y="2257"/>
                  <a:pt x="233331" y="2630"/>
                  <a:pt x="233052" y="3024"/>
                </a:cubicBezTo>
                <a:cubicBezTo>
                  <a:pt x="232975" y="2731"/>
                  <a:pt x="232881" y="2494"/>
                  <a:pt x="232756" y="2313"/>
                </a:cubicBezTo>
                <a:cubicBezTo>
                  <a:pt x="232756" y="2313"/>
                  <a:pt x="232738" y="2798"/>
                  <a:pt x="232703" y="3540"/>
                </a:cubicBezTo>
                <a:cubicBezTo>
                  <a:pt x="232198" y="4336"/>
                  <a:pt x="231762" y="5239"/>
                  <a:pt x="231381" y="6177"/>
                </a:cubicBezTo>
                <a:cubicBezTo>
                  <a:pt x="231221" y="5637"/>
                  <a:pt x="231019" y="5215"/>
                  <a:pt x="230774" y="5044"/>
                </a:cubicBezTo>
                <a:cubicBezTo>
                  <a:pt x="230729" y="4887"/>
                  <a:pt x="230663" y="4740"/>
                  <a:pt x="230576" y="4604"/>
                </a:cubicBezTo>
                <a:cubicBezTo>
                  <a:pt x="230576" y="4604"/>
                  <a:pt x="230569" y="4737"/>
                  <a:pt x="230558" y="4964"/>
                </a:cubicBezTo>
                <a:cubicBezTo>
                  <a:pt x="230549" y="4963"/>
                  <a:pt x="230540" y="4963"/>
                  <a:pt x="230532" y="4963"/>
                </a:cubicBezTo>
                <a:cubicBezTo>
                  <a:pt x="230489" y="4963"/>
                  <a:pt x="230449" y="4969"/>
                  <a:pt x="230408" y="4981"/>
                </a:cubicBezTo>
                <a:cubicBezTo>
                  <a:pt x="230408" y="4981"/>
                  <a:pt x="230464" y="5030"/>
                  <a:pt x="230548" y="5197"/>
                </a:cubicBezTo>
                <a:cubicBezTo>
                  <a:pt x="230523" y="5815"/>
                  <a:pt x="230474" y="6854"/>
                  <a:pt x="230394" y="7935"/>
                </a:cubicBezTo>
                <a:cubicBezTo>
                  <a:pt x="230290" y="8085"/>
                  <a:pt x="230175" y="8267"/>
                  <a:pt x="230045" y="8480"/>
                </a:cubicBezTo>
                <a:lnTo>
                  <a:pt x="229972" y="8532"/>
                </a:lnTo>
                <a:cubicBezTo>
                  <a:pt x="229958" y="8239"/>
                  <a:pt x="229941" y="7963"/>
                  <a:pt x="229934" y="7726"/>
                </a:cubicBezTo>
                <a:cubicBezTo>
                  <a:pt x="229993" y="7601"/>
                  <a:pt x="230066" y="7482"/>
                  <a:pt x="230157" y="7377"/>
                </a:cubicBezTo>
                <a:lnTo>
                  <a:pt x="230157" y="7377"/>
                </a:lnTo>
                <a:cubicBezTo>
                  <a:pt x="230129" y="7402"/>
                  <a:pt x="230052" y="7485"/>
                  <a:pt x="229930" y="7632"/>
                </a:cubicBezTo>
                <a:cubicBezTo>
                  <a:pt x="229906" y="7133"/>
                  <a:pt x="229895" y="6805"/>
                  <a:pt x="229895" y="6805"/>
                </a:cubicBezTo>
                <a:cubicBezTo>
                  <a:pt x="229854" y="6865"/>
                  <a:pt x="229822" y="6927"/>
                  <a:pt x="229794" y="6994"/>
                </a:cubicBezTo>
                <a:cubicBezTo>
                  <a:pt x="229763" y="6125"/>
                  <a:pt x="229651" y="5407"/>
                  <a:pt x="229390" y="5033"/>
                </a:cubicBezTo>
                <a:cubicBezTo>
                  <a:pt x="229390" y="5033"/>
                  <a:pt x="229348" y="6202"/>
                  <a:pt x="229268" y="7597"/>
                </a:cubicBezTo>
                <a:cubicBezTo>
                  <a:pt x="229212" y="7451"/>
                  <a:pt x="229142" y="7311"/>
                  <a:pt x="229058" y="7179"/>
                </a:cubicBezTo>
                <a:cubicBezTo>
                  <a:pt x="229044" y="6429"/>
                  <a:pt x="228971" y="5780"/>
                  <a:pt x="228804" y="5344"/>
                </a:cubicBezTo>
                <a:cubicBezTo>
                  <a:pt x="229006" y="4925"/>
                  <a:pt x="229132" y="4699"/>
                  <a:pt x="229132" y="4699"/>
                </a:cubicBezTo>
                <a:lnTo>
                  <a:pt x="229132" y="4699"/>
                </a:lnTo>
                <a:cubicBezTo>
                  <a:pt x="228985" y="4842"/>
                  <a:pt x="228849" y="4995"/>
                  <a:pt x="228717" y="5152"/>
                </a:cubicBezTo>
                <a:cubicBezTo>
                  <a:pt x="228699" y="5110"/>
                  <a:pt x="228675" y="5072"/>
                  <a:pt x="228647" y="5033"/>
                </a:cubicBezTo>
                <a:cubicBezTo>
                  <a:pt x="228647" y="5033"/>
                  <a:pt x="228647" y="5110"/>
                  <a:pt x="228643" y="5239"/>
                </a:cubicBezTo>
                <a:cubicBezTo>
                  <a:pt x="228493" y="5424"/>
                  <a:pt x="228350" y="5609"/>
                  <a:pt x="228214" y="5811"/>
                </a:cubicBezTo>
                <a:cubicBezTo>
                  <a:pt x="228207" y="5759"/>
                  <a:pt x="228193" y="5707"/>
                  <a:pt x="228179" y="5654"/>
                </a:cubicBezTo>
                <a:cubicBezTo>
                  <a:pt x="228842" y="4263"/>
                  <a:pt x="229637" y="3059"/>
                  <a:pt x="230583" y="2232"/>
                </a:cubicBezTo>
                <a:lnTo>
                  <a:pt x="230583" y="2232"/>
                </a:lnTo>
                <a:cubicBezTo>
                  <a:pt x="230582" y="2233"/>
                  <a:pt x="229062" y="2969"/>
                  <a:pt x="227506" y="5274"/>
                </a:cubicBezTo>
                <a:cubicBezTo>
                  <a:pt x="227304" y="5005"/>
                  <a:pt x="227084" y="4754"/>
                  <a:pt x="226847" y="4521"/>
                </a:cubicBezTo>
                <a:lnTo>
                  <a:pt x="226847" y="4521"/>
                </a:lnTo>
                <a:cubicBezTo>
                  <a:pt x="226847" y="4521"/>
                  <a:pt x="227042" y="4873"/>
                  <a:pt x="227339" y="5518"/>
                </a:cubicBezTo>
                <a:cubicBezTo>
                  <a:pt x="227088" y="5912"/>
                  <a:pt x="226836" y="6341"/>
                  <a:pt x="226589" y="6823"/>
                </a:cubicBezTo>
                <a:cubicBezTo>
                  <a:pt x="226379" y="6498"/>
                  <a:pt x="226170" y="6212"/>
                  <a:pt x="225961" y="5951"/>
                </a:cubicBezTo>
                <a:cubicBezTo>
                  <a:pt x="226690" y="4015"/>
                  <a:pt x="227318" y="2902"/>
                  <a:pt x="227318" y="2902"/>
                </a:cubicBezTo>
                <a:lnTo>
                  <a:pt x="227318" y="2902"/>
                </a:lnTo>
                <a:cubicBezTo>
                  <a:pt x="226624" y="3575"/>
                  <a:pt x="226031" y="4454"/>
                  <a:pt x="225528" y="5435"/>
                </a:cubicBezTo>
                <a:cubicBezTo>
                  <a:pt x="224514" y="4312"/>
                  <a:pt x="223704" y="3914"/>
                  <a:pt x="223704" y="3914"/>
                </a:cubicBezTo>
                <a:lnTo>
                  <a:pt x="223704" y="3914"/>
                </a:lnTo>
                <a:cubicBezTo>
                  <a:pt x="224217" y="4364"/>
                  <a:pt x="224674" y="4929"/>
                  <a:pt x="225092" y="5584"/>
                </a:cubicBezTo>
                <a:cubicBezTo>
                  <a:pt x="224848" y="5721"/>
                  <a:pt x="224649" y="6111"/>
                  <a:pt x="224489" y="6627"/>
                </a:cubicBezTo>
                <a:lnTo>
                  <a:pt x="224304" y="6840"/>
                </a:lnTo>
                <a:cubicBezTo>
                  <a:pt x="224252" y="6226"/>
                  <a:pt x="224140" y="5724"/>
                  <a:pt x="223934" y="5435"/>
                </a:cubicBezTo>
                <a:cubicBezTo>
                  <a:pt x="223934" y="5435"/>
                  <a:pt x="223906" y="6338"/>
                  <a:pt x="223837" y="7492"/>
                </a:cubicBezTo>
                <a:lnTo>
                  <a:pt x="223687" y="7751"/>
                </a:lnTo>
                <a:cubicBezTo>
                  <a:pt x="223589" y="7615"/>
                  <a:pt x="223495" y="7489"/>
                  <a:pt x="223394" y="7367"/>
                </a:cubicBezTo>
                <a:cubicBezTo>
                  <a:pt x="223279" y="5940"/>
                  <a:pt x="223209" y="4475"/>
                  <a:pt x="223174" y="3656"/>
                </a:cubicBezTo>
                <a:cubicBezTo>
                  <a:pt x="223268" y="3471"/>
                  <a:pt x="223338" y="3411"/>
                  <a:pt x="223338" y="3411"/>
                </a:cubicBezTo>
                <a:cubicBezTo>
                  <a:pt x="223292" y="3400"/>
                  <a:pt x="223243" y="3393"/>
                  <a:pt x="223194" y="3393"/>
                </a:cubicBezTo>
                <a:cubicBezTo>
                  <a:pt x="223184" y="3393"/>
                  <a:pt x="223174" y="3393"/>
                  <a:pt x="223163" y="3394"/>
                </a:cubicBezTo>
                <a:cubicBezTo>
                  <a:pt x="223153" y="3143"/>
                  <a:pt x="223150" y="2993"/>
                  <a:pt x="223150" y="2993"/>
                </a:cubicBezTo>
                <a:cubicBezTo>
                  <a:pt x="223048" y="3143"/>
                  <a:pt x="222975" y="3310"/>
                  <a:pt x="222923" y="3481"/>
                </a:cubicBezTo>
                <a:cubicBezTo>
                  <a:pt x="222703" y="3638"/>
                  <a:pt x="222518" y="3970"/>
                  <a:pt x="222361" y="4413"/>
                </a:cubicBezTo>
                <a:cubicBezTo>
                  <a:pt x="222316" y="4280"/>
                  <a:pt x="222253" y="4158"/>
                  <a:pt x="222176" y="4046"/>
                </a:cubicBezTo>
                <a:cubicBezTo>
                  <a:pt x="222176" y="4046"/>
                  <a:pt x="222169" y="4388"/>
                  <a:pt x="222141" y="4929"/>
                </a:cubicBezTo>
                <a:cubicBezTo>
                  <a:pt x="221758" y="3949"/>
                  <a:pt x="221315" y="3000"/>
                  <a:pt x="220802" y="2145"/>
                </a:cubicBezTo>
                <a:cubicBezTo>
                  <a:pt x="220757" y="1141"/>
                  <a:pt x="220732" y="457"/>
                  <a:pt x="220732" y="457"/>
                </a:cubicBezTo>
                <a:cubicBezTo>
                  <a:pt x="220568" y="691"/>
                  <a:pt x="220446" y="1033"/>
                  <a:pt x="220359" y="1448"/>
                </a:cubicBezTo>
                <a:cubicBezTo>
                  <a:pt x="220014" y="931"/>
                  <a:pt x="219620" y="450"/>
                  <a:pt x="219177" y="18"/>
                </a:cubicBezTo>
                <a:lnTo>
                  <a:pt x="219177" y="18"/>
                </a:lnTo>
                <a:cubicBezTo>
                  <a:pt x="219177" y="18"/>
                  <a:pt x="219630" y="824"/>
                  <a:pt x="220237" y="2267"/>
                </a:cubicBezTo>
                <a:cubicBezTo>
                  <a:pt x="220129" y="3453"/>
                  <a:pt x="220192" y="4974"/>
                  <a:pt x="220328" y="6457"/>
                </a:cubicBezTo>
                <a:cubicBezTo>
                  <a:pt x="220282" y="6435"/>
                  <a:pt x="220232" y="6424"/>
                  <a:pt x="220182" y="6424"/>
                </a:cubicBezTo>
                <a:cubicBezTo>
                  <a:pt x="220143" y="6424"/>
                  <a:pt x="220104" y="6430"/>
                  <a:pt x="220066" y="6443"/>
                </a:cubicBezTo>
                <a:cubicBezTo>
                  <a:pt x="220066" y="6443"/>
                  <a:pt x="220237" y="6582"/>
                  <a:pt x="220401" y="7196"/>
                </a:cubicBezTo>
                <a:cubicBezTo>
                  <a:pt x="220418" y="7377"/>
                  <a:pt x="220443" y="7555"/>
                  <a:pt x="220460" y="7733"/>
                </a:cubicBezTo>
                <a:cubicBezTo>
                  <a:pt x="220216" y="7335"/>
                  <a:pt x="219947" y="6955"/>
                  <a:pt x="219651" y="6596"/>
                </a:cubicBezTo>
                <a:cubicBezTo>
                  <a:pt x="219578" y="6422"/>
                  <a:pt x="219505" y="6251"/>
                  <a:pt x="219431" y="6090"/>
                </a:cubicBezTo>
                <a:cubicBezTo>
                  <a:pt x="219822" y="5197"/>
                  <a:pt x="220101" y="4699"/>
                  <a:pt x="220101" y="4699"/>
                </a:cubicBezTo>
                <a:lnTo>
                  <a:pt x="220101" y="4699"/>
                </a:lnTo>
                <a:cubicBezTo>
                  <a:pt x="219787" y="5009"/>
                  <a:pt x="219501" y="5351"/>
                  <a:pt x="219246" y="5714"/>
                </a:cubicBezTo>
                <a:cubicBezTo>
                  <a:pt x="219180" y="5584"/>
                  <a:pt x="219117" y="5452"/>
                  <a:pt x="219051" y="5337"/>
                </a:cubicBezTo>
                <a:cubicBezTo>
                  <a:pt x="219013" y="5229"/>
                  <a:pt x="218957" y="5128"/>
                  <a:pt x="218894" y="5033"/>
                </a:cubicBezTo>
                <a:lnTo>
                  <a:pt x="218894" y="5061"/>
                </a:lnTo>
                <a:cubicBezTo>
                  <a:pt x="218336" y="4106"/>
                  <a:pt x="217872" y="3628"/>
                  <a:pt x="217792" y="3548"/>
                </a:cubicBezTo>
                <a:lnTo>
                  <a:pt x="217792" y="3548"/>
                </a:lnTo>
                <a:cubicBezTo>
                  <a:pt x="217865" y="3621"/>
                  <a:pt x="218204" y="4036"/>
                  <a:pt x="218737" y="5619"/>
                </a:cubicBezTo>
                <a:cubicBezTo>
                  <a:pt x="218078" y="5013"/>
                  <a:pt x="217607" y="4786"/>
                  <a:pt x="217607" y="4786"/>
                </a:cubicBezTo>
                <a:lnTo>
                  <a:pt x="217607" y="4786"/>
                </a:lnTo>
                <a:cubicBezTo>
                  <a:pt x="217994" y="5121"/>
                  <a:pt x="218353" y="5539"/>
                  <a:pt x="218685" y="6007"/>
                </a:cubicBezTo>
                <a:cubicBezTo>
                  <a:pt x="218566" y="6129"/>
                  <a:pt x="218183" y="6551"/>
                  <a:pt x="217733" y="7335"/>
                </a:cubicBezTo>
                <a:cubicBezTo>
                  <a:pt x="217726" y="7318"/>
                  <a:pt x="217715" y="7304"/>
                  <a:pt x="217705" y="7290"/>
                </a:cubicBezTo>
                <a:cubicBezTo>
                  <a:pt x="217677" y="6715"/>
                  <a:pt x="217663" y="6331"/>
                  <a:pt x="217663" y="6331"/>
                </a:cubicBezTo>
                <a:cubicBezTo>
                  <a:pt x="217558" y="6502"/>
                  <a:pt x="217481" y="6690"/>
                  <a:pt x="217436" y="6889"/>
                </a:cubicBezTo>
                <a:cubicBezTo>
                  <a:pt x="217220" y="6579"/>
                  <a:pt x="216976" y="6293"/>
                  <a:pt x="216704" y="6027"/>
                </a:cubicBezTo>
                <a:lnTo>
                  <a:pt x="216704" y="6027"/>
                </a:lnTo>
                <a:cubicBezTo>
                  <a:pt x="216704" y="6028"/>
                  <a:pt x="216976" y="6509"/>
                  <a:pt x="217349" y="7367"/>
                </a:cubicBezTo>
                <a:cubicBezTo>
                  <a:pt x="217345" y="7384"/>
                  <a:pt x="217345" y="7405"/>
                  <a:pt x="217342" y="7423"/>
                </a:cubicBezTo>
                <a:cubicBezTo>
                  <a:pt x="217249" y="7317"/>
                  <a:pt x="217147" y="7257"/>
                  <a:pt x="217035" y="7257"/>
                </a:cubicBezTo>
                <a:cubicBezTo>
                  <a:pt x="216998" y="7257"/>
                  <a:pt x="216961" y="7264"/>
                  <a:pt x="216923" y="7276"/>
                </a:cubicBezTo>
                <a:cubicBezTo>
                  <a:pt x="216923" y="7276"/>
                  <a:pt x="217115" y="7440"/>
                  <a:pt x="217290" y="8204"/>
                </a:cubicBezTo>
                <a:lnTo>
                  <a:pt x="217276" y="8232"/>
                </a:lnTo>
                <a:cubicBezTo>
                  <a:pt x="217171" y="8347"/>
                  <a:pt x="217063" y="8476"/>
                  <a:pt x="216948" y="8616"/>
                </a:cubicBezTo>
                <a:cubicBezTo>
                  <a:pt x="216927" y="7953"/>
                  <a:pt x="216840" y="7398"/>
                  <a:pt x="216658" y="7063"/>
                </a:cubicBezTo>
                <a:cubicBezTo>
                  <a:pt x="216700" y="6167"/>
                  <a:pt x="216697" y="5323"/>
                  <a:pt x="216609" y="4639"/>
                </a:cubicBezTo>
                <a:cubicBezTo>
                  <a:pt x="217066" y="3579"/>
                  <a:pt x="217394" y="2993"/>
                  <a:pt x="217394" y="2993"/>
                </a:cubicBezTo>
                <a:lnTo>
                  <a:pt x="217394" y="2993"/>
                </a:lnTo>
                <a:cubicBezTo>
                  <a:pt x="217066" y="3317"/>
                  <a:pt x="216766" y="3673"/>
                  <a:pt x="216501" y="4050"/>
                </a:cubicBezTo>
                <a:cubicBezTo>
                  <a:pt x="216432" y="3767"/>
                  <a:pt x="216337" y="3534"/>
                  <a:pt x="216222" y="3366"/>
                </a:cubicBezTo>
                <a:cubicBezTo>
                  <a:pt x="216222" y="3366"/>
                  <a:pt x="216205" y="3830"/>
                  <a:pt x="216170" y="4538"/>
                </a:cubicBezTo>
                <a:cubicBezTo>
                  <a:pt x="215713" y="5278"/>
                  <a:pt x="215322" y="6059"/>
                  <a:pt x="214994" y="6865"/>
                </a:cubicBezTo>
                <a:lnTo>
                  <a:pt x="214914" y="6931"/>
                </a:lnTo>
                <a:cubicBezTo>
                  <a:pt x="214733" y="6341"/>
                  <a:pt x="214499" y="5912"/>
                  <a:pt x="214203" y="5853"/>
                </a:cubicBezTo>
                <a:cubicBezTo>
                  <a:pt x="214161" y="5734"/>
                  <a:pt x="214105" y="5619"/>
                  <a:pt x="214032" y="5515"/>
                </a:cubicBezTo>
                <a:cubicBezTo>
                  <a:pt x="214032" y="5515"/>
                  <a:pt x="214028" y="5644"/>
                  <a:pt x="214018" y="5867"/>
                </a:cubicBezTo>
                <a:cubicBezTo>
                  <a:pt x="214011" y="6122"/>
                  <a:pt x="213993" y="6491"/>
                  <a:pt x="213972" y="6927"/>
                </a:cubicBezTo>
                <a:lnTo>
                  <a:pt x="213927" y="6882"/>
                </a:lnTo>
                <a:lnTo>
                  <a:pt x="213927" y="6882"/>
                </a:lnTo>
                <a:cubicBezTo>
                  <a:pt x="213945" y="6910"/>
                  <a:pt x="213958" y="6934"/>
                  <a:pt x="213972" y="6962"/>
                </a:cubicBezTo>
                <a:cubicBezTo>
                  <a:pt x="213955" y="7266"/>
                  <a:pt x="213938" y="7604"/>
                  <a:pt x="213913" y="7956"/>
                </a:cubicBezTo>
                <a:cubicBezTo>
                  <a:pt x="213805" y="8085"/>
                  <a:pt x="213693" y="8235"/>
                  <a:pt x="213578" y="8389"/>
                </a:cubicBezTo>
                <a:cubicBezTo>
                  <a:pt x="213519" y="8302"/>
                  <a:pt x="213453" y="8218"/>
                  <a:pt x="213386" y="8134"/>
                </a:cubicBezTo>
                <a:cubicBezTo>
                  <a:pt x="213372" y="7789"/>
                  <a:pt x="213365" y="7576"/>
                  <a:pt x="213365" y="7576"/>
                </a:cubicBezTo>
                <a:cubicBezTo>
                  <a:pt x="213296" y="7681"/>
                  <a:pt x="213243" y="7792"/>
                  <a:pt x="213209" y="7911"/>
                </a:cubicBezTo>
                <a:cubicBezTo>
                  <a:pt x="213104" y="7782"/>
                  <a:pt x="212996" y="7663"/>
                  <a:pt x="212895" y="7552"/>
                </a:cubicBezTo>
                <a:cubicBezTo>
                  <a:pt x="213100" y="7119"/>
                  <a:pt x="213229" y="6882"/>
                  <a:pt x="213229" y="6882"/>
                </a:cubicBezTo>
                <a:lnTo>
                  <a:pt x="213229" y="6882"/>
                </a:lnTo>
                <a:cubicBezTo>
                  <a:pt x="213062" y="7046"/>
                  <a:pt x="212905" y="7224"/>
                  <a:pt x="212759" y="7412"/>
                </a:cubicBezTo>
                <a:cubicBezTo>
                  <a:pt x="212668" y="7315"/>
                  <a:pt x="212577" y="7227"/>
                  <a:pt x="212490" y="7151"/>
                </a:cubicBezTo>
                <a:cubicBezTo>
                  <a:pt x="212664" y="4004"/>
                  <a:pt x="213268" y="3495"/>
                  <a:pt x="213268" y="3495"/>
                </a:cubicBezTo>
                <a:cubicBezTo>
                  <a:pt x="213219" y="3479"/>
                  <a:pt x="213171" y="3471"/>
                  <a:pt x="213125" y="3471"/>
                </a:cubicBezTo>
                <a:cubicBezTo>
                  <a:pt x="212466" y="3471"/>
                  <a:pt x="212054" y="5052"/>
                  <a:pt x="211813" y="6596"/>
                </a:cubicBezTo>
                <a:cubicBezTo>
                  <a:pt x="211698" y="6512"/>
                  <a:pt x="211576" y="6439"/>
                  <a:pt x="211451" y="6373"/>
                </a:cubicBezTo>
                <a:lnTo>
                  <a:pt x="211451" y="6373"/>
                </a:lnTo>
                <a:cubicBezTo>
                  <a:pt x="211569" y="6477"/>
                  <a:pt x="211681" y="6593"/>
                  <a:pt x="211796" y="6708"/>
                </a:cubicBezTo>
                <a:lnTo>
                  <a:pt x="211744" y="7070"/>
                </a:lnTo>
                <a:cubicBezTo>
                  <a:pt x="211527" y="6687"/>
                  <a:pt x="211276" y="6320"/>
                  <a:pt x="210997" y="5975"/>
                </a:cubicBezTo>
                <a:cubicBezTo>
                  <a:pt x="210962" y="5567"/>
                  <a:pt x="210931" y="5152"/>
                  <a:pt x="210903" y="4744"/>
                </a:cubicBezTo>
                <a:cubicBezTo>
                  <a:pt x="210913" y="4726"/>
                  <a:pt x="210920" y="4712"/>
                  <a:pt x="210927" y="4695"/>
                </a:cubicBezTo>
                <a:lnTo>
                  <a:pt x="210927" y="4695"/>
                </a:lnTo>
                <a:lnTo>
                  <a:pt x="210903" y="4726"/>
                </a:lnTo>
                <a:cubicBezTo>
                  <a:pt x="210749" y="2564"/>
                  <a:pt x="210683" y="558"/>
                  <a:pt x="210683" y="558"/>
                </a:cubicBezTo>
                <a:cubicBezTo>
                  <a:pt x="210108" y="1367"/>
                  <a:pt x="210059" y="3404"/>
                  <a:pt x="210205" y="5539"/>
                </a:cubicBezTo>
                <a:cubicBezTo>
                  <a:pt x="210139" y="5626"/>
                  <a:pt x="210073" y="5714"/>
                  <a:pt x="210013" y="5808"/>
                </a:cubicBezTo>
                <a:cubicBezTo>
                  <a:pt x="209947" y="5480"/>
                  <a:pt x="209850" y="5215"/>
                  <a:pt x="209724" y="5030"/>
                </a:cubicBezTo>
                <a:cubicBezTo>
                  <a:pt x="209724" y="5030"/>
                  <a:pt x="209703" y="5571"/>
                  <a:pt x="209668" y="6352"/>
                </a:cubicBezTo>
                <a:lnTo>
                  <a:pt x="209602" y="6457"/>
                </a:lnTo>
                <a:lnTo>
                  <a:pt x="209441" y="6272"/>
                </a:lnTo>
                <a:cubicBezTo>
                  <a:pt x="208657" y="4552"/>
                  <a:pt x="207862" y="3736"/>
                  <a:pt x="207757" y="3631"/>
                </a:cubicBezTo>
                <a:lnTo>
                  <a:pt x="207757" y="3631"/>
                </a:lnTo>
                <a:cubicBezTo>
                  <a:pt x="207827" y="3701"/>
                  <a:pt x="208137" y="4075"/>
                  <a:pt x="208625" y="5483"/>
                </a:cubicBezTo>
                <a:cubicBezTo>
                  <a:pt x="208496" y="5372"/>
                  <a:pt x="208378" y="5278"/>
                  <a:pt x="208269" y="5201"/>
                </a:cubicBezTo>
                <a:cubicBezTo>
                  <a:pt x="208262" y="5093"/>
                  <a:pt x="208262" y="5030"/>
                  <a:pt x="208262" y="5030"/>
                </a:cubicBezTo>
                <a:cubicBezTo>
                  <a:pt x="208238" y="5065"/>
                  <a:pt x="208214" y="5103"/>
                  <a:pt x="208193" y="5145"/>
                </a:cubicBezTo>
                <a:cubicBezTo>
                  <a:pt x="208050" y="5040"/>
                  <a:pt x="207900" y="4943"/>
                  <a:pt x="207739" y="4859"/>
                </a:cubicBezTo>
                <a:lnTo>
                  <a:pt x="207739" y="4859"/>
                </a:lnTo>
                <a:cubicBezTo>
                  <a:pt x="207879" y="4981"/>
                  <a:pt x="208011" y="5114"/>
                  <a:pt x="208140" y="5253"/>
                </a:cubicBezTo>
                <a:cubicBezTo>
                  <a:pt x="208064" y="5431"/>
                  <a:pt x="208011" y="5616"/>
                  <a:pt x="207976" y="5808"/>
                </a:cubicBezTo>
                <a:cubicBezTo>
                  <a:pt x="207708" y="5407"/>
                  <a:pt x="207401" y="5033"/>
                  <a:pt x="207059" y="4695"/>
                </a:cubicBezTo>
                <a:lnTo>
                  <a:pt x="207059" y="4695"/>
                </a:lnTo>
                <a:cubicBezTo>
                  <a:pt x="207059" y="4695"/>
                  <a:pt x="207415" y="5327"/>
                  <a:pt x="207886" y="6453"/>
                </a:cubicBezTo>
                <a:cubicBezTo>
                  <a:pt x="207861" y="6701"/>
                  <a:pt x="207851" y="6969"/>
                  <a:pt x="207851" y="7255"/>
                </a:cubicBezTo>
                <a:cubicBezTo>
                  <a:pt x="207845" y="7255"/>
                  <a:pt x="207839" y="7254"/>
                  <a:pt x="207833" y="7254"/>
                </a:cubicBezTo>
                <a:cubicBezTo>
                  <a:pt x="207804" y="7254"/>
                  <a:pt x="207776" y="7261"/>
                  <a:pt x="207750" y="7273"/>
                </a:cubicBezTo>
                <a:cubicBezTo>
                  <a:pt x="207788" y="7311"/>
                  <a:pt x="207819" y="7353"/>
                  <a:pt x="207844" y="7402"/>
                </a:cubicBezTo>
                <a:cubicBezTo>
                  <a:pt x="207519" y="7820"/>
                  <a:pt x="207233" y="8267"/>
                  <a:pt x="206989" y="8738"/>
                </a:cubicBezTo>
                <a:cubicBezTo>
                  <a:pt x="206825" y="8431"/>
                  <a:pt x="206640" y="8134"/>
                  <a:pt x="206438" y="7855"/>
                </a:cubicBezTo>
                <a:cubicBezTo>
                  <a:pt x="206661" y="7552"/>
                  <a:pt x="206916" y="7273"/>
                  <a:pt x="207195" y="7022"/>
                </a:cubicBezTo>
                <a:lnTo>
                  <a:pt x="207195" y="7022"/>
                </a:lnTo>
                <a:cubicBezTo>
                  <a:pt x="207195" y="7022"/>
                  <a:pt x="206895" y="7172"/>
                  <a:pt x="206442" y="7552"/>
                </a:cubicBezTo>
                <a:cubicBezTo>
                  <a:pt x="206860" y="6355"/>
                  <a:pt x="207125" y="6038"/>
                  <a:pt x="207181" y="5975"/>
                </a:cubicBezTo>
                <a:lnTo>
                  <a:pt x="207181" y="5975"/>
                </a:lnTo>
                <a:cubicBezTo>
                  <a:pt x="207108" y="6052"/>
                  <a:pt x="206654" y="6516"/>
                  <a:pt x="206128" y="7472"/>
                </a:cubicBezTo>
                <a:lnTo>
                  <a:pt x="206039" y="7372"/>
                </a:lnTo>
                <a:lnTo>
                  <a:pt x="206039" y="7372"/>
                </a:lnTo>
                <a:cubicBezTo>
                  <a:pt x="206069" y="7407"/>
                  <a:pt x="206097" y="7444"/>
                  <a:pt x="206117" y="7485"/>
                </a:cubicBezTo>
                <a:cubicBezTo>
                  <a:pt x="206006" y="7695"/>
                  <a:pt x="205887" y="7935"/>
                  <a:pt x="205765" y="8190"/>
                </a:cubicBezTo>
                <a:cubicBezTo>
                  <a:pt x="205601" y="7918"/>
                  <a:pt x="205420" y="7653"/>
                  <a:pt x="205224" y="7402"/>
                </a:cubicBezTo>
                <a:cubicBezTo>
                  <a:pt x="205252" y="7356"/>
                  <a:pt x="205280" y="7311"/>
                  <a:pt x="205315" y="7273"/>
                </a:cubicBezTo>
                <a:cubicBezTo>
                  <a:pt x="205282" y="7261"/>
                  <a:pt x="205247" y="7254"/>
                  <a:pt x="205213" y="7254"/>
                </a:cubicBezTo>
                <a:cubicBezTo>
                  <a:pt x="205197" y="7254"/>
                  <a:pt x="205181" y="7255"/>
                  <a:pt x="205165" y="7259"/>
                </a:cubicBezTo>
                <a:cubicBezTo>
                  <a:pt x="205155" y="7067"/>
                  <a:pt x="205151" y="6952"/>
                  <a:pt x="205151" y="6952"/>
                </a:cubicBezTo>
                <a:lnTo>
                  <a:pt x="205137" y="6980"/>
                </a:lnTo>
                <a:cubicBezTo>
                  <a:pt x="205175" y="6115"/>
                  <a:pt x="205169" y="5295"/>
                  <a:pt x="205081" y="4632"/>
                </a:cubicBezTo>
                <a:cubicBezTo>
                  <a:pt x="205538" y="3576"/>
                  <a:pt x="205870" y="2990"/>
                  <a:pt x="205870" y="2989"/>
                </a:cubicBezTo>
                <a:lnTo>
                  <a:pt x="205870" y="2989"/>
                </a:lnTo>
                <a:cubicBezTo>
                  <a:pt x="205768" y="3087"/>
                  <a:pt x="205674" y="3192"/>
                  <a:pt x="205577" y="3296"/>
                </a:cubicBezTo>
                <a:cubicBezTo>
                  <a:pt x="205678" y="3094"/>
                  <a:pt x="205741" y="2989"/>
                  <a:pt x="205741" y="2989"/>
                </a:cubicBezTo>
                <a:lnTo>
                  <a:pt x="205741" y="2989"/>
                </a:lnTo>
                <a:cubicBezTo>
                  <a:pt x="205448" y="3275"/>
                  <a:pt x="205182" y="3586"/>
                  <a:pt x="204942" y="3914"/>
                </a:cubicBezTo>
                <a:cubicBezTo>
                  <a:pt x="204889" y="3718"/>
                  <a:pt x="204806" y="3530"/>
                  <a:pt x="204694" y="3359"/>
                </a:cubicBezTo>
                <a:cubicBezTo>
                  <a:pt x="204694" y="3359"/>
                  <a:pt x="204680" y="3736"/>
                  <a:pt x="204652" y="4325"/>
                </a:cubicBezTo>
                <a:cubicBezTo>
                  <a:pt x="204213" y="4981"/>
                  <a:pt x="203829" y="5724"/>
                  <a:pt x="203491" y="6509"/>
                </a:cubicBezTo>
                <a:cubicBezTo>
                  <a:pt x="203463" y="6457"/>
                  <a:pt x="203431" y="6404"/>
                  <a:pt x="203404" y="6352"/>
                </a:cubicBezTo>
                <a:cubicBezTo>
                  <a:pt x="203362" y="5571"/>
                  <a:pt x="203344" y="5030"/>
                  <a:pt x="203344" y="5030"/>
                </a:cubicBezTo>
                <a:cubicBezTo>
                  <a:pt x="203215" y="5215"/>
                  <a:pt x="203118" y="5480"/>
                  <a:pt x="203055" y="5808"/>
                </a:cubicBezTo>
                <a:cubicBezTo>
                  <a:pt x="202786" y="5407"/>
                  <a:pt x="202479" y="5033"/>
                  <a:pt x="202137" y="4695"/>
                </a:cubicBezTo>
                <a:lnTo>
                  <a:pt x="202137" y="4695"/>
                </a:lnTo>
                <a:cubicBezTo>
                  <a:pt x="202137" y="4695"/>
                  <a:pt x="202375" y="5103"/>
                  <a:pt x="202709" y="5853"/>
                </a:cubicBezTo>
                <a:lnTo>
                  <a:pt x="202678" y="5853"/>
                </a:lnTo>
                <a:cubicBezTo>
                  <a:pt x="202636" y="5734"/>
                  <a:pt x="202580" y="5619"/>
                  <a:pt x="202507" y="5515"/>
                </a:cubicBezTo>
                <a:cubicBezTo>
                  <a:pt x="202507" y="5515"/>
                  <a:pt x="202504" y="5644"/>
                  <a:pt x="202497" y="5867"/>
                </a:cubicBezTo>
                <a:cubicBezTo>
                  <a:pt x="202486" y="6027"/>
                  <a:pt x="202479" y="6237"/>
                  <a:pt x="202469" y="6481"/>
                </a:cubicBezTo>
                <a:cubicBezTo>
                  <a:pt x="202347" y="6408"/>
                  <a:pt x="202277" y="6373"/>
                  <a:pt x="202277" y="6373"/>
                </a:cubicBezTo>
                <a:lnTo>
                  <a:pt x="202277" y="6373"/>
                </a:lnTo>
                <a:cubicBezTo>
                  <a:pt x="202343" y="6429"/>
                  <a:pt x="202402" y="6491"/>
                  <a:pt x="202465" y="6551"/>
                </a:cubicBezTo>
                <a:cubicBezTo>
                  <a:pt x="202430" y="7259"/>
                  <a:pt x="202378" y="8232"/>
                  <a:pt x="202305" y="9181"/>
                </a:cubicBezTo>
                <a:cubicBezTo>
                  <a:pt x="202155" y="8881"/>
                  <a:pt x="202012" y="8616"/>
                  <a:pt x="201876" y="8392"/>
                </a:cubicBezTo>
                <a:cubicBezTo>
                  <a:pt x="201851" y="7901"/>
                  <a:pt x="201841" y="7576"/>
                  <a:pt x="201841" y="7576"/>
                </a:cubicBezTo>
                <a:cubicBezTo>
                  <a:pt x="201750" y="7716"/>
                  <a:pt x="201680" y="7869"/>
                  <a:pt x="201646" y="8033"/>
                </a:cubicBezTo>
                <a:cubicBezTo>
                  <a:pt x="201491" y="7800"/>
                  <a:pt x="201316" y="7583"/>
                  <a:pt x="201121" y="7380"/>
                </a:cubicBezTo>
                <a:lnTo>
                  <a:pt x="201121" y="7380"/>
                </a:lnTo>
                <a:cubicBezTo>
                  <a:pt x="201177" y="7440"/>
                  <a:pt x="201343" y="7653"/>
                  <a:pt x="201593" y="8277"/>
                </a:cubicBezTo>
                <a:cubicBezTo>
                  <a:pt x="201565" y="8420"/>
                  <a:pt x="201544" y="8563"/>
                  <a:pt x="201530" y="8706"/>
                </a:cubicBezTo>
                <a:lnTo>
                  <a:pt x="201373" y="8584"/>
                </a:lnTo>
                <a:cubicBezTo>
                  <a:pt x="201251" y="8201"/>
                  <a:pt x="201108" y="7901"/>
                  <a:pt x="200937" y="7754"/>
                </a:cubicBezTo>
                <a:cubicBezTo>
                  <a:pt x="201060" y="4074"/>
                  <a:pt x="201747" y="3495"/>
                  <a:pt x="201747" y="3495"/>
                </a:cubicBezTo>
                <a:cubicBezTo>
                  <a:pt x="201700" y="3480"/>
                  <a:pt x="201652" y="3473"/>
                  <a:pt x="201604" y="3473"/>
                </a:cubicBezTo>
                <a:cubicBezTo>
                  <a:pt x="201574" y="3473"/>
                  <a:pt x="201544" y="3476"/>
                  <a:pt x="201513" y="3481"/>
                </a:cubicBezTo>
                <a:cubicBezTo>
                  <a:pt x="201488" y="3477"/>
                  <a:pt x="201463" y="3475"/>
                  <a:pt x="201439" y="3475"/>
                </a:cubicBezTo>
                <a:cubicBezTo>
                  <a:pt x="200740" y="3475"/>
                  <a:pt x="200319" y="5230"/>
                  <a:pt x="200083" y="6854"/>
                </a:cubicBezTo>
                <a:cubicBezTo>
                  <a:pt x="199902" y="6547"/>
                  <a:pt x="199699" y="6254"/>
                  <a:pt x="199472" y="5975"/>
                </a:cubicBezTo>
                <a:cubicBezTo>
                  <a:pt x="199253" y="3411"/>
                  <a:pt x="199155" y="558"/>
                  <a:pt x="199155" y="558"/>
                </a:cubicBezTo>
                <a:cubicBezTo>
                  <a:pt x="199096" y="645"/>
                  <a:pt x="199047" y="740"/>
                  <a:pt x="199002" y="837"/>
                </a:cubicBezTo>
                <a:cubicBezTo>
                  <a:pt x="198995" y="656"/>
                  <a:pt x="198995" y="558"/>
                  <a:pt x="198995" y="558"/>
                </a:cubicBezTo>
                <a:cubicBezTo>
                  <a:pt x="198276" y="1577"/>
                  <a:pt x="198381" y="4528"/>
                  <a:pt x="198653" y="7186"/>
                </a:cubicBezTo>
                <a:lnTo>
                  <a:pt x="198653" y="7192"/>
                </a:lnTo>
                <a:cubicBezTo>
                  <a:pt x="198430" y="6872"/>
                  <a:pt x="198182" y="6565"/>
                  <a:pt x="197917" y="6272"/>
                </a:cubicBezTo>
                <a:cubicBezTo>
                  <a:pt x="197673" y="5727"/>
                  <a:pt x="197387" y="5201"/>
                  <a:pt x="197062" y="4699"/>
                </a:cubicBezTo>
                <a:cubicBezTo>
                  <a:pt x="196996" y="4430"/>
                  <a:pt x="196909" y="4203"/>
                  <a:pt x="196794" y="4039"/>
                </a:cubicBezTo>
                <a:cubicBezTo>
                  <a:pt x="196794" y="4039"/>
                  <a:pt x="196794" y="4133"/>
                  <a:pt x="196783" y="4294"/>
                </a:cubicBezTo>
                <a:cubicBezTo>
                  <a:pt x="196625" y="4065"/>
                  <a:pt x="196448" y="3853"/>
                  <a:pt x="196257" y="3654"/>
                </a:cubicBezTo>
                <a:lnTo>
                  <a:pt x="196257" y="3654"/>
                </a:lnTo>
                <a:cubicBezTo>
                  <a:pt x="196317" y="3722"/>
                  <a:pt x="196449" y="3908"/>
                  <a:pt x="196647" y="4332"/>
                </a:cubicBezTo>
                <a:cubicBezTo>
                  <a:pt x="196484" y="4095"/>
                  <a:pt x="196298" y="3871"/>
                  <a:pt x="196099" y="3660"/>
                </a:cubicBezTo>
                <a:lnTo>
                  <a:pt x="196099" y="3660"/>
                </a:lnTo>
                <a:cubicBezTo>
                  <a:pt x="196189" y="3763"/>
                  <a:pt x="196417" y="4092"/>
                  <a:pt x="196759" y="4974"/>
                </a:cubicBezTo>
                <a:lnTo>
                  <a:pt x="196745" y="5197"/>
                </a:lnTo>
                <a:cubicBezTo>
                  <a:pt x="196577" y="5072"/>
                  <a:pt x="196403" y="4960"/>
                  <a:pt x="196222" y="4859"/>
                </a:cubicBezTo>
                <a:lnTo>
                  <a:pt x="196222" y="4859"/>
                </a:lnTo>
                <a:lnTo>
                  <a:pt x="196448" y="5079"/>
                </a:lnTo>
                <a:cubicBezTo>
                  <a:pt x="196333" y="4998"/>
                  <a:pt x="196215" y="4925"/>
                  <a:pt x="196089" y="4859"/>
                </a:cubicBezTo>
                <a:lnTo>
                  <a:pt x="196089" y="4859"/>
                </a:lnTo>
                <a:cubicBezTo>
                  <a:pt x="196319" y="5065"/>
                  <a:pt x="196536" y="5285"/>
                  <a:pt x="196731" y="5522"/>
                </a:cubicBezTo>
                <a:cubicBezTo>
                  <a:pt x="196689" y="6334"/>
                  <a:pt x="196626" y="7377"/>
                  <a:pt x="196543" y="8371"/>
                </a:cubicBezTo>
                <a:cubicBezTo>
                  <a:pt x="196379" y="8570"/>
                  <a:pt x="196222" y="8783"/>
                  <a:pt x="196079" y="9003"/>
                </a:cubicBezTo>
                <a:cubicBezTo>
                  <a:pt x="195981" y="8828"/>
                  <a:pt x="195890" y="8675"/>
                  <a:pt x="195803" y="8539"/>
                </a:cubicBezTo>
                <a:cubicBezTo>
                  <a:pt x="195716" y="8064"/>
                  <a:pt x="195608" y="7608"/>
                  <a:pt x="195472" y="7241"/>
                </a:cubicBezTo>
                <a:cubicBezTo>
                  <a:pt x="195737" y="6865"/>
                  <a:pt x="196044" y="6519"/>
                  <a:pt x="196386" y="6212"/>
                </a:cubicBezTo>
                <a:lnTo>
                  <a:pt x="196386" y="6212"/>
                </a:lnTo>
                <a:cubicBezTo>
                  <a:pt x="196385" y="6212"/>
                  <a:pt x="195963" y="6422"/>
                  <a:pt x="195364" y="6969"/>
                </a:cubicBezTo>
                <a:lnTo>
                  <a:pt x="195350" y="6941"/>
                </a:lnTo>
                <a:cubicBezTo>
                  <a:pt x="195824" y="5536"/>
                  <a:pt x="196131" y="5166"/>
                  <a:pt x="196194" y="5100"/>
                </a:cubicBezTo>
                <a:lnTo>
                  <a:pt x="196194" y="5100"/>
                </a:lnTo>
                <a:cubicBezTo>
                  <a:pt x="196117" y="5173"/>
                  <a:pt x="195664" y="5644"/>
                  <a:pt x="195126" y="6593"/>
                </a:cubicBezTo>
                <a:lnTo>
                  <a:pt x="195088" y="6551"/>
                </a:lnTo>
                <a:cubicBezTo>
                  <a:pt x="195084" y="6408"/>
                  <a:pt x="195078" y="6324"/>
                  <a:pt x="195078" y="6324"/>
                </a:cubicBezTo>
                <a:cubicBezTo>
                  <a:pt x="195046" y="6373"/>
                  <a:pt x="195018" y="6422"/>
                  <a:pt x="194990" y="6474"/>
                </a:cubicBezTo>
                <a:cubicBezTo>
                  <a:pt x="194934" y="6437"/>
                  <a:pt x="194870" y="6419"/>
                  <a:pt x="194805" y="6419"/>
                </a:cubicBezTo>
                <a:cubicBezTo>
                  <a:pt x="194765" y="6419"/>
                  <a:pt x="194725" y="6426"/>
                  <a:pt x="194687" y="6439"/>
                </a:cubicBezTo>
                <a:cubicBezTo>
                  <a:pt x="194687" y="6439"/>
                  <a:pt x="194771" y="6509"/>
                  <a:pt x="194879" y="6774"/>
                </a:cubicBezTo>
                <a:cubicBezTo>
                  <a:pt x="194837" y="6934"/>
                  <a:pt x="194802" y="7095"/>
                  <a:pt x="194778" y="7259"/>
                </a:cubicBezTo>
                <a:cubicBezTo>
                  <a:pt x="194676" y="7468"/>
                  <a:pt x="194579" y="7691"/>
                  <a:pt x="194481" y="7928"/>
                </a:cubicBezTo>
                <a:cubicBezTo>
                  <a:pt x="194345" y="8096"/>
                  <a:pt x="194216" y="8274"/>
                  <a:pt x="194080" y="8469"/>
                </a:cubicBezTo>
                <a:cubicBezTo>
                  <a:pt x="194066" y="8225"/>
                  <a:pt x="194062" y="8078"/>
                  <a:pt x="194062" y="8078"/>
                </a:cubicBezTo>
                <a:cubicBezTo>
                  <a:pt x="194007" y="8162"/>
                  <a:pt x="193961" y="8253"/>
                  <a:pt x="193926" y="8347"/>
                </a:cubicBezTo>
                <a:lnTo>
                  <a:pt x="193839" y="8357"/>
                </a:lnTo>
                <a:cubicBezTo>
                  <a:pt x="194014" y="6697"/>
                  <a:pt x="194118" y="4901"/>
                  <a:pt x="193951" y="3635"/>
                </a:cubicBezTo>
                <a:cubicBezTo>
                  <a:pt x="194432" y="2529"/>
                  <a:pt x="194777" y="1912"/>
                  <a:pt x="194778" y="1912"/>
                </a:cubicBezTo>
                <a:lnTo>
                  <a:pt x="194778" y="1912"/>
                </a:lnTo>
                <a:cubicBezTo>
                  <a:pt x="194432" y="2253"/>
                  <a:pt x="194118" y="2623"/>
                  <a:pt x="193836" y="3021"/>
                </a:cubicBezTo>
                <a:cubicBezTo>
                  <a:pt x="193763" y="2728"/>
                  <a:pt x="193665" y="2487"/>
                  <a:pt x="193539" y="2309"/>
                </a:cubicBezTo>
                <a:cubicBezTo>
                  <a:pt x="193539" y="2309"/>
                  <a:pt x="193525" y="2794"/>
                  <a:pt x="193490" y="3534"/>
                </a:cubicBezTo>
                <a:cubicBezTo>
                  <a:pt x="192981" y="4332"/>
                  <a:pt x="192545" y="5236"/>
                  <a:pt x="192172" y="6174"/>
                </a:cubicBezTo>
                <a:cubicBezTo>
                  <a:pt x="192008" y="5633"/>
                  <a:pt x="191809" y="5208"/>
                  <a:pt x="191565" y="5040"/>
                </a:cubicBezTo>
                <a:cubicBezTo>
                  <a:pt x="191516" y="4883"/>
                  <a:pt x="191446" y="4733"/>
                  <a:pt x="191359" y="4597"/>
                </a:cubicBezTo>
                <a:cubicBezTo>
                  <a:pt x="191359" y="4597"/>
                  <a:pt x="191356" y="4733"/>
                  <a:pt x="191345" y="4960"/>
                </a:cubicBezTo>
                <a:cubicBezTo>
                  <a:pt x="191334" y="4959"/>
                  <a:pt x="191323" y="4959"/>
                  <a:pt x="191312" y="4959"/>
                </a:cubicBezTo>
                <a:cubicBezTo>
                  <a:pt x="191273" y="4959"/>
                  <a:pt x="191233" y="4964"/>
                  <a:pt x="191195" y="4978"/>
                </a:cubicBezTo>
                <a:cubicBezTo>
                  <a:pt x="191195" y="4978"/>
                  <a:pt x="191251" y="5026"/>
                  <a:pt x="191338" y="5190"/>
                </a:cubicBezTo>
                <a:cubicBezTo>
                  <a:pt x="191310" y="5811"/>
                  <a:pt x="191258" y="6847"/>
                  <a:pt x="191185" y="7928"/>
                </a:cubicBezTo>
                <a:cubicBezTo>
                  <a:pt x="191077" y="8078"/>
                  <a:pt x="190958" y="8260"/>
                  <a:pt x="190833" y="8476"/>
                </a:cubicBezTo>
                <a:lnTo>
                  <a:pt x="190763" y="8528"/>
                </a:lnTo>
                <a:cubicBezTo>
                  <a:pt x="190745" y="8235"/>
                  <a:pt x="190731" y="7960"/>
                  <a:pt x="190717" y="7719"/>
                </a:cubicBezTo>
                <a:cubicBezTo>
                  <a:pt x="190840" y="7489"/>
                  <a:pt x="190916" y="7402"/>
                  <a:pt x="190944" y="7370"/>
                </a:cubicBezTo>
                <a:lnTo>
                  <a:pt x="190944" y="7370"/>
                </a:lnTo>
                <a:cubicBezTo>
                  <a:pt x="190864" y="7451"/>
                  <a:pt x="190787" y="7538"/>
                  <a:pt x="190714" y="7628"/>
                </a:cubicBezTo>
                <a:cubicBezTo>
                  <a:pt x="190693" y="7126"/>
                  <a:pt x="190679" y="6802"/>
                  <a:pt x="190679" y="6802"/>
                </a:cubicBezTo>
                <a:cubicBezTo>
                  <a:pt x="190641" y="6861"/>
                  <a:pt x="190609" y="6924"/>
                  <a:pt x="190578" y="6987"/>
                </a:cubicBezTo>
                <a:cubicBezTo>
                  <a:pt x="190553" y="6122"/>
                  <a:pt x="190435" y="5400"/>
                  <a:pt x="190173" y="5030"/>
                </a:cubicBezTo>
                <a:cubicBezTo>
                  <a:pt x="190173" y="5030"/>
                  <a:pt x="190138" y="6198"/>
                  <a:pt x="190051" y="7594"/>
                </a:cubicBezTo>
                <a:cubicBezTo>
                  <a:pt x="189999" y="7447"/>
                  <a:pt x="189929" y="7308"/>
                  <a:pt x="189842" y="7175"/>
                </a:cubicBezTo>
                <a:cubicBezTo>
                  <a:pt x="189828" y="6425"/>
                  <a:pt x="189758" y="5776"/>
                  <a:pt x="189591" y="5340"/>
                </a:cubicBezTo>
                <a:cubicBezTo>
                  <a:pt x="189793" y="4922"/>
                  <a:pt x="189915" y="4695"/>
                  <a:pt x="189915" y="4695"/>
                </a:cubicBezTo>
                <a:lnTo>
                  <a:pt x="189915" y="4695"/>
                </a:lnTo>
                <a:cubicBezTo>
                  <a:pt x="189776" y="4835"/>
                  <a:pt x="189636" y="4988"/>
                  <a:pt x="189504" y="5148"/>
                </a:cubicBezTo>
                <a:lnTo>
                  <a:pt x="189437" y="5030"/>
                </a:lnTo>
                <a:cubicBezTo>
                  <a:pt x="189437" y="5030"/>
                  <a:pt x="189434" y="5103"/>
                  <a:pt x="189427" y="5236"/>
                </a:cubicBezTo>
                <a:cubicBezTo>
                  <a:pt x="189280" y="5417"/>
                  <a:pt x="189141" y="5605"/>
                  <a:pt x="189005" y="5808"/>
                </a:cubicBezTo>
                <a:lnTo>
                  <a:pt x="188966" y="5651"/>
                </a:lnTo>
                <a:cubicBezTo>
                  <a:pt x="189629" y="4259"/>
                  <a:pt x="190421" y="3056"/>
                  <a:pt x="191370" y="2225"/>
                </a:cubicBezTo>
                <a:lnTo>
                  <a:pt x="191370" y="2225"/>
                </a:lnTo>
                <a:cubicBezTo>
                  <a:pt x="191369" y="2226"/>
                  <a:pt x="189852" y="2965"/>
                  <a:pt x="188290" y="5271"/>
                </a:cubicBezTo>
                <a:cubicBezTo>
                  <a:pt x="188091" y="5002"/>
                  <a:pt x="187871" y="4751"/>
                  <a:pt x="187630" y="4517"/>
                </a:cubicBezTo>
                <a:lnTo>
                  <a:pt x="187630" y="4517"/>
                </a:lnTo>
                <a:cubicBezTo>
                  <a:pt x="187631" y="4517"/>
                  <a:pt x="187833" y="4870"/>
                  <a:pt x="188129" y="5515"/>
                </a:cubicBezTo>
                <a:cubicBezTo>
                  <a:pt x="187857" y="5937"/>
                  <a:pt x="187606" y="6369"/>
                  <a:pt x="187379" y="6819"/>
                </a:cubicBezTo>
                <a:cubicBezTo>
                  <a:pt x="187167" y="6495"/>
                  <a:pt x="186957" y="6209"/>
                  <a:pt x="186751" y="5947"/>
                </a:cubicBezTo>
                <a:cubicBezTo>
                  <a:pt x="187473" y="4012"/>
                  <a:pt x="188101" y="2899"/>
                  <a:pt x="188101" y="2899"/>
                </a:cubicBezTo>
                <a:lnTo>
                  <a:pt x="188101" y="2899"/>
                </a:lnTo>
                <a:cubicBezTo>
                  <a:pt x="187411" y="3568"/>
                  <a:pt x="186821" y="4451"/>
                  <a:pt x="186315" y="5431"/>
                </a:cubicBezTo>
                <a:cubicBezTo>
                  <a:pt x="185304" y="4308"/>
                  <a:pt x="184488" y="3910"/>
                  <a:pt x="184488" y="3910"/>
                </a:cubicBezTo>
                <a:lnTo>
                  <a:pt x="184488" y="3910"/>
                </a:lnTo>
                <a:cubicBezTo>
                  <a:pt x="185004" y="4360"/>
                  <a:pt x="185464" y="4925"/>
                  <a:pt x="185879" y="5581"/>
                </a:cubicBezTo>
                <a:cubicBezTo>
                  <a:pt x="185635" y="5714"/>
                  <a:pt x="185433" y="6108"/>
                  <a:pt x="185273" y="6627"/>
                </a:cubicBezTo>
                <a:cubicBezTo>
                  <a:pt x="185231" y="6673"/>
                  <a:pt x="185168" y="6743"/>
                  <a:pt x="185095" y="6837"/>
                </a:cubicBezTo>
                <a:cubicBezTo>
                  <a:pt x="185042" y="6219"/>
                  <a:pt x="184927" y="5721"/>
                  <a:pt x="184725" y="5431"/>
                </a:cubicBezTo>
                <a:cubicBezTo>
                  <a:pt x="184725" y="5431"/>
                  <a:pt x="184694" y="6334"/>
                  <a:pt x="184627" y="7489"/>
                </a:cubicBezTo>
                <a:cubicBezTo>
                  <a:pt x="184575" y="7573"/>
                  <a:pt x="184523" y="7656"/>
                  <a:pt x="184470" y="7747"/>
                </a:cubicBezTo>
                <a:cubicBezTo>
                  <a:pt x="184376" y="7611"/>
                  <a:pt x="184278" y="7485"/>
                  <a:pt x="184184" y="7363"/>
                </a:cubicBezTo>
                <a:cubicBezTo>
                  <a:pt x="184066" y="5937"/>
                  <a:pt x="183996" y="4472"/>
                  <a:pt x="183961" y="3652"/>
                </a:cubicBezTo>
                <a:cubicBezTo>
                  <a:pt x="184055" y="3464"/>
                  <a:pt x="184121" y="3408"/>
                  <a:pt x="184121" y="3408"/>
                </a:cubicBezTo>
                <a:cubicBezTo>
                  <a:pt x="184078" y="3394"/>
                  <a:pt x="184033" y="3389"/>
                  <a:pt x="183987" y="3389"/>
                </a:cubicBezTo>
                <a:cubicBezTo>
                  <a:pt x="183974" y="3389"/>
                  <a:pt x="183960" y="3390"/>
                  <a:pt x="183947" y="3391"/>
                </a:cubicBezTo>
                <a:cubicBezTo>
                  <a:pt x="183940" y="3139"/>
                  <a:pt x="183933" y="2989"/>
                  <a:pt x="183933" y="2989"/>
                </a:cubicBezTo>
                <a:cubicBezTo>
                  <a:pt x="183835" y="3139"/>
                  <a:pt x="183759" y="3303"/>
                  <a:pt x="183706" y="3478"/>
                </a:cubicBezTo>
                <a:cubicBezTo>
                  <a:pt x="183490" y="3635"/>
                  <a:pt x="183302" y="3966"/>
                  <a:pt x="183145" y="4406"/>
                </a:cubicBezTo>
                <a:cubicBezTo>
                  <a:pt x="183103" y="4276"/>
                  <a:pt x="183040" y="4154"/>
                  <a:pt x="182963" y="4039"/>
                </a:cubicBezTo>
                <a:cubicBezTo>
                  <a:pt x="182963" y="4039"/>
                  <a:pt x="182953" y="4385"/>
                  <a:pt x="182929" y="4925"/>
                </a:cubicBezTo>
                <a:cubicBezTo>
                  <a:pt x="182545" y="3945"/>
                  <a:pt x="182102" y="2993"/>
                  <a:pt x="181589" y="2138"/>
                </a:cubicBezTo>
                <a:cubicBezTo>
                  <a:pt x="181540" y="1137"/>
                  <a:pt x="181519" y="454"/>
                  <a:pt x="181519" y="454"/>
                </a:cubicBezTo>
                <a:cubicBezTo>
                  <a:pt x="181352" y="687"/>
                  <a:pt x="181230" y="1029"/>
                  <a:pt x="181143" y="1441"/>
                </a:cubicBezTo>
                <a:cubicBezTo>
                  <a:pt x="180801" y="924"/>
                  <a:pt x="180403" y="447"/>
                  <a:pt x="179964" y="11"/>
                </a:cubicBezTo>
                <a:lnTo>
                  <a:pt x="179964" y="11"/>
                </a:lnTo>
                <a:cubicBezTo>
                  <a:pt x="179964" y="11"/>
                  <a:pt x="180417" y="820"/>
                  <a:pt x="181028" y="2260"/>
                </a:cubicBezTo>
                <a:cubicBezTo>
                  <a:pt x="180912" y="3446"/>
                  <a:pt x="180979" y="4971"/>
                  <a:pt x="181115" y="6453"/>
                </a:cubicBezTo>
                <a:cubicBezTo>
                  <a:pt x="181069" y="6431"/>
                  <a:pt x="181019" y="6421"/>
                  <a:pt x="180970" y="6421"/>
                </a:cubicBezTo>
                <a:cubicBezTo>
                  <a:pt x="180931" y="6421"/>
                  <a:pt x="180893" y="6427"/>
                  <a:pt x="180857" y="6439"/>
                </a:cubicBezTo>
                <a:cubicBezTo>
                  <a:pt x="180857" y="6439"/>
                  <a:pt x="181021" y="6579"/>
                  <a:pt x="181188" y="7192"/>
                </a:cubicBezTo>
                <a:cubicBezTo>
                  <a:pt x="181209" y="7370"/>
                  <a:pt x="181226" y="7552"/>
                  <a:pt x="181247" y="7730"/>
                </a:cubicBezTo>
                <a:cubicBezTo>
                  <a:pt x="181003" y="7332"/>
                  <a:pt x="180735" y="6952"/>
                  <a:pt x="180438" y="6593"/>
                </a:cubicBezTo>
                <a:cubicBezTo>
                  <a:pt x="180365" y="6418"/>
                  <a:pt x="180288" y="6247"/>
                  <a:pt x="180215" y="6087"/>
                </a:cubicBezTo>
                <a:cubicBezTo>
                  <a:pt x="180609" y="5190"/>
                  <a:pt x="180888" y="4695"/>
                  <a:pt x="180888" y="4695"/>
                </a:cubicBezTo>
                <a:lnTo>
                  <a:pt x="180888" y="4695"/>
                </a:lnTo>
                <a:cubicBezTo>
                  <a:pt x="180571" y="5005"/>
                  <a:pt x="180288" y="5344"/>
                  <a:pt x="180037" y="5710"/>
                </a:cubicBezTo>
                <a:cubicBezTo>
                  <a:pt x="179967" y="5581"/>
                  <a:pt x="179901" y="5448"/>
                  <a:pt x="179835" y="5330"/>
                </a:cubicBezTo>
                <a:cubicBezTo>
                  <a:pt x="179796" y="5225"/>
                  <a:pt x="179747" y="5124"/>
                  <a:pt x="179685" y="5030"/>
                </a:cubicBezTo>
                <a:cubicBezTo>
                  <a:pt x="179681" y="5037"/>
                  <a:pt x="179678" y="5047"/>
                  <a:pt x="179678" y="5058"/>
                </a:cubicBezTo>
                <a:cubicBezTo>
                  <a:pt x="179120" y="4102"/>
                  <a:pt x="178659" y="3621"/>
                  <a:pt x="178575" y="3544"/>
                </a:cubicBezTo>
                <a:lnTo>
                  <a:pt x="178575" y="3544"/>
                </a:lnTo>
                <a:cubicBezTo>
                  <a:pt x="178649" y="3617"/>
                  <a:pt x="178991" y="4032"/>
                  <a:pt x="179521" y="5616"/>
                </a:cubicBezTo>
                <a:cubicBezTo>
                  <a:pt x="178865" y="5009"/>
                  <a:pt x="178394" y="4782"/>
                  <a:pt x="178394" y="4782"/>
                </a:cubicBezTo>
                <a:lnTo>
                  <a:pt x="178394" y="4782"/>
                </a:lnTo>
                <a:cubicBezTo>
                  <a:pt x="178781" y="5117"/>
                  <a:pt x="179137" y="5536"/>
                  <a:pt x="179468" y="6003"/>
                </a:cubicBezTo>
                <a:cubicBezTo>
                  <a:pt x="179353" y="6125"/>
                  <a:pt x="178970" y="6547"/>
                  <a:pt x="178520" y="7332"/>
                </a:cubicBezTo>
                <a:lnTo>
                  <a:pt x="178492" y="7283"/>
                </a:lnTo>
                <a:cubicBezTo>
                  <a:pt x="178464" y="6708"/>
                  <a:pt x="178453" y="6324"/>
                  <a:pt x="178453" y="6324"/>
                </a:cubicBezTo>
                <a:cubicBezTo>
                  <a:pt x="178352" y="6463"/>
                  <a:pt x="178279" y="6655"/>
                  <a:pt x="178223" y="6882"/>
                </a:cubicBezTo>
                <a:cubicBezTo>
                  <a:pt x="178003" y="6575"/>
                  <a:pt x="177763" y="6289"/>
                  <a:pt x="177494" y="6024"/>
                </a:cubicBezTo>
                <a:lnTo>
                  <a:pt x="177494" y="6024"/>
                </a:lnTo>
                <a:cubicBezTo>
                  <a:pt x="177494" y="6024"/>
                  <a:pt x="177766" y="6505"/>
                  <a:pt x="178136" y="7363"/>
                </a:cubicBezTo>
                <a:cubicBezTo>
                  <a:pt x="178132" y="7381"/>
                  <a:pt x="178132" y="7402"/>
                  <a:pt x="178125" y="7419"/>
                </a:cubicBezTo>
                <a:cubicBezTo>
                  <a:pt x="178033" y="7314"/>
                  <a:pt x="177931" y="7254"/>
                  <a:pt x="177818" y="7254"/>
                </a:cubicBezTo>
                <a:cubicBezTo>
                  <a:pt x="177782" y="7254"/>
                  <a:pt x="177745" y="7260"/>
                  <a:pt x="177707" y="7273"/>
                </a:cubicBezTo>
                <a:cubicBezTo>
                  <a:pt x="177707" y="7273"/>
                  <a:pt x="177899" y="7437"/>
                  <a:pt x="178073" y="8201"/>
                </a:cubicBezTo>
                <a:lnTo>
                  <a:pt x="178063" y="8225"/>
                </a:lnTo>
                <a:cubicBezTo>
                  <a:pt x="177958" y="8344"/>
                  <a:pt x="177846" y="8469"/>
                  <a:pt x="177738" y="8609"/>
                </a:cubicBezTo>
                <a:cubicBezTo>
                  <a:pt x="177714" y="7946"/>
                  <a:pt x="177627" y="7395"/>
                  <a:pt x="177445" y="7056"/>
                </a:cubicBezTo>
                <a:cubicBezTo>
                  <a:pt x="177487" y="6164"/>
                  <a:pt x="177480" y="5319"/>
                  <a:pt x="177393" y="4632"/>
                </a:cubicBezTo>
                <a:cubicBezTo>
                  <a:pt x="177853" y="3576"/>
                  <a:pt x="178185" y="2990"/>
                  <a:pt x="178185" y="2989"/>
                </a:cubicBezTo>
                <a:lnTo>
                  <a:pt x="178185" y="2989"/>
                </a:lnTo>
                <a:cubicBezTo>
                  <a:pt x="177853" y="3314"/>
                  <a:pt x="177553" y="3666"/>
                  <a:pt x="177285" y="4046"/>
                </a:cubicBezTo>
                <a:cubicBezTo>
                  <a:pt x="177215" y="3760"/>
                  <a:pt x="177124" y="3530"/>
                  <a:pt x="177006" y="3359"/>
                </a:cubicBezTo>
                <a:cubicBezTo>
                  <a:pt x="177006" y="3359"/>
                  <a:pt x="176988" y="3827"/>
                  <a:pt x="176957" y="4535"/>
                </a:cubicBezTo>
                <a:cubicBezTo>
                  <a:pt x="176500" y="5274"/>
                  <a:pt x="176106" y="6052"/>
                  <a:pt x="175785" y="6861"/>
                </a:cubicBezTo>
                <a:lnTo>
                  <a:pt x="175701" y="6927"/>
                </a:lnTo>
                <a:cubicBezTo>
                  <a:pt x="175520" y="6338"/>
                  <a:pt x="175283" y="5905"/>
                  <a:pt x="174993" y="5850"/>
                </a:cubicBezTo>
                <a:cubicBezTo>
                  <a:pt x="174951" y="5731"/>
                  <a:pt x="174892" y="5616"/>
                  <a:pt x="174822" y="5511"/>
                </a:cubicBezTo>
                <a:cubicBezTo>
                  <a:pt x="174822" y="5511"/>
                  <a:pt x="174819" y="5640"/>
                  <a:pt x="174808" y="5864"/>
                </a:cubicBezTo>
                <a:cubicBezTo>
                  <a:pt x="174794" y="6115"/>
                  <a:pt x="174784" y="6488"/>
                  <a:pt x="174756" y="6927"/>
                </a:cubicBezTo>
                <a:cubicBezTo>
                  <a:pt x="174746" y="6910"/>
                  <a:pt x="174732" y="6893"/>
                  <a:pt x="174714" y="6879"/>
                </a:cubicBezTo>
                <a:lnTo>
                  <a:pt x="174714" y="6879"/>
                </a:lnTo>
                <a:cubicBezTo>
                  <a:pt x="174728" y="6903"/>
                  <a:pt x="174746" y="6931"/>
                  <a:pt x="174756" y="6959"/>
                </a:cubicBezTo>
                <a:cubicBezTo>
                  <a:pt x="174739" y="7262"/>
                  <a:pt x="174721" y="7597"/>
                  <a:pt x="174700" y="7953"/>
                </a:cubicBezTo>
                <a:cubicBezTo>
                  <a:pt x="174592" y="8082"/>
                  <a:pt x="174477" y="8232"/>
                  <a:pt x="174365" y="8382"/>
                </a:cubicBezTo>
                <a:cubicBezTo>
                  <a:pt x="174303" y="8295"/>
                  <a:pt x="174236" y="8214"/>
                  <a:pt x="174177" y="8131"/>
                </a:cubicBezTo>
                <a:cubicBezTo>
                  <a:pt x="174160" y="7785"/>
                  <a:pt x="174156" y="7573"/>
                  <a:pt x="174156" y="7573"/>
                </a:cubicBezTo>
                <a:cubicBezTo>
                  <a:pt x="174083" y="7674"/>
                  <a:pt x="174030" y="7789"/>
                  <a:pt x="173992" y="7908"/>
                </a:cubicBezTo>
                <a:cubicBezTo>
                  <a:pt x="173887" y="7778"/>
                  <a:pt x="173783" y="7660"/>
                  <a:pt x="173678" y="7545"/>
                </a:cubicBezTo>
                <a:cubicBezTo>
                  <a:pt x="173884" y="7116"/>
                  <a:pt x="174020" y="6879"/>
                  <a:pt x="174020" y="6879"/>
                </a:cubicBezTo>
                <a:lnTo>
                  <a:pt x="174020" y="6879"/>
                </a:lnTo>
                <a:cubicBezTo>
                  <a:pt x="173849" y="7042"/>
                  <a:pt x="173692" y="7220"/>
                  <a:pt x="173546" y="7405"/>
                </a:cubicBezTo>
                <a:cubicBezTo>
                  <a:pt x="173451" y="7311"/>
                  <a:pt x="173361" y="7224"/>
                  <a:pt x="173277" y="7144"/>
                </a:cubicBezTo>
                <a:cubicBezTo>
                  <a:pt x="173448" y="4001"/>
                  <a:pt x="174058" y="3492"/>
                  <a:pt x="174058" y="3492"/>
                </a:cubicBezTo>
                <a:cubicBezTo>
                  <a:pt x="174009" y="3475"/>
                  <a:pt x="173961" y="3467"/>
                  <a:pt x="173914" y="3467"/>
                </a:cubicBezTo>
                <a:cubicBezTo>
                  <a:pt x="173250" y="3467"/>
                  <a:pt x="172841" y="5048"/>
                  <a:pt x="172597" y="6593"/>
                </a:cubicBezTo>
                <a:cubicBezTo>
                  <a:pt x="172482" y="6509"/>
                  <a:pt x="172363" y="6436"/>
                  <a:pt x="172238" y="6369"/>
                </a:cubicBezTo>
                <a:lnTo>
                  <a:pt x="172238" y="6369"/>
                </a:lnTo>
                <a:cubicBezTo>
                  <a:pt x="172353" y="6474"/>
                  <a:pt x="172471" y="6586"/>
                  <a:pt x="172586" y="6704"/>
                </a:cubicBezTo>
                <a:cubicBezTo>
                  <a:pt x="172562" y="6826"/>
                  <a:pt x="172545" y="6945"/>
                  <a:pt x="172534" y="7067"/>
                </a:cubicBezTo>
                <a:cubicBezTo>
                  <a:pt x="172311" y="6683"/>
                  <a:pt x="172063" y="6317"/>
                  <a:pt x="171784" y="5972"/>
                </a:cubicBezTo>
                <a:cubicBezTo>
                  <a:pt x="171749" y="5564"/>
                  <a:pt x="171718" y="5148"/>
                  <a:pt x="171686" y="4737"/>
                </a:cubicBezTo>
                <a:cubicBezTo>
                  <a:pt x="171697" y="4723"/>
                  <a:pt x="171707" y="4705"/>
                  <a:pt x="171714" y="4692"/>
                </a:cubicBezTo>
                <a:lnTo>
                  <a:pt x="171714" y="4692"/>
                </a:lnTo>
                <a:lnTo>
                  <a:pt x="171686" y="4719"/>
                </a:lnTo>
                <a:cubicBezTo>
                  <a:pt x="171533" y="2557"/>
                  <a:pt x="171470" y="551"/>
                  <a:pt x="171470" y="551"/>
                </a:cubicBezTo>
                <a:cubicBezTo>
                  <a:pt x="170895" y="1364"/>
                  <a:pt x="170846" y="3401"/>
                  <a:pt x="170989" y="5536"/>
                </a:cubicBezTo>
                <a:lnTo>
                  <a:pt x="170797" y="5801"/>
                </a:lnTo>
                <a:cubicBezTo>
                  <a:pt x="170731" y="5476"/>
                  <a:pt x="170640" y="5208"/>
                  <a:pt x="170511" y="5026"/>
                </a:cubicBezTo>
                <a:cubicBezTo>
                  <a:pt x="170511" y="5026"/>
                  <a:pt x="170494" y="5567"/>
                  <a:pt x="170452" y="6348"/>
                </a:cubicBezTo>
                <a:lnTo>
                  <a:pt x="170389" y="6453"/>
                </a:lnTo>
                <a:lnTo>
                  <a:pt x="170225" y="6268"/>
                </a:lnTo>
                <a:cubicBezTo>
                  <a:pt x="169440" y="4545"/>
                  <a:pt x="168652" y="3732"/>
                  <a:pt x="168544" y="3628"/>
                </a:cubicBezTo>
                <a:lnTo>
                  <a:pt x="168544" y="3628"/>
                </a:lnTo>
                <a:cubicBezTo>
                  <a:pt x="168614" y="3697"/>
                  <a:pt x="168924" y="4071"/>
                  <a:pt x="169416" y="5480"/>
                </a:cubicBezTo>
                <a:cubicBezTo>
                  <a:pt x="169283" y="5365"/>
                  <a:pt x="169161" y="5274"/>
                  <a:pt x="169056" y="5197"/>
                </a:cubicBezTo>
                <a:cubicBezTo>
                  <a:pt x="169053" y="5086"/>
                  <a:pt x="169050" y="5026"/>
                  <a:pt x="169050" y="5026"/>
                </a:cubicBezTo>
                <a:lnTo>
                  <a:pt x="168980" y="5138"/>
                </a:lnTo>
                <a:cubicBezTo>
                  <a:pt x="168837" y="5033"/>
                  <a:pt x="168683" y="4939"/>
                  <a:pt x="168526" y="4855"/>
                </a:cubicBezTo>
                <a:lnTo>
                  <a:pt x="168526" y="4855"/>
                </a:lnTo>
                <a:cubicBezTo>
                  <a:pt x="168666" y="4978"/>
                  <a:pt x="168802" y="5110"/>
                  <a:pt x="168927" y="5250"/>
                </a:cubicBezTo>
                <a:cubicBezTo>
                  <a:pt x="168854" y="5428"/>
                  <a:pt x="168798" y="5612"/>
                  <a:pt x="168760" y="5801"/>
                </a:cubicBezTo>
                <a:cubicBezTo>
                  <a:pt x="168495" y="5403"/>
                  <a:pt x="168188" y="5030"/>
                  <a:pt x="167846" y="4692"/>
                </a:cubicBezTo>
                <a:lnTo>
                  <a:pt x="167846" y="4692"/>
                </a:lnTo>
                <a:cubicBezTo>
                  <a:pt x="167846" y="4692"/>
                  <a:pt x="168198" y="5323"/>
                  <a:pt x="168669" y="6446"/>
                </a:cubicBezTo>
                <a:cubicBezTo>
                  <a:pt x="168648" y="6697"/>
                  <a:pt x="168638" y="6966"/>
                  <a:pt x="168634" y="7248"/>
                </a:cubicBezTo>
                <a:cubicBezTo>
                  <a:pt x="168600" y="7248"/>
                  <a:pt x="168568" y="7255"/>
                  <a:pt x="168533" y="7266"/>
                </a:cubicBezTo>
                <a:cubicBezTo>
                  <a:pt x="168572" y="7304"/>
                  <a:pt x="168607" y="7349"/>
                  <a:pt x="168631" y="7398"/>
                </a:cubicBezTo>
                <a:cubicBezTo>
                  <a:pt x="168307" y="7813"/>
                  <a:pt x="168021" y="8260"/>
                  <a:pt x="167780" y="8731"/>
                </a:cubicBezTo>
                <a:cubicBezTo>
                  <a:pt x="167616" y="8427"/>
                  <a:pt x="167428" y="8131"/>
                  <a:pt x="167222" y="7852"/>
                </a:cubicBezTo>
                <a:cubicBezTo>
                  <a:pt x="167448" y="7548"/>
                  <a:pt x="167703" y="7269"/>
                  <a:pt x="167986" y="7018"/>
                </a:cubicBezTo>
                <a:lnTo>
                  <a:pt x="167986" y="7018"/>
                </a:lnTo>
                <a:cubicBezTo>
                  <a:pt x="167986" y="7018"/>
                  <a:pt x="167679" y="7168"/>
                  <a:pt x="167232" y="7545"/>
                </a:cubicBezTo>
                <a:cubicBezTo>
                  <a:pt x="167644" y="6348"/>
                  <a:pt x="167912" y="6034"/>
                  <a:pt x="167968" y="5972"/>
                </a:cubicBezTo>
                <a:lnTo>
                  <a:pt x="167968" y="5972"/>
                </a:lnTo>
                <a:cubicBezTo>
                  <a:pt x="167898" y="6045"/>
                  <a:pt x="167442" y="6512"/>
                  <a:pt x="166911" y="7468"/>
                </a:cubicBezTo>
                <a:cubicBezTo>
                  <a:pt x="166879" y="7427"/>
                  <a:pt x="166850" y="7399"/>
                  <a:pt x="166832" y="7380"/>
                </a:cubicBezTo>
                <a:lnTo>
                  <a:pt x="166832" y="7380"/>
                </a:lnTo>
                <a:cubicBezTo>
                  <a:pt x="166860" y="7411"/>
                  <a:pt x="166886" y="7445"/>
                  <a:pt x="166908" y="7482"/>
                </a:cubicBezTo>
                <a:cubicBezTo>
                  <a:pt x="166789" y="7691"/>
                  <a:pt x="166674" y="7928"/>
                  <a:pt x="166556" y="8187"/>
                </a:cubicBezTo>
                <a:cubicBezTo>
                  <a:pt x="166388" y="7915"/>
                  <a:pt x="166207" y="7649"/>
                  <a:pt x="166011" y="7398"/>
                </a:cubicBezTo>
                <a:cubicBezTo>
                  <a:pt x="166036" y="7349"/>
                  <a:pt x="166067" y="7304"/>
                  <a:pt x="166106" y="7266"/>
                </a:cubicBezTo>
                <a:cubicBezTo>
                  <a:pt x="166075" y="7255"/>
                  <a:pt x="166042" y="7249"/>
                  <a:pt x="166008" y="7249"/>
                </a:cubicBezTo>
                <a:cubicBezTo>
                  <a:pt x="165988" y="7249"/>
                  <a:pt x="165968" y="7251"/>
                  <a:pt x="165949" y="7255"/>
                </a:cubicBezTo>
                <a:cubicBezTo>
                  <a:pt x="165942" y="7063"/>
                  <a:pt x="165942" y="6948"/>
                  <a:pt x="165942" y="6948"/>
                </a:cubicBezTo>
                <a:cubicBezTo>
                  <a:pt x="165935" y="6955"/>
                  <a:pt x="165928" y="6966"/>
                  <a:pt x="165924" y="6976"/>
                </a:cubicBezTo>
                <a:cubicBezTo>
                  <a:pt x="165963" y="6111"/>
                  <a:pt x="165952" y="5291"/>
                  <a:pt x="165872" y="4629"/>
                </a:cubicBezTo>
                <a:cubicBezTo>
                  <a:pt x="166325" y="3569"/>
                  <a:pt x="166657" y="2986"/>
                  <a:pt x="166657" y="2986"/>
                </a:cubicBezTo>
                <a:lnTo>
                  <a:pt x="166657" y="2986"/>
                </a:lnTo>
                <a:cubicBezTo>
                  <a:pt x="166556" y="3080"/>
                  <a:pt x="166458" y="3181"/>
                  <a:pt x="166364" y="3286"/>
                </a:cubicBezTo>
                <a:lnTo>
                  <a:pt x="166524" y="2986"/>
                </a:lnTo>
                <a:lnTo>
                  <a:pt x="166524" y="2986"/>
                </a:lnTo>
                <a:cubicBezTo>
                  <a:pt x="166235" y="3272"/>
                  <a:pt x="165966" y="3582"/>
                  <a:pt x="165725" y="3914"/>
                </a:cubicBezTo>
                <a:cubicBezTo>
                  <a:pt x="165677" y="3715"/>
                  <a:pt x="165593" y="3527"/>
                  <a:pt x="165481" y="3356"/>
                </a:cubicBezTo>
                <a:cubicBezTo>
                  <a:pt x="165481" y="3356"/>
                  <a:pt x="165471" y="3732"/>
                  <a:pt x="165443" y="4318"/>
                </a:cubicBezTo>
                <a:cubicBezTo>
                  <a:pt x="164989" y="5009"/>
                  <a:pt x="164599" y="5741"/>
                  <a:pt x="164278" y="6505"/>
                </a:cubicBezTo>
                <a:lnTo>
                  <a:pt x="164187" y="6348"/>
                </a:lnTo>
                <a:cubicBezTo>
                  <a:pt x="164149" y="5567"/>
                  <a:pt x="164131" y="5026"/>
                  <a:pt x="164131" y="5026"/>
                </a:cubicBezTo>
                <a:cubicBezTo>
                  <a:pt x="163999" y="5208"/>
                  <a:pt x="163908" y="5476"/>
                  <a:pt x="163842" y="5801"/>
                </a:cubicBezTo>
                <a:cubicBezTo>
                  <a:pt x="163577" y="5403"/>
                  <a:pt x="163270" y="5030"/>
                  <a:pt x="162928" y="4692"/>
                </a:cubicBezTo>
                <a:lnTo>
                  <a:pt x="162928" y="4692"/>
                </a:lnTo>
                <a:cubicBezTo>
                  <a:pt x="162928" y="4692"/>
                  <a:pt x="163158" y="5100"/>
                  <a:pt x="163493" y="5850"/>
                </a:cubicBezTo>
                <a:lnTo>
                  <a:pt x="163465" y="5850"/>
                </a:lnTo>
                <a:cubicBezTo>
                  <a:pt x="163423" y="5731"/>
                  <a:pt x="163364" y="5616"/>
                  <a:pt x="163294" y="5511"/>
                </a:cubicBezTo>
                <a:cubicBezTo>
                  <a:pt x="163294" y="5511"/>
                  <a:pt x="163291" y="5640"/>
                  <a:pt x="163280" y="5864"/>
                </a:cubicBezTo>
                <a:cubicBezTo>
                  <a:pt x="163277" y="6024"/>
                  <a:pt x="163266" y="6233"/>
                  <a:pt x="163256" y="6477"/>
                </a:cubicBezTo>
                <a:cubicBezTo>
                  <a:pt x="163134" y="6404"/>
                  <a:pt x="163064" y="6369"/>
                  <a:pt x="163064" y="6369"/>
                </a:cubicBezTo>
                <a:lnTo>
                  <a:pt x="163064" y="6369"/>
                </a:lnTo>
                <a:cubicBezTo>
                  <a:pt x="163127" y="6425"/>
                  <a:pt x="163190" y="6488"/>
                  <a:pt x="163249" y="6547"/>
                </a:cubicBezTo>
                <a:cubicBezTo>
                  <a:pt x="163221" y="7255"/>
                  <a:pt x="163162" y="8225"/>
                  <a:pt x="163088" y="9177"/>
                </a:cubicBezTo>
                <a:cubicBezTo>
                  <a:pt x="162942" y="8877"/>
                  <a:pt x="162795" y="8609"/>
                  <a:pt x="162663" y="8389"/>
                </a:cubicBezTo>
                <a:cubicBezTo>
                  <a:pt x="162638" y="7894"/>
                  <a:pt x="162628" y="7573"/>
                  <a:pt x="162628" y="7573"/>
                </a:cubicBezTo>
                <a:cubicBezTo>
                  <a:pt x="162537" y="7712"/>
                  <a:pt x="162471" y="7869"/>
                  <a:pt x="162429" y="8030"/>
                </a:cubicBezTo>
                <a:cubicBezTo>
                  <a:pt x="162275" y="7801"/>
                  <a:pt x="162105" y="7582"/>
                  <a:pt x="161914" y="7379"/>
                </a:cubicBezTo>
                <a:lnTo>
                  <a:pt x="161914" y="7379"/>
                </a:lnTo>
                <a:cubicBezTo>
                  <a:pt x="161972" y="7444"/>
                  <a:pt x="162131" y="7659"/>
                  <a:pt x="162377" y="8274"/>
                </a:cubicBezTo>
                <a:cubicBezTo>
                  <a:pt x="162352" y="8417"/>
                  <a:pt x="162331" y="8556"/>
                  <a:pt x="162321" y="8703"/>
                </a:cubicBezTo>
                <a:lnTo>
                  <a:pt x="162161" y="8581"/>
                </a:lnTo>
                <a:cubicBezTo>
                  <a:pt x="162042" y="8197"/>
                  <a:pt x="161899" y="7894"/>
                  <a:pt x="161725" y="7751"/>
                </a:cubicBezTo>
                <a:cubicBezTo>
                  <a:pt x="161847" y="4071"/>
                  <a:pt x="162530" y="3492"/>
                  <a:pt x="162530" y="3492"/>
                </a:cubicBezTo>
                <a:cubicBezTo>
                  <a:pt x="162485" y="3477"/>
                  <a:pt x="162438" y="3470"/>
                  <a:pt x="162390" y="3470"/>
                </a:cubicBezTo>
                <a:cubicBezTo>
                  <a:pt x="162360" y="3470"/>
                  <a:pt x="162330" y="3472"/>
                  <a:pt x="162300" y="3478"/>
                </a:cubicBezTo>
                <a:cubicBezTo>
                  <a:pt x="162275" y="3473"/>
                  <a:pt x="162250" y="3471"/>
                  <a:pt x="162226" y="3471"/>
                </a:cubicBezTo>
                <a:cubicBezTo>
                  <a:pt x="161524" y="3471"/>
                  <a:pt x="161109" y="5226"/>
                  <a:pt x="160873" y="6847"/>
                </a:cubicBezTo>
                <a:cubicBezTo>
                  <a:pt x="160689" y="6544"/>
                  <a:pt x="160483" y="6251"/>
                  <a:pt x="160260" y="5972"/>
                </a:cubicBezTo>
                <a:cubicBezTo>
                  <a:pt x="160036" y="3408"/>
                  <a:pt x="159942" y="551"/>
                  <a:pt x="159942" y="551"/>
                </a:cubicBezTo>
                <a:cubicBezTo>
                  <a:pt x="159883" y="638"/>
                  <a:pt x="159831" y="733"/>
                  <a:pt x="159789" y="830"/>
                </a:cubicBezTo>
                <a:cubicBezTo>
                  <a:pt x="159785" y="652"/>
                  <a:pt x="159778" y="551"/>
                  <a:pt x="159778" y="551"/>
                </a:cubicBezTo>
                <a:cubicBezTo>
                  <a:pt x="159060" y="1573"/>
                  <a:pt x="159164" y="4524"/>
                  <a:pt x="159443" y="7179"/>
                </a:cubicBezTo>
                <a:cubicBezTo>
                  <a:pt x="159440" y="7179"/>
                  <a:pt x="159440" y="7186"/>
                  <a:pt x="159440" y="7189"/>
                </a:cubicBezTo>
                <a:cubicBezTo>
                  <a:pt x="159213" y="6868"/>
                  <a:pt x="158965" y="6561"/>
                  <a:pt x="158704" y="6268"/>
                </a:cubicBezTo>
                <a:cubicBezTo>
                  <a:pt x="158456" y="5724"/>
                  <a:pt x="158170" y="5197"/>
                  <a:pt x="157849" y="4695"/>
                </a:cubicBezTo>
                <a:cubicBezTo>
                  <a:pt x="157780" y="4423"/>
                  <a:pt x="157692" y="4203"/>
                  <a:pt x="157577" y="4036"/>
                </a:cubicBezTo>
                <a:cubicBezTo>
                  <a:pt x="157577" y="4036"/>
                  <a:pt x="157574" y="4126"/>
                  <a:pt x="157570" y="4290"/>
                </a:cubicBezTo>
                <a:cubicBezTo>
                  <a:pt x="157405" y="4060"/>
                  <a:pt x="157224" y="3840"/>
                  <a:pt x="157028" y="3637"/>
                </a:cubicBezTo>
                <a:lnTo>
                  <a:pt x="157028" y="3637"/>
                </a:lnTo>
                <a:cubicBezTo>
                  <a:pt x="157082" y="3695"/>
                  <a:pt x="157221" y="3873"/>
                  <a:pt x="157434" y="4329"/>
                </a:cubicBezTo>
                <a:cubicBezTo>
                  <a:pt x="157262" y="4081"/>
                  <a:pt x="157069" y="3850"/>
                  <a:pt x="156863" y="3636"/>
                </a:cubicBezTo>
                <a:lnTo>
                  <a:pt x="156863" y="3636"/>
                </a:lnTo>
                <a:cubicBezTo>
                  <a:pt x="156934" y="3711"/>
                  <a:pt x="157170" y="4019"/>
                  <a:pt x="157539" y="4971"/>
                </a:cubicBezTo>
                <a:cubicBezTo>
                  <a:pt x="157535" y="5044"/>
                  <a:pt x="157535" y="5117"/>
                  <a:pt x="157528" y="5190"/>
                </a:cubicBezTo>
                <a:cubicBezTo>
                  <a:pt x="157361" y="5068"/>
                  <a:pt x="157187" y="4953"/>
                  <a:pt x="157002" y="4855"/>
                </a:cubicBezTo>
                <a:lnTo>
                  <a:pt x="157002" y="4855"/>
                </a:lnTo>
                <a:cubicBezTo>
                  <a:pt x="157082" y="4925"/>
                  <a:pt x="157155" y="4998"/>
                  <a:pt x="157228" y="5075"/>
                </a:cubicBezTo>
                <a:cubicBezTo>
                  <a:pt x="157117" y="4992"/>
                  <a:pt x="156995" y="4918"/>
                  <a:pt x="156873" y="4855"/>
                </a:cubicBezTo>
                <a:lnTo>
                  <a:pt x="156873" y="4855"/>
                </a:lnTo>
                <a:cubicBezTo>
                  <a:pt x="157103" y="5061"/>
                  <a:pt x="157316" y="5281"/>
                  <a:pt x="157511" y="5518"/>
                </a:cubicBezTo>
                <a:cubicBezTo>
                  <a:pt x="157473" y="6331"/>
                  <a:pt x="157413" y="7370"/>
                  <a:pt x="157326" y="8364"/>
                </a:cubicBezTo>
                <a:cubicBezTo>
                  <a:pt x="157159" y="8567"/>
                  <a:pt x="157005" y="8776"/>
                  <a:pt x="156862" y="8999"/>
                </a:cubicBezTo>
                <a:cubicBezTo>
                  <a:pt x="156761" y="8825"/>
                  <a:pt x="156670" y="8671"/>
                  <a:pt x="156583" y="8535"/>
                </a:cubicBezTo>
                <a:cubicBezTo>
                  <a:pt x="156510" y="8096"/>
                  <a:pt x="156398" y="7660"/>
                  <a:pt x="156255" y="7238"/>
                </a:cubicBezTo>
                <a:cubicBezTo>
                  <a:pt x="156520" y="6858"/>
                  <a:pt x="156827" y="6516"/>
                  <a:pt x="157169" y="6209"/>
                </a:cubicBezTo>
                <a:lnTo>
                  <a:pt x="157169" y="6209"/>
                </a:lnTo>
                <a:cubicBezTo>
                  <a:pt x="157169" y="6209"/>
                  <a:pt x="156743" y="6418"/>
                  <a:pt x="156147" y="6966"/>
                </a:cubicBezTo>
                <a:cubicBezTo>
                  <a:pt x="156140" y="6955"/>
                  <a:pt x="156133" y="6945"/>
                  <a:pt x="156130" y="6934"/>
                </a:cubicBezTo>
                <a:cubicBezTo>
                  <a:pt x="156604" y="5532"/>
                  <a:pt x="156911" y="5162"/>
                  <a:pt x="156977" y="5096"/>
                </a:cubicBezTo>
                <a:lnTo>
                  <a:pt x="156977" y="5096"/>
                </a:lnTo>
                <a:cubicBezTo>
                  <a:pt x="156897" y="5169"/>
                  <a:pt x="156444" y="5640"/>
                  <a:pt x="155906" y="6586"/>
                </a:cubicBezTo>
                <a:lnTo>
                  <a:pt x="155868" y="6547"/>
                </a:lnTo>
                <a:cubicBezTo>
                  <a:pt x="155865" y="6404"/>
                  <a:pt x="155865" y="6320"/>
                  <a:pt x="155865" y="6320"/>
                </a:cubicBezTo>
                <a:cubicBezTo>
                  <a:pt x="155830" y="6366"/>
                  <a:pt x="155802" y="6418"/>
                  <a:pt x="155777" y="6470"/>
                </a:cubicBezTo>
                <a:cubicBezTo>
                  <a:pt x="155719" y="6433"/>
                  <a:pt x="155653" y="6414"/>
                  <a:pt x="155587" y="6414"/>
                </a:cubicBezTo>
                <a:cubicBezTo>
                  <a:pt x="155547" y="6414"/>
                  <a:pt x="155506" y="6421"/>
                  <a:pt x="155467" y="6436"/>
                </a:cubicBezTo>
                <a:cubicBezTo>
                  <a:pt x="155467" y="6436"/>
                  <a:pt x="155554" y="6505"/>
                  <a:pt x="155662" y="6770"/>
                </a:cubicBezTo>
                <a:cubicBezTo>
                  <a:pt x="155617" y="6927"/>
                  <a:pt x="155582" y="7091"/>
                  <a:pt x="155558" y="7255"/>
                </a:cubicBezTo>
                <a:cubicBezTo>
                  <a:pt x="155460" y="7465"/>
                  <a:pt x="155362" y="7684"/>
                  <a:pt x="155261" y="7921"/>
                </a:cubicBezTo>
                <a:cubicBezTo>
                  <a:pt x="155163" y="8155"/>
                  <a:pt x="154996" y="8270"/>
                  <a:pt x="154860" y="8466"/>
                </a:cubicBezTo>
                <a:cubicBezTo>
                  <a:pt x="154853" y="8221"/>
                  <a:pt x="154843" y="8075"/>
                  <a:pt x="154843" y="8075"/>
                </a:cubicBezTo>
                <a:cubicBezTo>
                  <a:pt x="154787" y="8159"/>
                  <a:pt x="154741" y="8249"/>
                  <a:pt x="154710" y="8344"/>
                </a:cubicBezTo>
                <a:lnTo>
                  <a:pt x="154626" y="8354"/>
                </a:lnTo>
                <a:cubicBezTo>
                  <a:pt x="154801" y="6690"/>
                  <a:pt x="154902" y="4894"/>
                  <a:pt x="154734" y="3631"/>
                </a:cubicBezTo>
                <a:cubicBezTo>
                  <a:pt x="155216" y="2522"/>
                  <a:pt x="155558" y="1908"/>
                  <a:pt x="155558" y="1908"/>
                </a:cubicBezTo>
                <a:lnTo>
                  <a:pt x="155558" y="1908"/>
                </a:lnTo>
                <a:cubicBezTo>
                  <a:pt x="155216" y="2250"/>
                  <a:pt x="154902" y="2620"/>
                  <a:pt x="154616" y="3017"/>
                </a:cubicBezTo>
                <a:cubicBezTo>
                  <a:pt x="154543" y="2724"/>
                  <a:pt x="154448" y="2484"/>
                  <a:pt x="154326" y="2306"/>
                </a:cubicBezTo>
                <a:cubicBezTo>
                  <a:pt x="154326" y="2306"/>
                  <a:pt x="154309" y="2791"/>
                  <a:pt x="154274" y="3530"/>
                </a:cubicBezTo>
                <a:cubicBezTo>
                  <a:pt x="153768" y="4329"/>
                  <a:pt x="153325" y="5232"/>
                  <a:pt x="152952" y="6167"/>
                </a:cubicBezTo>
                <a:cubicBezTo>
                  <a:pt x="152792" y="5626"/>
                  <a:pt x="152589" y="5204"/>
                  <a:pt x="152345" y="5033"/>
                </a:cubicBezTo>
                <a:cubicBezTo>
                  <a:pt x="152300" y="4880"/>
                  <a:pt x="152230" y="4730"/>
                  <a:pt x="152139" y="4594"/>
                </a:cubicBezTo>
                <a:cubicBezTo>
                  <a:pt x="152139" y="4594"/>
                  <a:pt x="152136" y="4730"/>
                  <a:pt x="152129" y="4957"/>
                </a:cubicBezTo>
                <a:cubicBezTo>
                  <a:pt x="152115" y="4955"/>
                  <a:pt x="152102" y="4954"/>
                  <a:pt x="152088" y="4954"/>
                </a:cubicBezTo>
                <a:cubicBezTo>
                  <a:pt x="152050" y="4954"/>
                  <a:pt x="152012" y="4961"/>
                  <a:pt x="151975" y="4974"/>
                </a:cubicBezTo>
                <a:cubicBezTo>
                  <a:pt x="151975" y="4974"/>
                  <a:pt x="152035" y="5023"/>
                  <a:pt x="152118" y="5187"/>
                </a:cubicBezTo>
                <a:cubicBezTo>
                  <a:pt x="152094" y="5808"/>
                  <a:pt x="152042" y="6844"/>
                  <a:pt x="151965" y="7925"/>
                </a:cubicBezTo>
                <a:cubicBezTo>
                  <a:pt x="151843" y="8099"/>
                  <a:pt x="151724" y="8284"/>
                  <a:pt x="151616" y="8469"/>
                </a:cubicBezTo>
                <a:lnTo>
                  <a:pt x="151543" y="8521"/>
                </a:lnTo>
                <a:cubicBezTo>
                  <a:pt x="151525" y="8232"/>
                  <a:pt x="151511" y="7956"/>
                  <a:pt x="151501" y="7716"/>
                </a:cubicBezTo>
                <a:cubicBezTo>
                  <a:pt x="151560" y="7590"/>
                  <a:pt x="151637" y="7475"/>
                  <a:pt x="151728" y="7367"/>
                </a:cubicBezTo>
                <a:lnTo>
                  <a:pt x="151728" y="7367"/>
                </a:lnTo>
                <a:cubicBezTo>
                  <a:pt x="151700" y="7395"/>
                  <a:pt x="151616" y="7475"/>
                  <a:pt x="151494" y="7625"/>
                </a:cubicBezTo>
                <a:cubicBezTo>
                  <a:pt x="151473" y="7123"/>
                  <a:pt x="151466" y="6795"/>
                  <a:pt x="151466" y="6795"/>
                </a:cubicBezTo>
                <a:cubicBezTo>
                  <a:pt x="151424" y="6854"/>
                  <a:pt x="151389" y="6917"/>
                  <a:pt x="151361" y="6983"/>
                </a:cubicBezTo>
                <a:cubicBezTo>
                  <a:pt x="151334" y="6115"/>
                  <a:pt x="151215" y="5396"/>
                  <a:pt x="150960" y="5026"/>
                </a:cubicBezTo>
                <a:cubicBezTo>
                  <a:pt x="150960" y="5026"/>
                  <a:pt x="150919" y="6195"/>
                  <a:pt x="150831" y="7590"/>
                </a:cubicBezTo>
                <a:cubicBezTo>
                  <a:pt x="150779" y="7444"/>
                  <a:pt x="150713" y="7301"/>
                  <a:pt x="150629" y="7172"/>
                </a:cubicBezTo>
                <a:cubicBezTo>
                  <a:pt x="150615" y="6422"/>
                  <a:pt x="150542" y="5773"/>
                  <a:pt x="150374" y="5337"/>
                </a:cubicBezTo>
                <a:cubicBezTo>
                  <a:pt x="150577" y="4918"/>
                  <a:pt x="150702" y="4692"/>
                  <a:pt x="150702" y="4692"/>
                </a:cubicBezTo>
                <a:lnTo>
                  <a:pt x="150702" y="4692"/>
                </a:lnTo>
                <a:cubicBezTo>
                  <a:pt x="150556" y="4831"/>
                  <a:pt x="150416" y="4985"/>
                  <a:pt x="150287" y="5145"/>
                </a:cubicBezTo>
                <a:cubicBezTo>
                  <a:pt x="150270" y="5103"/>
                  <a:pt x="150245" y="5061"/>
                  <a:pt x="150217" y="5026"/>
                </a:cubicBezTo>
                <a:cubicBezTo>
                  <a:pt x="150217" y="5026"/>
                  <a:pt x="150214" y="5100"/>
                  <a:pt x="150210" y="5232"/>
                </a:cubicBezTo>
                <a:cubicBezTo>
                  <a:pt x="150064" y="5414"/>
                  <a:pt x="149921" y="5602"/>
                  <a:pt x="149785" y="5801"/>
                </a:cubicBezTo>
                <a:cubicBezTo>
                  <a:pt x="149774" y="5748"/>
                  <a:pt x="149764" y="5696"/>
                  <a:pt x="149750" y="5644"/>
                </a:cubicBezTo>
                <a:cubicBezTo>
                  <a:pt x="150413" y="4256"/>
                  <a:pt x="151205" y="3052"/>
                  <a:pt x="152153" y="2222"/>
                </a:cubicBezTo>
                <a:lnTo>
                  <a:pt x="152153" y="2222"/>
                </a:lnTo>
                <a:cubicBezTo>
                  <a:pt x="152153" y="2222"/>
                  <a:pt x="150632" y="2958"/>
                  <a:pt x="149077" y="5267"/>
                </a:cubicBezTo>
                <a:cubicBezTo>
                  <a:pt x="148874" y="4998"/>
                  <a:pt x="148655" y="4744"/>
                  <a:pt x="148414" y="4510"/>
                </a:cubicBezTo>
                <a:lnTo>
                  <a:pt x="148414" y="4510"/>
                </a:lnTo>
                <a:cubicBezTo>
                  <a:pt x="148414" y="4510"/>
                  <a:pt x="148613" y="4866"/>
                  <a:pt x="148909" y="5511"/>
                </a:cubicBezTo>
                <a:cubicBezTo>
                  <a:pt x="148637" y="5930"/>
                  <a:pt x="148390" y="6366"/>
                  <a:pt x="148159" y="6812"/>
                </a:cubicBezTo>
                <a:cubicBezTo>
                  <a:pt x="147950" y="6491"/>
                  <a:pt x="147737" y="6202"/>
                  <a:pt x="147532" y="5940"/>
                </a:cubicBezTo>
                <a:cubicBezTo>
                  <a:pt x="148257" y="4005"/>
                  <a:pt x="148885" y="2895"/>
                  <a:pt x="148885" y="2895"/>
                </a:cubicBezTo>
                <a:lnTo>
                  <a:pt x="148885" y="2895"/>
                </a:lnTo>
                <a:cubicBezTo>
                  <a:pt x="148194" y="3565"/>
                  <a:pt x="147601" y="4447"/>
                  <a:pt x="147096" y="5428"/>
                </a:cubicBezTo>
                <a:cubicBezTo>
                  <a:pt x="146084" y="4301"/>
                  <a:pt x="145275" y="3907"/>
                  <a:pt x="145275" y="3907"/>
                </a:cubicBezTo>
                <a:lnTo>
                  <a:pt x="145275" y="3907"/>
                </a:lnTo>
                <a:cubicBezTo>
                  <a:pt x="145784" y="4353"/>
                  <a:pt x="146244" y="4922"/>
                  <a:pt x="146663" y="5574"/>
                </a:cubicBezTo>
                <a:cubicBezTo>
                  <a:pt x="146415" y="5710"/>
                  <a:pt x="146220" y="6104"/>
                  <a:pt x="146060" y="6617"/>
                </a:cubicBezTo>
                <a:cubicBezTo>
                  <a:pt x="146011" y="6669"/>
                  <a:pt x="145948" y="6739"/>
                  <a:pt x="145875" y="6830"/>
                </a:cubicBezTo>
                <a:cubicBezTo>
                  <a:pt x="145822" y="6216"/>
                  <a:pt x="145711" y="5714"/>
                  <a:pt x="145505" y="5428"/>
                </a:cubicBezTo>
                <a:cubicBezTo>
                  <a:pt x="145505" y="5428"/>
                  <a:pt x="145474" y="6331"/>
                  <a:pt x="145407" y="7485"/>
                </a:cubicBezTo>
                <a:cubicBezTo>
                  <a:pt x="145355" y="7569"/>
                  <a:pt x="145303" y="7649"/>
                  <a:pt x="145250" y="7744"/>
                </a:cubicBezTo>
                <a:cubicBezTo>
                  <a:pt x="145160" y="7608"/>
                  <a:pt x="145066" y="7482"/>
                  <a:pt x="144964" y="7360"/>
                </a:cubicBezTo>
                <a:cubicBezTo>
                  <a:pt x="144849" y="5937"/>
                  <a:pt x="144776" y="4468"/>
                  <a:pt x="144741" y="3649"/>
                </a:cubicBezTo>
                <a:cubicBezTo>
                  <a:pt x="144839" y="3460"/>
                  <a:pt x="144902" y="3404"/>
                  <a:pt x="144902" y="3404"/>
                </a:cubicBezTo>
                <a:cubicBezTo>
                  <a:pt x="144863" y="3392"/>
                  <a:pt x="144820" y="3384"/>
                  <a:pt x="144778" y="3384"/>
                </a:cubicBezTo>
                <a:cubicBezTo>
                  <a:pt x="144763" y="3384"/>
                  <a:pt x="144749" y="3385"/>
                  <a:pt x="144734" y="3387"/>
                </a:cubicBezTo>
                <a:cubicBezTo>
                  <a:pt x="144720" y="3132"/>
                  <a:pt x="144717" y="2986"/>
                  <a:pt x="144717" y="2986"/>
                </a:cubicBezTo>
                <a:cubicBezTo>
                  <a:pt x="144619" y="3136"/>
                  <a:pt x="144542" y="3303"/>
                  <a:pt x="144490" y="3474"/>
                </a:cubicBezTo>
                <a:cubicBezTo>
                  <a:pt x="144270" y="3631"/>
                  <a:pt x="144089" y="3963"/>
                  <a:pt x="143932" y="4402"/>
                </a:cubicBezTo>
                <a:cubicBezTo>
                  <a:pt x="143887" y="4273"/>
                  <a:pt x="143824" y="4151"/>
                  <a:pt x="143747" y="4036"/>
                </a:cubicBezTo>
                <a:cubicBezTo>
                  <a:pt x="143747" y="4036"/>
                  <a:pt x="143733" y="4381"/>
                  <a:pt x="143712" y="4922"/>
                </a:cubicBezTo>
                <a:cubicBezTo>
                  <a:pt x="143328" y="3942"/>
                  <a:pt x="142885" y="2989"/>
                  <a:pt x="142373" y="2135"/>
                </a:cubicBezTo>
                <a:cubicBezTo>
                  <a:pt x="142320" y="1134"/>
                  <a:pt x="142299" y="447"/>
                  <a:pt x="142299" y="447"/>
                </a:cubicBezTo>
                <a:cubicBezTo>
                  <a:pt x="142136" y="684"/>
                  <a:pt x="142013" y="1022"/>
                  <a:pt x="141930" y="1437"/>
                </a:cubicBezTo>
                <a:cubicBezTo>
                  <a:pt x="141581" y="921"/>
                  <a:pt x="141187" y="443"/>
                  <a:pt x="140744" y="7"/>
                </a:cubicBezTo>
                <a:lnTo>
                  <a:pt x="140744" y="7"/>
                </a:lnTo>
                <a:cubicBezTo>
                  <a:pt x="140744" y="7"/>
                  <a:pt x="141197" y="813"/>
                  <a:pt x="141808" y="2257"/>
                </a:cubicBezTo>
                <a:cubicBezTo>
                  <a:pt x="141693" y="3443"/>
                  <a:pt x="141762" y="4964"/>
                  <a:pt x="141898" y="6446"/>
                </a:cubicBezTo>
                <a:cubicBezTo>
                  <a:pt x="141853" y="6426"/>
                  <a:pt x="141803" y="6416"/>
                  <a:pt x="141753" y="6416"/>
                </a:cubicBezTo>
                <a:cubicBezTo>
                  <a:pt x="141714" y="6416"/>
                  <a:pt x="141675" y="6422"/>
                  <a:pt x="141637" y="6436"/>
                </a:cubicBezTo>
                <a:cubicBezTo>
                  <a:pt x="141637" y="6436"/>
                  <a:pt x="141804" y="6575"/>
                  <a:pt x="141968" y="7189"/>
                </a:cubicBezTo>
                <a:cubicBezTo>
                  <a:pt x="141989" y="7367"/>
                  <a:pt x="142006" y="7545"/>
                  <a:pt x="142031" y="7726"/>
                </a:cubicBezTo>
                <a:cubicBezTo>
                  <a:pt x="141787" y="7329"/>
                  <a:pt x="141515" y="6948"/>
                  <a:pt x="141222" y="6586"/>
                </a:cubicBezTo>
                <a:cubicBezTo>
                  <a:pt x="141148" y="6408"/>
                  <a:pt x="141075" y="6244"/>
                  <a:pt x="140995" y="6080"/>
                </a:cubicBezTo>
                <a:cubicBezTo>
                  <a:pt x="141389" y="5187"/>
                  <a:pt x="141668" y="4692"/>
                  <a:pt x="141668" y="4692"/>
                </a:cubicBezTo>
                <a:lnTo>
                  <a:pt x="141668" y="4692"/>
                </a:lnTo>
                <a:cubicBezTo>
                  <a:pt x="141354" y="5002"/>
                  <a:pt x="141068" y="5340"/>
                  <a:pt x="140817" y="5707"/>
                </a:cubicBezTo>
                <a:cubicBezTo>
                  <a:pt x="140751" y="5574"/>
                  <a:pt x="140681" y="5445"/>
                  <a:pt x="140618" y="5326"/>
                </a:cubicBezTo>
                <a:cubicBezTo>
                  <a:pt x="140580" y="5222"/>
                  <a:pt x="140528" y="5121"/>
                  <a:pt x="140465" y="5026"/>
                </a:cubicBezTo>
                <a:lnTo>
                  <a:pt x="140465" y="5051"/>
                </a:lnTo>
                <a:cubicBezTo>
                  <a:pt x="139903" y="4099"/>
                  <a:pt x="139439" y="3617"/>
                  <a:pt x="139363" y="3540"/>
                </a:cubicBezTo>
                <a:lnTo>
                  <a:pt x="139363" y="3540"/>
                </a:lnTo>
                <a:cubicBezTo>
                  <a:pt x="139432" y="3614"/>
                  <a:pt x="139771" y="4029"/>
                  <a:pt x="140308" y="5609"/>
                </a:cubicBezTo>
                <a:cubicBezTo>
                  <a:pt x="139645" y="5006"/>
                  <a:pt x="139178" y="4779"/>
                  <a:pt x="139178" y="4779"/>
                </a:cubicBezTo>
                <a:lnTo>
                  <a:pt x="139178" y="4779"/>
                </a:lnTo>
                <a:cubicBezTo>
                  <a:pt x="139586" y="5138"/>
                  <a:pt x="139945" y="5550"/>
                  <a:pt x="140252" y="6000"/>
                </a:cubicBezTo>
                <a:cubicBezTo>
                  <a:pt x="140133" y="6122"/>
                  <a:pt x="139753" y="6544"/>
                  <a:pt x="139303" y="7329"/>
                </a:cubicBezTo>
                <a:lnTo>
                  <a:pt x="139275" y="7280"/>
                </a:lnTo>
                <a:cubicBezTo>
                  <a:pt x="139247" y="6704"/>
                  <a:pt x="139233" y="6320"/>
                  <a:pt x="139233" y="6320"/>
                </a:cubicBezTo>
                <a:cubicBezTo>
                  <a:pt x="139125" y="6491"/>
                  <a:pt x="139049" y="6680"/>
                  <a:pt x="139003" y="6879"/>
                </a:cubicBezTo>
                <a:cubicBezTo>
                  <a:pt x="138787" y="6572"/>
                  <a:pt x="138543" y="6286"/>
                  <a:pt x="138274" y="6020"/>
                </a:cubicBezTo>
                <a:lnTo>
                  <a:pt x="138274" y="6020"/>
                </a:lnTo>
                <a:cubicBezTo>
                  <a:pt x="138274" y="6021"/>
                  <a:pt x="138546" y="6498"/>
                  <a:pt x="138916" y="7360"/>
                </a:cubicBezTo>
                <a:cubicBezTo>
                  <a:pt x="138916" y="7381"/>
                  <a:pt x="138913" y="7398"/>
                  <a:pt x="138913" y="7416"/>
                </a:cubicBezTo>
                <a:cubicBezTo>
                  <a:pt x="138817" y="7309"/>
                  <a:pt x="138713" y="7247"/>
                  <a:pt x="138599" y="7247"/>
                </a:cubicBezTo>
                <a:cubicBezTo>
                  <a:pt x="138564" y="7247"/>
                  <a:pt x="138528" y="7253"/>
                  <a:pt x="138490" y="7266"/>
                </a:cubicBezTo>
                <a:cubicBezTo>
                  <a:pt x="138490" y="7266"/>
                  <a:pt x="138686" y="7433"/>
                  <a:pt x="138857" y="8197"/>
                </a:cubicBezTo>
                <a:cubicBezTo>
                  <a:pt x="138850" y="8204"/>
                  <a:pt x="138850" y="8211"/>
                  <a:pt x="138846" y="8221"/>
                </a:cubicBezTo>
                <a:cubicBezTo>
                  <a:pt x="138738" y="8340"/>
                  <a:pt x="138630" y="8466"/>
                  <a:pt x="138518" y="8605"/>
                </a:cubicBezTo>
                <a:cubicBezTo>
                  <a:pt x="138494" y="7942"/>
                  <a:pt x="138410" y="7388"/>
                  <a:pt x="138229" y="7053"/>
                </a:cubicBezTo>
                <a:cubicBezTo>
                  <a:pt x="138271" y="6160"/>
                  <a:pt x="138267" y="5312"/>
                  <a:pt x="138177" y="4629"/>
                </a:cubicBezTo>
                <a:cubicBezTo>
                  <a:pt x="138633" y="3569"/>
                  <a:pt x="138965" y="2986"/>
                  <a:pt x="138965" y="2986"/>
                </a:cubicBezTo>
                <a:lnTo>
                  <a:pt x="138965" y="2986"/>
                </a:lnTo>
                <a:cubicBezTo>
                  <a:pt x="138637" y="3310"/>
                  <a:pt x="138337" y="3663"/>
                  <a:pt x="138072" y="4039"/>
                </a:cubicBezTo>
                <a:cubicBezTo>
                  <a:pt x="138002" y="3757"/>
                  <a:pt x="137908" y="3527"/>
                  <a:pt x="137786" y="3356"/>
                </a:cubicBezTo>
                <a:cubicBezTo>
                  <a:pt x="137786" y="3356"/>
                  <a:pt x="137775" y="3823"/>
                  <a:pt x="137741" y="4528"/>
                </a:cubicBezTo>
                <a:cubicBezTo>
                  <a:pt x="137284" y="5271"/>
                  <a:pt x="136889" y="6048"/>
                  <a:pt x="136565" y="6858"/>
                </a:cubicBezTo>
                <a:lnTo>
                  <a:pt x="136485" y="6924"/>
                </a:lnTo>
                <a:cubicBezTo>
                  <a:pt x="136300" y="6334"/>
                  <a:pt x="136070" y="5902"/>
                  <a:pt x="135773" y="5846"/>
                </a:cubicBezTo>
                <a:cubicBezTo>
                  <a:pt x="135731" y="5724"/>
                  <a:pt x="135676" y="5609"/>
                  <a:pt x="135602" y="5504"/>
                </a:cubicBezTo>
                <a:cubicBezTo>
                  <a:pt x="135602" y="5504"/>
                  <a:pt x="135599" y="5637"/>
                  <a:pt x="135588" y="5860"/>
                </a:cubicBezTo>
                <a:cubicBezTo>
                  <a:pt x="135581" y="6111"/>
                  <a:pt x="135564" y="6481"/>
                  <a:pt x="135543" y="6924"/>
                </a:cubicBezTo>
                <a:lnTo>
                  <a:pt x="135494" y="6875"/>
                </a:lnTo>
                <a:lnTo>
                  <a:pt x="135494" y="6875"/>
                </a:lnTo>
                <a:cubicBezTo>
                  <a:pt x="135512" y="6899"/>
                  <a:pt x="135526" y="6927"/>
                  <a:pt x="135536" y="6952"/>
                </a:cubicBezTo>
                <a:cubicBezTo>
                  <a:pt x="135526" y="7259"/>
                  <a:pt x="135501" y="7594"/>
                  <a:pt x="135480" y="7946"/>
                </a:cubicBezTo>
                <a:cubicBezTo>
                  <a:pt x="135372" y="8078"/>
                  <a:pt x="135264" y="8225"/>
                  <a:pt x="135149" y="8378"/>
                </a:cubicBezTo>
                <a:lnTo>
                  <a:pt x="134957" y="8127"/>
                </a:lnTo>
                <a:cubicBezTo>
                  <a:pt x="134943" y="7782"/>
                  <a:pt x="134936" y="7569"/>
                  <a:pt x="134936" y="7569"/>
                </a:cubicBezTo>
                <a:cubicBezTo>
                  <a:pt x="134866" y="7670"/>
                  <a:pt x="134814" y="7785"/>
                  <a:pt x="134779" y="7904"/>
                </a:cubicBezTo>
                <a:cubicBezTo>
                  <a:pt x="134671" y="7771"/>
                  <a:pt x="134566" y="7656"/>
                  <a:pt x="134465" y="7541"/>
                </a:cubicBezTo>
                <a:cubicBezTo>
                  <a:pt x="134671" y="7109"/>
                  <a:pt x="134800" y="6875"/>
                  <a:pt x="134800" y="6875"/>
                </a:cubicBezTo>
                <a:lnTo>
                  <a:pt x="134800" y="6875"/>
                </a:lnTo>
                <a:cubicBezTo>
                  <a:pt x="134633" y="7039"/>
                  <a:pt x="134472" y="7217"/>
                  <a:pt x="134326" y="7402"/>
                </a:cubicBezTo>
                <a:cubicBezTo>
                  <a:pt x="134235" y="7308"/>
                  <a:pt x="134148" y="7220"/>
                  <a:pt x="134061" y="7140"/>
                </a:cubicBezTo>
                <a:cubicBezTo>
                  <a:pt x="134228" y="3997"/>
                  <a:pt x="134838" y="3488"/>
                  <a:pt x="134838" y="3488"/>
                </a:cubicBezTo>
                <a:cubicBezTo>
                  <a:pt x="134788" y="3471"/>
                  <a:pt x="134740" y="3463"/>
                  <a:pt x="134692" y="3463"/>
                </a:cubicBezTo>
                <a:cubicBezTo>
                  <a:pt x="134030" y="3463"/>
                  <a:pt x="133625" y="5046"/>
                  <a:pt x="133384" y="6586"/>
                </a:cubicBezTo>
                <a:cubicBezTo>
                  <a:pt x="133269" y="6502"/>
                  <a:pt x="133147" y="6429"/>
                  <a:pt x="133018" y="6366"/>
                </a:cubicBezTo>
                <a:lnTo>
                  <a:pt x="133018" y="6366"/>
                </a:lnTo>
                <a:cubicBezTo>
                  <a:pt x="133140" y="6470"/>
                  <a:pt x="133251" y="6582"/>
                  <a:pt x="133367" y="6701"/>
                </a:cubicBezTo>
                <a:lnTo>
                  <a:pt x="133314" y="7063"/>
                </a:lnTo>
                <a:cubicBezTo>
                  <a:pt x="133094" y="6680"/>
                  <a:pt x="132843" y="6313"/>
                  <a:pt x="132568" y="5968"/>
                </a:cubicBezTo>
                <a:cubicBezTo>
                  <a:pt x="132533" y="5557"/>
                  <a:pt x="132498" y="5145"/>
                  <a:pt x="132474" y="4733"/>
                </a:cubicBezTo>
                <a:lnTo>
                  <a:pt x="132498" y="4685"/>
                </a:lnTo>
                <a:lnTo>
                  <a:pt x="132498" y="4685"/>
                </a:lnTo>
                <a:cubicBezTo>
                  <a:pt x="132488" y="4695"/>
                  <a:pt x="132477" y="4705"/>
                  <a:pt x="132467" y="4716"/>
                </a:cubicBezTo>
                <a:cubicBezTo>
                  <a:pt x="132320" y="2553"/>
                  <a:pt x="132250" y="548"/>
                  <a:pt x="132250" y="548"/>
                </a:cubicBezTo>
                <a:cubicBezTo>
                  <a:pt x="131678" y="1360"/>
                  <a:pt x="131626" y="3394"/>
                  <a:pt x="131769" y="5532"/>
                </a:cubicBezTo>
                <a:cubicBezTo>
                  <a:pt x="131706" y="5619"/>
                  <a:pt x="131643" y="5707"/>
                  <a:pt x="131584" y="5797"/>
                </a:cubicBezTo>
                <a:cubicBezTo>
                  <a:pt x="131514" y="5469"/>
                  <a:pt x="131420" y="5204"/>
                  <a:pt x="131291" y="5023"/>
                </a:cubicBezTo>
                <a:cubicBezTo>
                  <a:pt x="131291" y="5023"/>
                  <a:pt x="131274" y="5564"/>
                  <a:pt x="131235" y="6341"/>
                </a:cubicBezTo>
                <a:cubicBezTo>
                  <a:pt x="131211" y="6376"/>
                  <a:pt x="131190" y="6411"/>
                  <a:pt x="131173" y="6446"/>
                </a:cubicBezTo>
                <a:lnTo>
                  <a:pt x="131009" y="6265"/>
                </a:lnTo>
                <a:cubicBezTo>
                  <a:pt x="130224" y="4545"/>
                  <a:pt x="129439" y="3732"/>
                  <a:pt x="129324" y="3621"/>
                </a:cubicBezTo>
                <a:lnTo>
                  <a:pt x="129324" y="3621"/>
                </a:lnTo>
                <a:cubicBezTo>
                  <a:pt x="129394" y="3690"/>
                  <a:pt x="129708" y="4067"/>
                  <a:pt x="130196" y="5476"/>
                </a:cubicBezTo>
                <a:cubicBezTo>
                  <a:pt x="130067" y="5361"/>
                  <a:pt x="129945" y="5271"/>
                  <a:pt x="129840" y="5190"/>
                </a:cubicBezTo>
                <a:cubicBezTo>
                  <a:pt x="129833" y="5082"/>
                  <a:pt x="129833" y="5023"/>
                  <a:pt x="129833" y="5023"/>
                </a:cubicBezTo>
                <a:cubicBezTo>
                  <a:pt x="129809" y="5058"/>
                  <a:pt x="129784" y="5096"/>
                  <a:pt x="129763" y="5135"/>
                </a:cubicBezTo>
                <a:cubicBezTo>
                  <a:pt x="129620" y="5030"/>
                  <a:pt x="129467" y="4936"/>
                  <a:pt x="129310" y="4852"/>
                </a:cubicBezTo>
                <a:lnTo>
                  <a:pt x="129310" y="4852"/>
                </a:lnTo>
                <a:cubicBezTo>
                  <a:pt x="129446" y="4974"/>
                  <a:pt x="129582" y="5103"/>
                  <a:pt x="129711" y="5243"/>
                </a:cubicBezTo>
                <a:cubicBezTo>
                  <a:pt x="129638" y="5421"/>
                  <a:pt x="129578" y="5605"/>
                  <a:pt x="129544" y="5797"/>
                </a:cubicBezTo>
                <a:cubicBezTo>
                  <a:pt x="129275" y="5396"/>
                  <a:pt x="128968" y="5023"/>
                  <a:pt x="128626" y="4685"/>
                </a:cubicBezTo>
                <a:lnTo>
                  <a:pt x="128626" y="4685"/>
                </a:lnTo>
                <a:cubicBezTo>
                  <a:pt x="128626" y="4685"/>
                  <a:pt x="128986" y="5320"/>
                  <a:pt x="129456" y="6443"/>
                </a:cubicBezTo>
                <a:cubicBezTo>
                  <a:pt x="129432" y="6690"/>
                  <a:pt x="129422" y="6962"/>
                  <a:pt x="129415" y="7245"/>
                </a:cubicBezTo>
                <a:cubicBezTo>
                  <a:pt x="129383" y="7245"/>
                  <a:pt x="129352" y="7252"/>
                  <a:pt x="129320" y="7262"/>
                </a:cubicBezTo>
                <a:cubicBezTo>
                  <a:pt x="129355" y="7301"/>
                  <a:pt x="129387" y="7346"/>
                  <a:pt x="129411" y="7395"/>
                </a:cubicBezTo>
                <a:cubicBezTo>
                  <a:pt x="129087" y="7810"/>
                  <a:pt x="128801" y="8256"/>
                  <a:pt x="128560" y="8727"/>
                </a:cubicBezTo>
                <a:cubicBezTo>
                  <a:pt x="128396" y="8424"/>
                  <a:pt x="128211" y="8127"/>
                  <a:pt x="128009" y="7848"/>
                </a:cubicBezTo>
                <a:cubicBezTo>
                  <a:pt x="128232" y="7545"/>
                  <a:pt x="128487" y="7266"/>
                  <a:pt x="128766" y="7015"/>
                </a:cubicBezTo>
                <a:lnTo>
                  <a:pt x="128766" y="7015"/>
                </a:lnTo>
                <a:cubicBezTo>
                  <a:pt x="128644" y="7077"/>
                  <a:pt x="128522" y="7154"/>
                  <a:pt x="128410" y="7238"/>
                </a:cubicBezTo>
                <a:cubicBezTo>
                  <a:pt x="128483" y="7158"/>
                  <a:pt x="128560" y="7084"/>
                  <a:pt x="128640" y="7015"/>
                </a:cubicBezTo>
                <a:lnTo>
                  <a:pt x="128640" y="7015"/>
                </a:lnTo>
                <a:cubicBezTo>
                  <a:pt x="128438" y="7123"/>
                  <a:pt x="128243" y="7252"/>
                  <a:pt x="128065" y="7398"/>
                </a:cubicBezTo>
                <a:cubicBezTo>
                  <a:pt x="128433" y="6372"/>
                  <a:pt x="128672" y="6054"/>
                  <a:pt x="128743" y="5978"/>
                </a:cubicBezTo>
                <a:lnTo>
                  <a:pt x="128743" y="5978"/>
                </a:lnTo>
                <a:cubicBezTo>
                  <a:pt x="128582" y="6146"/>
                  <a:pt x="128432" y="6328"/>
                  <a:pt x="128295" y="6516"/>
                </a:cubicBezTo>
                <a:cubicBezTo>
                  <a:pt x="128459" y="6168"/>
                  <a:pt x="128570" y="6025"/>
                  <a:pt x="128616" y="5978"/>
                </a:cubicBezTo>
                <a:lnTo>
                  <a:pt x="128616" y="5978"/>
                </a:lnTo>
                <a:cubicBezTo>
                  <a:pt x="128520" y="6073"/>
                  <a:pt x="128104" y="6516"/>
                  <a:pt x="127618" y="7381"/>
                </a:cubicBezTo>
                <a:cubicBezTo>
                  <a:pt x="127503" y="7587"/>
                  <a:pt x="127384" y="7813"/>
                  <a:pt x="127266" y="8064"/>
                </a:cubicBezTo>
                <a:cubicBezTo>
                  <a:pt x="127112" y="7831"/>
                  <a:pt x="126955" y="7604"/>
                  <a:pt x="126791" y="7395"/>
                </a:cubicBezTo>
                <a:cubicBezTo>
                  <a:pt x="126816" y="7346"/>
                  <a:pt x="126851" y="7301"/>
                  <a:pt x="126886" y="7262"/>
                </a:cubicBezTo>
                <a:cubicBezTo>
                  <a:pt x="126852" y="7250"/>
                  <a:pt x="126817" y="7245"/>
                  <a:pt x="126781" y="7245"/>
                </a:cubicBezTo>
                <a:cubicBezTo>
                  <a:pt x="126764" y="7245"/>
                  <a:pt x="126746" y="7246"/>
                  <a:pt x="126729" y="7248"/>
                </a:cubicBezTo>
                <a:cubicBezTo>
                  <a:pt x="126725" y="7056"/>
                  <a:pt x="126722" y="6945"/>
                  <a:pt x="126722" y="6945"/>
                </a:cubicBezTo>
                <a:lnTo>
                  <a:pt x="126704" y="6969"/>
                </a:lnTo>
                <a:cubicBezTo>
                  <a:pt x="126743" y="6108"/>
                  <a:pt x="126739" y="5288"/>
                  <a:pt x="126652" y="4625"/>
                </a:cubicBezTo>
                <a:cubicBezTo>
                  <a:pt x="127109" y="3565"/>
                  <a:pt x="127440" y="2983"/>
                  <a:pt x="127440" y="2982"/>
                </a:cubicBezTo>
                <a:lnTo>
                  <a:pt x="127440" y="2982"/>
                </a:lnTo>
                <a:cubicBezTo>
                  <a:pt x="127228" y="3188"/>
                  <a:pt x="127029" y="3408"/>
                  <a:pt x="126844" y="3638"/>
                </a:cubicBezTo>
                <a:cubicBezTo>
                  <a:pt x="127053" y="3213"/>
                  <a:pt x="127182" y="2982"/>
                  <a:pt x="127182" y="2982"/>
                </a:cubicBezTo>
                <a:lnTo>
                  <a:pt x="127182" y="2982"/>
                </a:lnTo>
                <a:cubicBezTo>
                  <a:pt x="126928" y="3230"/>
                  <a:pt x="126687" y="3499"/>
                  <a:pt x="126474" y="3788"/>
                </a:cubicBezTo>
                <a:cubicBezTo>
                  <a:pt x="126422" y="3635"/>
                  <a:pt x="126352" y="3488"/>
                  <a:pt x="126265" y="3352"/>
                </a:cubicBezTo>
                <a:cubicBezTo>
                  <a:pt x="126265" y="3352"/>
                  <a:pt x="126258" y="3425"/>
                  <a:pt x="126254" y="3561"/>
                </a:cubicBezTo>
                <a:cubicBezTo>
                  <a:pt x="126223" y="3488"/>
                  <a:pt x="126185" y="3418"/>
                  <a:pt x="126136" y="3352"/>
                </a:cubicBezTo>
                <a:cubicBezTo>
                  <a:pt x="126136" y="3352"/>
                  <a:pt x="126125" y="3725"/>
                  <a:pt x="126097" y="4315"/>
                </a:cubicBezTo>
                <a:cubicBezTo>
                  <a:pt x="125668" y="4967"/>
                  <a:pt x="125299" y="5658"/>
                  <a:pt x="124985" y="6373"/>
                </a:cubicBezTo>
                <a:lnTo>
                  <a:pt x="124967" y="6341"/>
                </a:lnTo>
                <a:cubicBezTo>
                  <a:pt x="124932" y="5564"/>
                  <a:pt x="124911" y="5023"/>
                  <a:pt x="124911" y="5023"/>
                </a:cubicBezTo>
                <a:cubicBezTo>
                  <a:pt x="124786" y="5204"/>
                  <a:pt x="124688" y="5469"/>
                  <a:pt x="124625" y="5797"/>
                </a:cubicBezTo>
                <a:cubicBezTo>
                  <a:pt x="124357" y="5396"/>
                  <a:pt x="124050" y="5023"/>
                  <a:pt x="123708" y="4685"/>
                </a:cubicBezTo>
                <a:lnTo>
                  <a:pt x="123708" y="4685"/>
                </a:lnTo>
                <a:cubicBezTo>
                  <a:pt x="123708" y="4685"/>
                  <a:pt x="123938" y="5096"/>
                  <a:pt x="124277" y="5846"/>
                </a:cubicBezTo>
                <a:lnTo>
                  <a:pt x="124245" y="5846"/>
                </a:lnTo>
                <a:cubicBezTo>
                  <a:pt x="124203" y="5724"/>
                  <a:pt x="124151" y="5612"/>
                  <a:pt x="124078" y="5504"/>
                </a:cubicBezTo>
                <a:cubicBezTo>
                  <a:pt x="124078" y="5504"/>
                  <a:pt x="124074" y="5584"/>
                  <a:pt x="124071" y="5724"/>
                </a:cubicBezTo>
                <a:cubicBezTo>
                  <a:pt x="124036" y="5647"/>
                  <a:pt x="123998" y="5574"/>
                  <a:pt x="123949" y="5504"/>
                </a:cubicBezTo>
                <a:cubicBezTo>
                  <a:pt x="123949" y="5504"/>
                  <a:pt x="123945" y="5637"/>
                  <a:pt x="123935" y="5860"/>
                </a:cubicBezTo>
                <a:cubicBezTo>
                  <a:pt x="123931" y="6003"/>
                  <a:pt x="123921" y="6184"/>
                  <a:pt x="123914" y="6401"/>
                </a:cubicBezTo>
                <a:lnTo>
                  <a:pt x="123848" y="6366"/>
                </a:lnTo>
                <a:lnTo>
                  <a:pt x="123914" y="6425"/>
                </a:lnTo>
                <a:cubicBezTo>
                  <a:pt x="123882" y="7088"/>
                  <a:pt x="123830" y="8023"/>
                  <a:pt x="123760" y="8954"/>
                </a:cubicBezTo>
                <a:cubicBezTo>
                  <a:pt x="123652" y="8741"/>
                  <a:pt x="123548" y="8553"/>
                  <a:pt x="123443" y="8382"/>
                </a:cubicBezTo>
                <a:cubicBezTo>
                  <a:pt x="123422" y="7890"/>
                  <a:pt x="123412" y="7569"/>
                  <a:pt x="123412" y="7569"/>
                </a:cubicBezTo>
                <a:cubicBezTo>
                  <a:pt x="123363" y="7639"/>
                  <a:pt x="123321" y="7716"/>
                  <a:pt x="123289" y="7796"/>
                </a:cubicBezTo>
                <a:cubicBezTo>
                  <a:pt x="123286" y="7649"/>
                  <a:pt x="123286" y="7569"/>
                  <a:pt x="123286" y="7569"/>
                </a:cubicBezTo>
                <a:cubicBezTo>
                  <a:pt x="123216" y="7670"/>
                  <a:pt x="123160" y="7782"/>
                  <a:pt x="123126" y="7901"/>
                </a:cubicBezTo>
                <a:cubicBezTo>
                  <a:pt x="122997" y="7715"/>
                  <a:pt x="122856" y="7543"/>
                  <a:pt x="122699" y="7380"/>
                </a:cubicBezTo>
                <a:lnTo>
                  <a:pt x="122699" y="7380"/>
                </a:lnTo>
                <a:cubicBezTo>
                  <a:pt x="122754" y="7441"/>
                  <a:pt x="122880" y="7623"/>
                  <a:pt x="123077" y="8068"/>
                </a:cubicBezTo>
                <a:cubicBezTo>
                  <a:pt x="123035" y="8246"/>
                  <a:pt x="123003" y="8424"/>
                  <a:pt x="122986" y="8605"/>
                </a:cubicBezTo>
                <a:lnTo>
                  <a:pt x="122941" y="8574"/>
                </a:lnTo>
                <a:cubicBezTo>
                  <a:pt x="122822" y="8190"/>
                  <a:pt x="122679" y="7890"/>
                  <a:pt x="122508" y="7747"/>
                </a:cubicBezTo>
                <a:cubicBezTo>
                  <a:pt x="122627" y="4067"/>
                  <a:pt x="123310" y="3488"/>
                  <a:pt x="123310" y="3488"/>
                </a:cubicBezTo>
                <a:cubicBezTo>
                  <a:pt x="123268" y="3472"/>
                  <a:pt x="123222" y="3464"/>
                  <a:pt x="123176" y="3464"/>
                </a:cubicBezTo>
                <a:cubicBezTo>
                  <a:pt x="123121" y="3464"/>
                  <a:pt x="123065" y="3476"/>
                  <a:pt x="123014" y="3499"/>
                </a:cubicBezTo>
                <a:lnTo>
                  <a:pt x="123024" y="3488"/>
                </a:lnTo>
                <a:cubicBezTo>
                  <a:pt x="122975" y="3472"/>
                  <a:pt x="122926" y="3464"/>
                  <a:pt x="122879" y="3464"/>
                </a:cubicBezTo>
                <a:cubicBezTo>
                  <a:pt x="122202" y="3464"/>
                  <a:pt x="121791" y="5108"/>
                  <a:pt x="121556" y="6680"/>
                </a:cubicBezTo>
                <a:cubicBezTo>
                  <a:pt x="121395" y="6432"/>
                  <a:pt x="121225" y="6195"/>
                  <a:pt x="121040" y="5968"/>
                </a:cubicBezTo>
                <a:cubicBezTo>
                  <a:pt x="120823" y="3404"/>
                  <a:pt x="120726" y="548"/>
                  <a:pt x="120726" y="548"/>
                </a:cubicBezTo>
                <a:cubicBezTo>
                  <a:pt x="120607" y="729"/>
                  <a:pt x="120516" y="924"/>
                  <a:pt x="120457" y="1134"/>
                </a:cubicBezTo>
                <a:cubicBezTo>
                  <a:pt x="120443" y="767"/>
                  <a:pt x="120433" y="548"/>
                  <a:pt x="120433" y="548"/>
                </a:cubicBezTo>
                <a:cubicBezTo>
                  <a:pt x="119732" y="1542"/>
                  <a:pt x="119819" y="4385"/>
                  <a:pt x="120080" y="6994"/>
                </a:cubicBezTo>
                <a:cubicBezTo>
                  <a:pt x="119875" y="6718"/>
                  <a:pt x="119676" y="6477"/>
                  <a:pt x="119484" y="6265"/>
                </a:cubicBezTo>
                <a:cubicBezTo>
                  <a:pt x="119090" y="5410"/>
                  <a:pt x="118703" y="4779"/>
                  <a:pt x="118392" y="4346"/>
                </a:cubicBezTo>
                <a:cubicBezTo>
                  <a:pt x="118354" y="4235"/>
                  <a:pt x="118298" y="4130"/>
                  <a:pt x="118232" y="4032"/>
                </a:cubicBezTo>
                <a:cubicBezTo>
                  <a:pt x="118232" y="4032"/>
                  <a:pt x="118232" y="4067"/>
                  <a:pt x="118228" y="4123"/>
                </a:cubicBezTo>
                <a:cubicBezTo>
                  <a:pt x="118096" y="3949"/>
                  <a:pt x="117953" y="3778"/>
                  <a:pt x="117799" y="3621"/>
                </a:cubicBezTo>
                <a:lnTo>
                  <a:pt x="117799" y="3621"/>
                </a:lnTo>
                <a:cubicBezTo>
                  <a:pt x="117845" y="3670"/>
                  <a:pt x="117991" y="3844"/>
                  <a:pt x="118218" y="4336"/>
                </a:cubicBezTo>
                <a:cubicBezTo>
                  <a:pt x="118218" y="4388"/>
                  <a:pt x="118214" y="4447"/>
                  <a:pt x="118214" y="4507"/>
                </a:cubicBezTo>
                <a:cubicBezTo>
                  <a:pt x="117845" y="3966"/>
                  <a:pt x="117569" y="3684"/>
                  <a:pt x="117510" y="3621"/>
                </a:cubicBezTo>
                <a:lnTo>
                  <a:pt x="117510" y="3621"/>
                </a:lnTo>
                <a:cubicBezTo>
                  <a:pt x="117569" y="3684"/>
                  <a:pt x="117813" y="3977"/>
                  <a:pt x="118193" y="4964"/>
                </a:cubicBezTo>
                <a:cubicBezTo>
                  <a:pt x="118193" y="5009"/>
                  <a:pt x="118190" y="5058"/>
                  <a:pt x="118190" y="5100"/>
                </a:cubicBezTo>
                <a:cubicBezTo>
                  <a:pt x="118061" y="5009"/>
                  <a:pt x="117925" y="4925"/>
                  <a:pt x="117782" y="4852"/>
                </a:cubicBezTo>
                <a:lnTo>
                  <a:pt x="117782" y="4852"/>
                </a:lnTo>
                <a:cubicBezTo>
                  <a:pt x="117925" y="4971"/>
                  <a:pt x="118057" y="5100"/>
                  <a:pt x="118179" y="5239"/>
                </a:cubicBezTo>
                <a:lnTo>
                  <a:pt x="118179" y="5285"/>
                </a:lnTo>
                <a:cubicBezTo>
                  <a:pt x="117977" y="5121"/>
                  <a:pt x="117757" y="4974"/>
                  <a:pt x="117527" y="4852"/>
                </a:cubicBezTo>
                <a:lnTo>
                  <a:pt x="117527" y="4852"/>
                </a:lnTo>
                <a:cubicBezTo>
                  <a:pt x="117757" y="5054"/>
                  <a:pt x="117970" y="5278"/>
                  <a:pt x="118165" y="5515"/>
                </a:cubicBezTo>
                <a:cubicBezTo>
                  <a:pt x="118127" y="6324"/>
                  <a:pt x="118068" y="7367"/>
                  <a:pt x="117984" y="8361"/>
                </a:cubicBezTo>
                <a:cubicBezTo>
                  <a:pt x="117813" y="8560"/>
                  <a:pt x="117660" y="8773"/>
                  <a:pt x="117517" y="8992"/>
                </a:cubicBezTo>
                <a:cubicBezTo>
                  <a:pt x="117423" y="8818"/>
                  <a:pt x="117325" y="8668"/>
                  <a:pt x="117238" y="8532"/>
                </a:cubicBezTo>
                <a:cubicBezTo>
                  <a:pt x="117164" y="8089"/>
                  <a:pt x="117053" y="7656"/>
                  <a:pt x="116910" y="7231"/>
                </a:cubicBezTo>
                <a:cubicBezTo>
                  <a:pt x="117175" y="6854"/>
                  <a:pt x="117482" y="6509"/>
                  <a:pt x="117827" y="6202"/>
                </a:cubicBezTo>
                <a:lnTo>
                  <a:pt x="117827" y="6202"/>
                </a:lnTo>
                <a:cubicBezTo>
                  <a:pt x="117827" y="6202"/>
                  <a:pt x="117398" y="6411"/>
                  <a:pt x="116802" y="6962"/>
                </a:cubicBezTo>
                <a:lnTo>
                  <a:pt x="116788" y="6931"/>
                </a:lnTo>
                <a:cubicBezTo>
                  <a:pt x="117259" y="5529"/>
                  <a:pt x="117566" y="5155"/>
                  <a:pt x="117632" y="5093"/>
                </a:cubicBezTo>
                <a:lnTo>
                  <a:pt x="117632" y="5093"/>
                </a:lnTo>
                <a:cubicBezTo>
                  <a:pt x="117552" y="5166"/>
                  <a:pt x="117098" y="5637"/>
                  <a:pt x="116561" y="6582"/>
                </a:cubicBezTo>
                <a:cubicBezTo>
                  <a:pt x="116551" y="6568"/>
                  <a:pt x="116540" y="6554"/>
                  <a:pt x="116526" y="6544"/>
                </a:cubicBezTo>
                <a:cubicBezTo>
                  <a:pt x="116519" y="6401"/>
                  <a:pt x="116519" y="6317"/>
                  <a:pt x="116519" y="6317"/>
                </a:cubicBezTo>
                <a:cubicBezTo>
                  <a:pt x="116488" y="6362"/>
                  <a:pt x="116456" y="6415"/>
                  <a:pt x="116432" y="6463"/>
                </a:cubicBezTo>
                <a:cubicBezTo>
                  <a:pt x="116372" y="6428"/>
                  <a:pt x="116306" y="6410"/>
                  <a:pt x="116238" y="6410"/>
                </a:cubicBezTo>
                <a:cubicBezTo>
                  <a:pt x="116199" y="6410"/>
                  <a:pt x="116160" y="6416"/>
                  <a:pt x="116121" y="6429"/>
                </a:cubicBezTo>
                <a:cubicBezTo>
                  <a:pt x="116121" y="6429"/>
                  <a:pt x="116209" y="6498"/>
                  <a:pt x="116317" y="6767"/>
                </a:cubicBezTo>
                <a:cubicBezTo>
                  <a:pt x="116271" y="6924"/>
                  <a:pt x="116237" y="7084"/>
                  <a:pt x="116212" y="7248"/>
                </a:cubicBezTo>
                <a:cubicBezTo>
                  <a:pt x="116118" y="7458"/>
                  <a:pt x="116017" y="7681"/>
                  <a:pt x="115916" y="7921"/>
                </a:cubicBezTo>
                <a:cubicBezTo>
                  <a:pt x="115787" y="8085"/>
                  <a:pt x="115651" y="8267"/>
                  <a:pt x="115515" y="8462"/>
                </a:cubicBezTo>
                <a:cubicBezTo>
                  <a:pt x="115508" y="8218"/>
                  <a:pt x="115504" y="8068"/>
                  <a:pt x="115504" y="8068"/>
                </a:cubicBezTo>
                <a:cubicBezTo>
                  <a:pt x="115445" y="8152"/>
                  <a:pt x="115399" y="8242"/>
                  <a:pt x="115365" y="8340"/>
                </a:cubicBezTo>
                <a:lnTo>
                  <a:pt x="115281" y="8347"/>
                </a:lnTo>
                <a:cubicBezTo>
                  <a:pt x="115455" y="6687"/>
                  <a:pt x="115556" y="4890"/>
                  <a:pt x="115389" y="3628"/>
                </a:cubicBezTo>
                <a:cubicBezTo>
                  <a:pt x="115870" y="2519"/>
                  <a:pt x="116219" y="1905"/>
                  <a:pt x="116219" y="1905"/>
                </a:cubicBezTo>
                <a:lnTo>
                  <a:pt x="116219" y="1905"/>
                </a:lnTo>
                <a:cubicBezTo>
                  <a:pt x="115874" y="2246"/>
                  <a:pt x="115556" y="2616"/>
                  <a:pt x="115277" y="3010"/>
                </a:cubicBezTo>
                <a:cubicBezTo>
                  <a:pt x="115201" y="2721"/>
                  <a:pt x="115106" y="2480"/>
                  <a:pt x="114981" y="2302"/>
                </a:cubicBezTo>
                <a:cubicBezTo>
                  <a:pt x="114981" y="2302"/>
                  <a:pt x="114963" y="2784"/>
                  <a:pt x="114929" y="3523"/>
                </a:cubicBezTo>
                <a:cubicBezTo>
                  <a:pt x="114423" y="4325"/>
                  <a:pt x="113987" y="5225"/>
                  <a:pt x="113607" y="6164"/>
                </a:cubicBezTo>
                <a:cubicBezTo>
                  <a:pt x="113446" y="5623"/>
                  <a:pt x="113244" y="5201"/>
                  <a:pt x="113000" y="5030"/>
                </a:cubicBezTo>
                <a:cubicBezTo>
                  <a:pt x="112954" y="4873"/>
                  <a:pt x="112885" y="4726"/>
                  <a:pt x="112794" y="4590"/>
                </a:cubicBezTo>
                <a:cubicBezTo>
                  <a:pt x="112794" y="4590"/>
                  <a:pt x="112790" y="4726"/>
                  <a:pt x="112783" y="4953"/>
                </a:cubicBezTo>
                <a:cubicBezTo>
                  <a:pt x="112770" y="4951"/>
                  <a:pt x="112756" y="4950"/>
                  <a:pt x="112743" y="4950"/>
                </a:cubicBezTo>
                <a:cubicBezTo>
                  <a:pt x="112704" y="4950"/>
                  <a:pt x="112666" y="4958"/>
                  <a:pt x="112630" y="4971"/>
                </a:cubicBezTo>
                <a:cubicBezTo>
                  <a:pt x="112630" y="4971"/>
                  <a:pt x="112689" y="5016"/>
                  <a:pt x="112773" y="5183"/>
                </a:cubicBezTo>
                <a:cubicBezTo>
                  <a:pt x="112749" y="5801"/>
                  <a:pt x="112700" y="6840"/>
                  <a:pt x="112619" y="7921"/>
                </a:cubicBezTo>
                <a:cubicBezTo>
                  <a:pt x="112515" y="8075"/>
                  <a:pt x="112400" y="8253"/>
                  <a:pt x="112271" y="8466"/>
                </a:cubicBezTo>
                <a:lnTo>
                  <a:pt x="112197" y="8518"/>
                </a:lnTo>
                <a:cubicBezTo>
                  <a:pt x="112180" y="8225"/>
                  <a:pt x="112166" y="7953"/>
                  <a:pt x="112159" y="7712"/>
                </a:cubicBezTo>
                <a:cubicBezTo>
                  <a:pt x="112278" y="7482"/>
                  <a:pt x="112354" y="7388"/>
                  <a:pt x="112382" y="7363"/>
                </a:cubicBezTo>
                <a:cubicBezTo>
                  <a:pt x="112384" y="7361"/>
                  <a:pt x="112385" y="7360"/>
                  <a:pt x="112385" y="7360"/>
                </a:cubicBezTo>
                <a:lnTo>
                  <a:pt x="112385" y="7360"/>
                </a:lnTo>
                <a:cubicBezTo>
                  <a:pt x="112384" y="7360"/>
                  <a:pt x="112267" y="7485"/>
                  <a:pt x="112156" y="7622"/>
                </a:cubicBezTo>
                <a:cubicBezTo>
                  <a:pt x="112128" y="7119"/>
                  <a:pt x="112121" y="6791"/>
                  <a:pt x="112121" y="6791"/>
                </a:cubicBezTo>
                <a:cubicBezTo>
                  <a:pt x="112079" y="6851"/>
                  <a:pt x="112047" y="6913"/>
                  <a:pt x="112020" y="6980"/>
                </a:cubicBezTo>
                <a:cubicBezTo>
                  <a:pt x="111988" y="6111"/>
                  <a:pt x="111876" y="5393"/>
                  <a:pt x="111615" y="5023"/>
                </a:cubicBezTo>
                <a:cubicBezTo>
                  <a:pt x="111615" y="5023"/>
                  <a:pt x="111573" y="6191"/>
                  <a:pt x="111493" y="7587"/>
                </a:cubicBezTo>
                <a:cubicBezTo>
                  <a:pt x="111437" y="7440"/>
                  <a:pt x="111367" y="7297"/>
                  <a:pt x="111284" y="7168"/>
                </a:cubicBezTo>
                <a:cubicBezTo>
                  <a:pt x="111270" y="6418"/>
                  <a:pt x="111196" y="5766"/>
                  <a:pt x="111029" y="5326"/>
                </a:cubicBezTo>
                <a:cubicBezTo>
                  <a:pt x="111231" y="4911"/>
                  <a:pt x="111357" y="4685"/>
                  <a:pt x="111357" y="4685"/>
                </a:cubicBezTo>
                <a:lnTo>
                  <a:pt x="111357" y="4685"/>
                </a:lnTo>
                <a:cubicBezTo>
                  <a:pt x="111210" y="4831"/>
                  <a:pt x="111074" y="4981"/>
                  <a:pt x="110942" y="5138"/>
                </a:cubicBezTo>
                <a:cubicBezTo>
                  <a:pt x="110924" y="5096"/>
                  <a:pt x="110900" y="5058"/>
                  <a:pt x="110872" y="5023"/>
                </a:cubicBezTo>
                <a:cubicBezTo>
                  <a:pt x="110872" y="5023"/>
                  <a:pt x="110872" y="5096"/>
                  <a:pt x="110868" y="5225"/>
                </a:cubicBezTo>
                <a:cubicBezTo>
                  <a:pt x="110718" y="5407"/>
                  <a:pt x="110575" y="5598"/>
                  <a:pt x="110439" y="5797"/>
                </a:cubicBezTo>
                <a:cubicBezTo>
                  <a:pt x="110432" y="5745"/>
                  <a:pt x="110418" y="5693"/>
                  <a:pt x="110405" y="5640"/>
                </a:cubicBezTo>
                <a:cubicBezTo>
                  <a:pt x="111067" y="4249"/>
                  <a:pt x="111863" y="3045"/>
                  <a:pt x="112808" y="2219"/>
                </a:cubicBezTo>
                <a:lnTo>
                  <a:pt x="112808" y="2219"/>
                </a:lnTo>
                <a:cubicBezTo>
                  <a:pt x="112808" y="2219"/>
                  <a:pt x="111287" y="2955"/>
                  <a:pt x="109731" y="5260"/>
                </a:cubicBezTo>
                <a:cubicBezTo>
                  <a:pt x="109529" y="4995"/>
                  <a:pt x="109309" y="4740"/>
                  <a:pt x="109072" y="4507"/>
                </a:cubicBezTo>
                <a:lnTo>
                  <a:pt x="109072" y="4507"/>
                </a:lnTo>
                <a:cubicBezTo>
                  <a:pt x="109072" y="4507"/>
                  <a:pt x="109267" y="4859"/>
                  <a:pt x="109564" y="5504"/>
                </a:cubicBezTo>
                <a:cubicBezTo>
                  <a:pt x="109292" y="5926"/>
                  <a:pt x="109044" y="6362"/>
                  <a:pt x="108814" y="6809"/>
                </a:cubicBezTo>
                <a:cubicBezTo>
                  <a:pt x="108605" y="6488"/>
                  <a:pt x="108395" y="6198"/>
                  <a:pt x="108186" y="5937"/>
                </a:cubicBezTo>
                <a:cubicBezTo>
                  <a:pt x="108915" y="4001"/>
                  <a:pt x="109543" y="2888"/>
                  <a:pt x="109543" y="2888"/>
                </a:cubicBezTo>
                <a:lnTo>
                  <a:pt x="109543" y="2888"/>
                </a:lnTo>
                <a:cubicBezTo>
                  <a:pt x="108849" y="3561"/>
                  <a:pt x="108256" y="4440"/>
                  <a:pt x="107754" y="5424"/>
                </a:cubicBezTo>
                <a:cubicBezTo>
                  <a:pt x="106739" y="4298"/>
                  <a:pt x="105929" y="3900"/>
                  <a:pt x="105929" y="3900"/>
                </a:cubicBezTo>
                <a:lnTo>
                  <a:pt x="105929" y="3900"/>
                </a:lnTo>
                <a:cubicBezTo>
                  <a:pt x="106439" y="4350"/>
                  <a:pt x="106899" y="4918"/>
                  <a:pt x="107318" y="5571"/>
                </a:cubicBezTo>
                <a:cubicBezTo>
                  <a:pt x="107073" y="5707"/>
                  <a:pt x="106875" y="6097"/>
                  <a:pt x="106714" y="6613"/>
                </a:cubicBezTo>
                <a:lnTo>
                  <a:pt x="106529" y="6826"/>
                </a:lnTo>
                <a:cubicBezTo>
                  <a:pt x="106477" y="6212"/>
                  <a:pt x="106365" y="5710"/>
                  <a:pt x="106160" y="5424"/>
                </a:cubicBezTo>
                <a:cubicBezTo>
                  <a:pt x="106160" y="5424"/>
                  <a:pt x="106128" y="6324"/>
                  <a:pt x="106062" y="7482"/>
                </a:cubicBezTo>
                <a:lnTo>
                  <a:pt x="105905" y="7737"/>
                </a:lnTo>
                <a:cubicBezTo>
                  <a:pt x="105814" y="7604"/>
                  <a:pt x="105720" y="7475"/>
                  <a:pt x="105619" y="7353"/>
                </a:cubicBezTo>
                <a:cubicBezTo>
                  <a:pt x="105504" y="5933"/>
                  <a:pt x="105434" y="4465"/>
                  <a:pt x="105399" y="3645"/>
                </a:cubicBezTo>
                <a:cubicBezTo>
                  <a:pt x="105493" y="3457"/>
                  <a:pt x="105563" y="3401"/>
                  <a:pt x="105563" y="3401"/>
                </a:cubicBezTo>
                <a:cubicBezTo>
                  <a:pt x="105522" y="3388"/>
                  <a:pt x="105478" y="3381"/>
                  <a:pt x="105435" y="3381"/>
                </a:cubicBezTo>
                <a:cubicBezTo>
                  <a:pt x="105419" y="3381"/>
                  <a:pt x="105404" y="3382"/>
                  <a:pt x="105389" y="3384"/>
                </a:cubicBezTo>
                <a:cubicBezTo>
                  <a:pt x="105378" y="3129"/>
                  <a:pt x="105375" y="2982"/>
                  <a:pt x="105375" y="2982"/>
                </a:cubicBezTo>
                <a:cubicBezTo>
                  <a:pt x="105274" y="3132"/>
                  <a:pt x="105200" y="3296"/>
                  <a:pt x="105148" y="3471"/>
                </a:cubicBezTo>
                <a:cubicBezTo>
                  <a:pt x="104928" y="3628"/>
                  <a:pt x="104743" y="3959"/>
                  <a:pt x="104586" y="4399"/>
                </a:cubicBezTo>
                <a:cubicBezTo>
                  <a:pt x="104541" y="4269"/>
                  <a:pt x="104478" y="4144"/>
                  <a:pt x="104402" y="4032"/>
                </a:cubicBezTo>
                <a:cubicBezTo>
                  <a:pt x="104402" y="4032"/>
                  <a:pt x="104388" y="4378"/>
                  <a:pt x="104367" y="4918"/>
                </a:cubicBezTo>
                <a:cubicBezTo>
                  <a:pt x="103983" y="3935"/>
                  <a:pt x="103540" y="2986"/>
                  <a:pt x="103027" y="2131"/>
                </a:cubicBezTo>
                <a:cubicBezTo>
                  <a:pt x="102982" y="1127"/>
                  <a:pt x="102957" y="443"/>
                  <a:pt x="102957" y="443"/>
                </a:cubicBezTo>
                <a:cubicBezTo>
                  <a:pt x="102790" y="680"/>
                  <a:pt x="102671" y="1019"/>
                  <a:pt x="102584" y="1434"/>
                </a:cubicBezTo>
                <a:cubicBezTo>
                  <a:pt x="102235" y="921"/>
                  <a:pt x="101841" y="440"/>
                  <a:pt x="101402" y="4"/>
                </a:cubicBezTo>
                <a:lnTo>
                  <a:pt x="101402" y="4"/>
                </a:lnTo>
                <a:cubicBezTo>
                  <a:pt x="101402" y="4"/>
                  <a:pt x="101855" y="809"/>
                  <a:pt x="102462" y="2253"/>
                </a:cubicBezTo>
                <a:cubicBezTo>
                  <a:pt x="102354" y="3439"/>
                  <a:pt x="102417" y="4960"/>
                  <a:pt x="102553" y="6443"/>
                </a:cubicBezTo>
                <a:cubicBezTo>
                  <a:pt x="102507" y="6421"/>
                  <a:pt x="102458" y="6410"/>
                  <a:pt x="102407" y="6410"/>
                </a:cubicBezTo>
                <a:cubicBezTo>
                  <a:pt x="102368" y="6410"/>
                  <a:pt x="102329" y="6416"/>
                  <a:pt x="102291" y="6429"/>
                </a:cubicBezTo>
                <a:cubicBezTo>
                  <a:pt x="102291" y="6429"/>
                  <a:pt x="102459" y="6568"/>
                  <a:pt x="102626" y="7186"/>
                </a:cubicBezTo>
                <a:cubicBezTo>
                  <a:pt x="102644" y="7367"/>
                  <a:pt x="102668" y="7541"/>
                  <a:pt x="102685" y="7719"/>
                </a:cubicBezTo>
                <a:cubicBezTo>
                  <a:pt x="102441" y="7322"/>
                  <a:pt x="102173" y="6941"/>
                  <a:pt x="101876" y="6582"/>
                </a:cubicBezTo>
                <a:cubicBezTo>
                  <a:pt x="101803" y="6408"/>
                  <a:pt x="101730" y="6237"/>
                  <a:pt x="101656" y="6076"/>
                </a:cubicBezTo>
                <a:cubicBezTo>
                  <a:pt x="102047" y="5183"/>
                  <a:pt x="102326" y="4685"/>
                  <a:pt x="102326" y="4685"/>
                </a:cubicBezTo>
                <a:lnTo>
                  <a:pt x="102326" y="4685"/>
                </a:lnTo>
                <a:cubicBezTo>
                  <a:pt x="102012" y="4995"/>
                  <a:pt x="101726" y="5337"/>
                  <a:pt x="101472" y="5703"/>
                </a:cubicBezTo>
                <a:cubicBezTo>
                  <a:pt x="101405" y="5571"/>
                  <a:pt x="101343" y="5441"/>
                  <a:pt x="101276" y="5323"/>
                </a:cubicBezTo>
                <a:cubicBezTo>
                  <a:pt x="101238" y="5215"/>
                  <a:pt x="101182" y="5114"/>
                  <a:pt x="101119" y="5023"/>
                </a:cubicBezTo>
                <a:lnTo>
                  <a:pt x="101119" y="5047"/>
                </a:lnTo>
                <a:cubicBezTo>
                  <a:pt x="100561" y="4092"/>
                  <a:pt x="100097" y="3614"/>
                  <a:pt x="100017" y="3534"/>
                </a:cubicBezTo>
                <a:lnTo>
                  <a:pt x="100017" y="3534"/>
                </a:lnTo>
                <a:cubicBezTo>
                  <a:pt x="100090" y="3610"/>
                  <a:pt x="100429" y="4022"/>
                  <a:pt x="100962" y="5605"/>
                </a:cubicBezTo>
                <a:cubicBezTo>
                  <a:pt x="100300" y="4999"/>
                  <a:pt x="99832" y="4772"/>
                  <a:pt x="99832" y="4772"/>
                </a:cubicBezTo>
                <a:lnTo>
                  <a:pt x="99832" y="4772"/>
                </a:lnTo>
                <a:cubicBezTo>
                  <a:pt x="100240" y="5135"/>
                  <a:pt x="100600" y="5546"/>
                  <a:pt x="100906" y="5993"/>
                </a:cubicBezTo>
                <a:cubicBezTo>
                  <a:pt x="100791" y="6115"/>
                  <a:pt x="100408" y="6540"/>
                  <a:pt x="99958" y="7325"/>
                </a:cubicBezTo>
                <a:cubicBezTo>
                  <a:pt x="99951" y="7304"/>
                  <a:pt x="99940" y="7290"/>
                  <a:pt x="99930" y="7276"/>
                </a:cubicBezTo>
                <a:cubicBezTo>
                  <a:pt x="99902" y="6701"/>
                  <a:pt x="99888" y="6317"/>
                  <a:pt x="99888" y="6317"/>
                </a:cubicBezTo>
                <a:cubicBezTo>
                  <a:pt x="99783" y="6488"/>
                  <a:pt x="99707" y="6676"/>
                  <a:pt x="99661" y="6875"/>
                </a:cubicBezTo>
                <a:cubicBezTo>
                  <a:pt x="99445" y="6568"/>
                  <a:pt x="99201" y="6279"/>
                  <a:pt x="98929" y="6017"/>
                </a:cubicBezTo>
                <a:lnTo>
                  <a:pt x="98929" y="6017"/>
                </a:lnTo>
                <a:cubicBezTo>
                  <a:pt x="98929" y="6017"/>
                  <a:pt x="99201" y="6495"/>
                  <a:pt x="99574" y="7353"/>
                </a:cubicBezTo>
                <a:cubicBezTo>
                  <a:pt x="99571" y="7377"/>
                  <a:pt x="99571" y="7395"/>
                  <a:pt x="99567" y="7416"/>
                </a:cubicBezTo>
                <a:cubicBezTo>
                  <a:pt x="99474" y="7306"/>
                  <a:pt x="99370" y="7244"/>
                  <a:pt x="99257" y="7244"/>
                </a:cubicBezTo>
                <a:cubicBezTo>
                  <a:pt x="99222" y="7244"/>
                  <a:pt x="99186" y="7250"/>
                  <a:pt x="99149" y="7262"/>
                </a:cubicBezTo>
                <a:cubicBezTo>
                  <a:pt x="99149" y="7262"/>
                  <a:pt x="99340" y="7430"/>
                  <a:pt x="99515" y="8190"/>
                </a:cubicBezTo>
                <a:lnTo>
                  <a:pt x="99501" y="8218"/>
                </a:lnTo>
                <a:cubicBezTo>
                  <a:pt x="99396" y="8337"/>
                  <a:pt x="99288" y="8462"/>
                  <a:pt x="99173" y="8602"/>
                </a:cubicBezTo>
                <a:cubicBezTo>
                  <a:pt x="99152" y="7939"/>
                  <a:pt x="99065" y="7384"/>
                  <a:pt x="98883" y="7049"/>
                </a:cubicBezTo>
                <a:cubicBezTo>
                  <a:pt x="98925" y="6157"/>
                  <a:pt x="98922" y="5309"/>
                  <a:pt x="98835" y="4625"/>
                </a:cubicBezTo>
                <a:cubicBezTo>
                  <a:pt x="99288" y="3565"/>
                  <a:pt x="99619" y="2983"/>
                  <a:pt x="99619" y="2982"/>
                </a:cubicBezTo>
                <a:lnTo>
                  <a:pt x="99619" y="2982"/>
                </a:lnTo>
                <a:cubicBezTo>
                  <a:pt x="99292" y="3307"/>
                  <a:pt x="98992" y="3659"/>
                  <a:pt x="98726" y="4036"/>
                </a:cubicBezTo>
                <a:cubicBezTo>
                  <a:pt x="98657" y="3753"/>
                  <a:pt x="98563" y="3523"/>
                  <a:pt x="98447" y="3352"/>
                </a:cubicBezTo>
                <a:cubicBezTo>
                  <a:pt x="98447" y="3352"/>
                  <a:pt x="98430" y="3820"/>
                  <a:pt x="98395" y="4524"/>
                </a:cubicBezTo>
                <a:cubicBezTo>
                  <a:pt x="97938" y="5267"/>
                  <a:pt x="97547" y="6045"/>
                  <a:pt x="97220" y="6854"/>
                </a:cubicBezTo>
                <a:lnTo>
                  <a:pt x="97139" y="6917"/>
                </a:lnTo>
                <a:cubicBezTo>
                  <a:pt x="96955" y="6331"/>
                  <a:pt x="96724" y="5898"/>
                  <a:pt x="96428" y="5843"/>
                </a:cubicBezTo>
                <a:cubicBezTo>
                  <a:pt x="96386" y="5721"/>
                  <a:pt x="96330" y="5605"/>
                  <a:pt x="96257" y="5501"/>
                </a:cubicBezTo>
                <a:cubicBezTo>
                  <a:pt x="96257" y="5501"/>
                  <a:pt x="96253" y="5633"/>
                  <a:pt x="96243" y="5853"/>
                </a:cubicBezTo>
                <a:cubicBezTo>
                  <a:pt x="96236" y="6108"/>
                  <a:pt x="96219" y="6477"/>
                  <a:pt x="96198" y="6913"/>
                </a:cubicBezTo>
                <a:lnTo>
                  <a:pt x="96152" y="6872"/>
                </a:lnTo>
                <a:lnTo>
                  <a:pt x="96152" y="6872"/>
                </a:lnTo>
                <a:lnTo>
                  <a:pt x="96198" y="6948"/>
                </a:lnTo>
                <a:cubicBezTo>
                  <a:pt x="96180" y="7255"/>
                  <a:pt x="96163" y="7590"/>
                  <a:pt x="96138" y="7942"/>
                </a:cubicBezTo>
                <a:cubicBezTo>
                  <a:pt x="96027" y="8075"/>
                  <a:pt x="95919" y="8221"/>
                  <a:pt x="95803" y="8375"/>
                </a:cubicBezTo>
                <a:lnTo>
                  <a:pt x="95612" y="8120"/>
                </a:lnTo>
                <a:cubicBezTo>
                  <a:pt x="95598" y="7778"/>
                  <a:pt x="95591" y="7562"/>
                  <a:pt x="95591" y="7562"/>
                </a:cubicBezTo>
                <a:cubicBezTo>
                  <a:pt x="95521" y="7667"/>
                  <a:pt x="95469" y="7778"/>
                  <a:pt x="95434" y="7901"/>
                </a:cubicBezTo>
                <a:cubicBezTo>
                  <a:pt x="95326" y="7768"/>
                  <a:pt x="95221" y="7646"/>
                  <a:pt x="95120" y="7538"/>
                </a:cubicBezTo>
                <a:cubicBezTo>
                  <a:pt x="95326" y="7105"/>
                  <a:pt x="95455" y="6872"/>
                  <a:pt x="95455" y="6872"/>
                </a:cubicBezTo>
                <a:lnTo>
                  <a:pt x="95455" y="6872"/>
                </a:lnTo>
                <a:cubicBezTo>
                  <a:pt x="95287" y="7036"/>
                  <a:pt x="95130" y="7210"/>
                  <a:pt x="94984" y="7398"/>
                </a:cubicBezTo>
                <a:cubicBezTo>
                  <a:pt x="94893" y="7301"/>
                  <a:pt x="94802" y="7213"/>
                  <a:pt x="94715" y="7137"/>
                </a:cubicBezTo>
                <a:cubicBezTo>
                  <a:pt x="94890" y="3994"/>
                  <a:pt x="95493" y="3481"/>
                  <a:pt x="95493" y="3481"/>
                </a:cubicBezTo>
                <a:cubicBezTo>
                  <a:pt x="95444" y="3465"/>
                  <a:pt x="95396" y="3457"/>
                  <a:pt x="95350" y="3457"/>
                </a:cubicBezTo>
                <a:cubicBezTo>
                  <a:pt x="94691" y="3457"/>
                  <a:pt x="94280" y="5038"/>
                  <a:pt x="94038" y="6582"/>
                </a:cubicBezTo>
                <a:cubicBezTo>
                  <a:pt x="93923" y="6498"/>
                  <a:pt x="93801" y="6425"/>
                  <a:pt x="93676" y="6359"/>
                </a:cubicBezTo>
                <a:lnTo>
                  <a:pt x="93676" y="6359"/>
                </a:lnTo>
                <a:cubicBezTo>
                  <a:pt x="93794" y="6463"/>
                  <a:pt x="93906" y="6579"/>
                  <a:pt x="94021" y="6697"/>
                </a:cubicBezTo>
                <a:lnTo>
                  <a:pt x="93969" y="7056"/>
                </a:lnTo>
                <a:cubicBezTo>
                  <a:pt x="93752" y="6673"/>
                  <a:pt x="93501" y="6307"/>
                  <a:pt x="93222" y="5965"/>
                </a:cubicBezTo>
                <a:cubicBezTo>
                  <a:pt x="93187" y="5553"/>
                  <a:pt x="93156" y="5138"/>
                  <a:pt x="93128" y="4730"/>
                </a:cubicBezTo>
                <a:lnTo>
                  <a:pt x="93153" y="4681"/>
                </a:lnTo>
                <a:lnTo>
                  <a:pt x="93153" y="4681"/>
                </a:lnTo>
                <a:lnTo>
                  <a:pt x="93128" y="4712"/>
                </a:lnTo>
                <a:cubicBezTo>
                  <a:pt x="92975" y="2550"/>
                  <a:pt x="92905" y="544"/>
                  <a:pt x="92905" y="544"/>
                </a:cubicBezTo>
                <a:cubicBezTo>
                  <a:pt x="92333" y="1353"/>
                  <a:pt x="92284" y="3391"/>
                  <a:pt x="92424" y="5529"/>
                </a:cubicBezTo>
                <a:cubicBezTo>
                  <a:pt x="92364" y="5616"/>
                  <a:pt x="92298" y="5703"/>
                  <a:pt x="92239" y="5794"/>
                </a:cubicBezTo>
                <a:cubicBezTo>
                  <a:pt x="92172" y="5466"/>
                  <a:pt x="92075" y="5201"/>
                  <a:pt x="91946" y="5016"/>
                </a:cubicBezTo>
                <a:cubicBezTo>
                  <a:pt x="91946" y="5016"/>
                  <a:pt x="91928" y="5557"/>
                  <a:pt x="91890" y="6338"/>
                </a:cubicBezTo>
                <a:cubicBezTo>
                  <a:pt x="91872" y="6373"/>
                  <a:pt x="91848" y="6408"/>
                  <a:pt x="91827" y="6443"/>
                </a:cubicBezTo>
                <a:lnTo>
                  <a:pt x="91667" y="6261"/>
                </a:lnTo>
                <a:cubicBezTo>
                  <a:pt x="90878" y="4538"/>
                  <a:pt x="90086" y="3722"/>
                  <a:pt x="89982" y="3617"/>
                </a:cubicBezTo>
                <a:lnTo>
                  <a:pt x="89982" y="3617"/>
                </a:lnTo>
                <a:cubicBezTo>
                  <a:pt x="90048" y="3687"/>
                  <a:pt x="90362" y="4064"/>
                  <a:pt x="90850" y="5469"/>
                </a:cubicBezTo>
                <a:cubicBezTo>
                  <a:pt x="90721" y="5358"/>
                  <a:pt x="90603" y="5267"/>
                  <a:pt x="90495" y="5187"/>
                </a:cubicBezTo>
                <a:cubicBezTo>
                  <a:pt x="90488" y="5079"/>
                  <a:pt x="90488" y="5016"/>
                  <a:pt x="90488" y="5016"/>
                </a:cubicBezTo>
                <a:cubicBezTo>
                  <a:pt x="90463" y="5054"/>
                  <a:pt x="90439" y="5089"/>
                  <a:pt x="90418" y="5131"/>
                </a:cubicBezTo>
                <a:cubicBezTo>
                  <a:pt x="90275" y="5026"/>
                  <a:pt x="90125" y="4932"/>
                  <a:pt x="89964" y="4849"/>
                </a:cubicBezTo>
                <a:lnTo>
                  <a:pt x="89964" y="4849"/>
                </a:lnTo>
                <a:cubicBezTo>
                  <a:pt x="90104" y="4971"/>
                  <a:pt x="90236" y="5100"/>
                  <a:pt x="90366" y="5239"/>
                </a:cubicBezTo>
                <a:cubicBezTo>
                  <a:pt x="90292" y="5417"/>
                  <a:pt x="90233" y="5602"/>
                  <a:pt x="90198" y="5794"/>
                </a:cubicBezTo>
                <a:cubicBezTo>
                  <a:pt x="89930" y="5393"/>
                  <a:pt x="89626" y="5019"/>
                  <a:pt x="89284" y="4681"/>
                </a:cubicBezTo>
                <a:lnTo>
                  <a:pt x="89284" y="4681"/>
                </a:lnTo>
                <a:cubicBezTo>
                  <a:pt x="89284" y="4681"/>
                  <a:pt x="89640" y="5313"/>
                  <a:pt x="90111" y="6439"/>
                </a:cubicBezTo>
                <a:cubicBezTo>
                  <a:pt x="90086" y="6687"/>
                  <a:pt x="90076" y="6959"/>
                  <a:pt x="90076" y="7241"/>
                </a:cubicBezTo>
                <a:cubicBezTo>
                  <a:pt x="90041" y="7241"/>
                  <a:pt x="90006" y="7245"/>
                  <a:pt x="89975" y="7259"/>
                </a:cubicBezTo>
                <a:cubicBezTo>
                  <a:pt x="90013" y="7297"/>
                  <a:pt x="90045" y="7342"/>
                  <a:pt x="90069" y="7388"/>
                </a:cubicBezTo>
                <a:cubicBezTo>
                  <a:pt x="89741" y="7803"/>
                  <a:pt x="89455" y="8249"/>
                  <a:pt x="89214" y="8724"/>
                </a:cubicBezTo>
                <a:cubicBezTo>
                  <a:pt x="89051" y="8417"/>
                  <a:pt x="88866" y="8124"/>
                  <a:pt x="88663" y="7841"/>
                </a:cubicBezTo>
                <a:cubicBezTo>
                  <a:pt x="88887" y="7538"/>
                  <a:pt x="89141" y="7259"/>
                  <a:pt x="89420" y="7011"/>
                </a:cubicBezTo>
                <a:lnTo>
                  <a:pt x="89420" y="7011"/>
                </a:lnTo>
                <a:cubicBezTo>
                  <a:pt x="89420" y="7011"/>
                  <a:pt x="89120" y="7158"/>
                  <a:pt x="88667" y="7538"/>
                </a:cubicBezTo>
                <a:cubicBezTo>
                  <a:pt x="89085" y="6341"/>
                  <a:pt x="89351" y="6024"/>
                  <a:pt x="89406" y="5965"/>
                </a:cubicBezTo>
                <a:lnTo>
                  <a:pt x="89406" y="5965"/>
                </a:lnTo>
                <a:cubicBezTo>
                  <a:pt x="89333" y="6038"/>
                  <a:pt x="88880" y="6505"/>
                  <a:pt x="88353" y="7458"/>
                </a:cubicBezTo>
                <a:lnTo>
                  <a:pt x="88255" y="7360"/>
                </a:lnTo>
                <a:lnTo>
                  <a:pt x="88255" y="7360"/>
                </a:lnTo>
                <a:cubicBezTo>
                  <a:pt x="88290" y="7395"/>
                  <a:pt x="88318" y="7430"/>
                  <a:pt x="88342" y="7472"/>
                </a:cubicBezTo>
                <a:cubicBezTo>
                  <a:pt x="88231" y="7681"/>
                  <a:pt x="88112" y="7921"/>
                  <a:pt x="87990" y="8180"/>
                </a:cubicBezTo>
                <a:cubicBezTo>
                  <a:pt x="87826" y="7904"/>
                  <a:pt x="87645" y="7642"/>
                  <a:pt x="87450" y="7388"/>
                </a:cubicBezTo>
                <a:cubicBezTo>
                  <a:pt x="87477" y="7342"/>
                  <a:pt x="87505" y="7297"/>
                  <a:pt x="87540" y="7259"/>
                </a:cubicBezTo>
                <a:cubicBezTo>
                  <a:pt x="87507" y="7247"/>
                  <a:pt x="87472" y="7241"/>
                  <a:pt x="87437" y="7241"/>
                </a:cubicBezTo>
                <a:cubicBezTo>
                  <a:pt x="87421" y="7241"/>
                  <a:pt x="87406" y="7243"/>
                  <a:pt x="87390" y="7245"/>
                </a:cubicBezTo>
                <a:cubicBezTo>
                  <a:pt x="87380" y="7053"/>
                  <a:pt x="87376" y="6941"/>
                  <a:pt x="87376" y="6941"/>
                </a:cubicBezTo>
                <a:lnTo>
                  <a:pt x="87362" y="6966"/>
                </a:lnTo>
                <a:cubicBezTo>
                  <a:pt x="87397" y="6104"/>
                  <a:pt x="87394" y="5285"/>
                  <a:pt x="87306" y="4622"/>
                </a:cubicBezTo>
                <a:cubicBezTo>
                  <a:pt x="87763" y="3562"/>
                  <a:pt x="88095" y="2976"/>
                  <a:pt x="88095" y="2975"/>
                </a:cubicBezTo>
                <a:lnTo>
                  <a:pt x="88095" y="2975"/>
                </a:lnTo>
                <a:cubicBezTo>
                  <a:pt x="87994" y="3073"/>
                  <a:pt x="87899" y="3178"/>
                  <a:pt x="87802" y="3282"/>
                </a:cubicBezTo>
                <a:cubicBezTo>
                  <a:pt x="87903" y="3080"/>
                  <a:pt x="87966" y="2975"/>
                  <a:pt x="87966" y="2975"/>
                </a:cubicBezTo>
                <a:lnTo>
                  <a:pt x="87966" y="2975"/>
                </a:lnTo>
                <a:cubicBezTo>
                  <a:pt x="87673" y="3261"/>
                  <a:pt x="87408" y="3572"/>
                  <a:pt x="87167" y="3900"/>
                </a:cubicBezTo>
                <a:cubicBezTo>
                  <a:pt x="87115" y="3704"/>
                  <a:pt x="87031" y="3516"/>
                  <a:pt x="86919" y="3349"/>
                </a:cubicBezTo>
                <a:cubicBezTo>
                  <a:pt x="86919" y="3349"/>
                  <a:pt x="86905" y="3722"/>
                  <a:pt x="86877" y="4311"/>
                </a:cubicBezTo>
                <a:cubicBezTo>
                  <a:pt x="86438" y="4971"/>
                  <a:pt x="86054" y="5710"/>
                  <a:pt x="85716" y="6495"/>
                </a:cubicBezTo>
                <a:cubicBezTo>
                  <a:pt x="85688" y="6443"/>
                  <a:pt x="85657" y="6390"/>
                  <a:pt x="85629" y="6338"/>
                </a:cubicBezTo>
                <a:cubicBezTo>
                  <a:pt x="85587" y="5557"/>
                  <a:pt x="85569" y="5016"/>
                  <a:pt x="85569" y="5016"/>
                </a:cubicBezTo>
                <a:cubicBezTo>
                  <a:pt x="85440" y="5201"/>
                  <a:pt x="85343" y="5466"/>
                  <a:pt x="85280" y="5794"/>
                </a:cubicBezTo>
                <a:cubicBezTo>
                  <a:pt x="85011" y="5393"/>
                  <a:pt x="84704" y="5019"/>
                  <a:pt x="84363" y="4681"/>
                </a:cubicBezTo>
                <a:lnTo>
                  <a:pt x="84363" y="4681"/>
                </a:lnTo>
                <a:cubicBezTo>
                  <a:pt x="84363" y="4681"/>
                  <a:pt x="84593" y="5093"/>
                  <a:pt x="84931" y="5843"/>
                </a:cubicBezTo>
                <a:lnTo>
                  <a:pt x="84903" y="5843"/>
                </a:lnTo>
                <a:cubicBezTo>
                  <a:pt x="84861" y="5721"/>
                  <a:pt x="84806" y="5605"/>
                  <a:pt x="84732" y="5501"/>
                </a:cubicBezTo>
                <a:cubicBezTo>
                  <a:pt x="84732" y="5501"/>
                  <a:pt x="84729" y="5633"/>
                  <a:pt x="84722" y="5853"/>
                </a:cubicBezTo>
                <a:cubicBezTo>
                  <a:pt x="84711" y="6017"/>
                  <a:pt x="84704" y="6226"/>
                  <a:pt x="84694" y="6470"/>
                </a:cubicBezTo>
                <a:cubicBezTo>
                  <a:pt x="84572" y="6394"/>
                  <a:pt x="84502" y="6359"/>
                  <a:pt x="84502" y="6359"/>
                </a:cubicBezTo>
                <a:lnTo>
                  <a:pt x="84502" y="6359"/>
                </a:lnTo>
                <a:cubicBezTo>
                  <a:pt x="84568" y="6418"/>
                  <a:pt x="84628" y="6477"/>
                  <a:pt x="84690" y="6540"/>
                </a:cubicBezTo>
                <a:cubicBezTo>
                  <a:pt x="84656" y="7245"/>
                  <a:pt x="84603" y="8218"/>
                  <a:pt x="84523" y="9167"/>
                </a:cubicBezTo>
                <a:cubicBezTo>
                  <a:pt x="84380" y="8867"/>
                  <a:pt x="84237" y="8602"/>
                  <a:pt x="84101" y="8378"/>
                </a:cubicBezTo>
                <a:cubicBezTo>
                  <a:pt x="84077" y="7887"/>
                  <a:pt x="84066" y="7562"/>
                  <a:pt x="84066" y="7562"/>
                </a:cubicBezTo>
                <a:cubicBezTo>
                  <a:pt x="83975" y="7702"/>
                  <a:pt x="83906" y="7859"/>
                  <a:pt x="83871" y="8023"/>
                </a:cubicBezTo>
                <a:cubicBezTo>
                  <a:pt x="83718" y="7792"/>
                  <a:pt x="83545" y="7574"/>
                  <a:pt x="83353" y="7376"/>
                </a:cubicBezTo>
                <a:lnTo>
                  <a:pt x="83353" y="7376"/>
                </a:lnTo>
                <a:cubicBezTo>
                  <a:pt x="83414" y="7443"/>
                  <a:pt x="83571" y="7666"/>
                  <a:pt x="83815" y="8267"/>
                </a:cubicBezTo>
                <a:cubicBezTo>
                  <a:pt x="83791" y="8399"/>
                  <a:pt x="83770" y="8539"/>
                  <a:pt x="83756" y="8692"/>
                </a:cubicBezTo>
                <a:lnTo>
                  <a:pt x="83599" y="8570"/>
                </a:lnTo>
                <a:cubicBezTo>
                  <a:pt x="83477" y="8187"/>
                  <a:pt x="83334" y="7887"/>
                  <a:pt x="83163" y="7744"/>
                </a:cubicBezTo>
                <a:cubicBezTo>
                  <a:pt x="83285" y="4064"/>
                  <a:pt x="83972" y="3481"/>
                  <a:pt x="83972" y="3481"/>
                </a:cubicBezTo>
                <a:cubicBezTo>
                  <a:pt x="83927" y="3467"/>
                  <a:pt x="83882" y="3460"/>
                  <a:pt x="83837" y="3460"/>
                </a:cubicBezTo>
                <a:cubicBezTo>
                  <a:pt x="83804" y="3460"/>
                  <a:pt x="83772" y="3463"/>
                  <a:pt x="83738" y="3471"/>
                </a:cubicBezTo>
                <a:cubicBezTo>
                  <a:pt x="83713" y="3466"/>
                  <a:pt x="83687" y="3464"/>
                  <a:pt x="83662" y="3464"/>
                </a:cubicBezTo>
                <a:cubicBezTo>
                  <a:pt x="82965" y="3464"/>
                  <a:pt x="82544" y="5220"/>
                  <a:pt x="82308" y="6840"/>
                </a:cubicBezTo>
                <a:cubicBezTo>
                  <a:pt x="82127" y="6533"/>
                  <a:pt x="81924" y="6240"/>
                  <a:pt x="81698" y="5965"/>
                </a:cubicBezTo>
                <a:cubicBezTo>
                  <a:pt x="81478" y="3401"/>
                  <a:pt x="81380" y="544"/>
                  <a:pt x="81380" y="544"/>
                </a:cubicBezTo>
                <a:cubicBezTo>
                  <a:pt x="81321" y="631"/>
                  <a:pt x="81272" y="726"/>
                  <a:pt x="81227" y="823"/>
                </a:cubicBezTo>
                <a:cubicBezTo>
                  <a:pt x="81220" y="645"/>
                  <a:pt x="81220" y="544"/>
                  <a:pt x="81220" y="544"/>
                </a:cubicBezTo>
                <a:cubicBezTo>
                  <a:pt x="80494" y="1563"/>
                  <a:pt x="80606" y="4517"/>
                  <a:pt x="80878" y="7172"/>
                </a:cubicBezTo>
                <a:lnTo>
                  <a:pt x="80878" y="7179"/>
                </a:lnTo>
                <a:cubicBezTo>
                  <a:pt x="80651" y="6858"/>
                  <a:pt x="80407" y="6551"/>
                  <a:pt x="80142" y="6261"/>
                </a:cubicBezTo>
                <a:cubicBezTo>
                  <a:pt x="79898" y="5714"/>
                  <a:pt x="79612" y="5187"/>
                  <a:pt x="79287" y="4685"/>
                </a:cubicBezTo>
                <a:cubicBezTo>
                  <a:pt x="79221" y="4416"/>
                  <a:pt x="79134" y="4193"/>
                  <a:pt x="79019" y="4029"/>
                </a:cubicBezTo>
                <a:cubicBezTo>
                  <a:pt x="79019" y="4029"/>
                  <a:pt x="79019" y="4120"/>
                  <a:pt x="79008" y="4280"/>
                </a:cubicBezTo>
                <a:cubicBezTo>
                  <a:pt x="78844" y="4046"/>
                  <a:pt x="78660" y="3823"/>
                  <a:pt x="78461" y="3617"/>
                </a:cubicBezTo>
                <a:lnTo>
                  <a:pt x="78461" y="3617"/>
                </a:lnTo>
                <a:cubicBezTo>
                  <a:pt x="78503" y="3663"/>
                  <a:pt x="78646" y="3837"/>
                  <a:pt x="78872" y="4318"/>
                </a:cubicBezTo>
                <a:cubicBezTo>
                  <a:pt x="78701" y="4071"/>
                  <a:pt x="78506" y="3837"/>
                  <a:pt x="78297" y="3617"/>
                </a:cubicBezTo>
                <a:lnTo>
                  <a:pt x="78297" y="3617"/>
                </a:lnTo>
                <a:cubicBezTo>
                  <a:pt x="78356" y="3680"/>
                  <a:pt x="78600" y="3970"/>
                  <a:pt x="78984" y="4960"/>
                </a:cubicBezTo>
                <a:lnTo>
                  <a:pt x="78970" y="5183"/>
                </a:lnTo>
                <a:cubicBezTo>
                  <a:pt x="78803" y="5058"/>
                  <a:pt x="78628" y="4946"/>
                  <a:pt x="78443" y="4849"/>
                </a:cubicBezTo>
                <a:lnTo>
                  <a:pt x="78443" y="4849"/>
                </a:lnTo>
                <a:lnTo>
                  <a:pt x="78674" y="5065"/>
                </a:lnTo>
                <a:cubicBezTo>
                  <a:pt x="78558" y="4985"/>
                  <a:pt x="78436" y="4911"/>
                  <a:pt x="78311" y="4849"/>
                </a:cubicBezTo>
                <a:lnTo>
                  <a:pt x="78311" y="4849"/>
                </a:lnTo>
                <a:cubicBezTo>
                  <a:pt x="78544" y="5051"/>
                  <a:pt x="78761" y="5271"/>
                  <a:pt x="78956" y="5511"/>
                </a:cubicBezTo>
                <a:cubicBezTo>
                  <a:pt x="78914" y="6320"/>
                  <a:pt x="78851" y="7363"/>
                  <a:pt x="78768" y="8357"/>
                </a:cubicBezTo>
                <a:cubicBezTo>
                  <a:pt x="78600" y="8556"/>
                  <a:pt x="78447" y="8769"/>
                  <a:pt x="78304" y="8989"/>
                </a:cubicBezTo>
                <a:cubicBezTo>
                  <a:pt x="78206" y="8814"/>
                  <a:pt x="78115" y="8661"/>
                  <a:pt x="78025" y="8528"/>
                </a:cubicBezTo>
                <a:cubicBezTo>
                  <a:pt x="77938" y="8051"/>
                  <a:pt x="77833" y="7594"/>
                  <a:pt x="77697" y="7227"/>
                </a:cubicBezTo>
                <a:cubicBezTo>
                  <a:pt x="77962" y="6851"/>
                  <a:pt x="78269" y="6505"/>
                  <a:pt x="78611" y="6198"/>
                </a:cubicBezTo>
                <a:lnTo>
                  <a:pt x="78611" y="6198"/>
                </a:lnTo>
                <a:cubicBezTo>
                  <a:pt x="78611" y="6198"/>
                  <a:pt x="78185" y="6408"/>
                  <a:pt x="77589" y="6959"/>
                </a:cubicBezTo>
                <a:lnTo>
                  <a:pt x="77575" y="6927"/>
                </a:lnTo>
                <a:cubicBezTo>
                  <a:pt x="78028" y="5585"/>
                  <a:pt x="78322" y="5187"/>
                  <a:pt x="78405" y="5097"/>
                </a:cubicBezTo>
                <a:lnTo>
                  <a:pt x="78405" y="5097"/>
                </a:lnTo>
                <a:cubicBezTo>
                  <a:pt x="78306" y="5200"/>
                  <a:pt x="77868" y="5671"/>
                  <a:pt x="77352" y="6579"/>
                </a:cubicBezTo>
                <a:lnTo>
                  <a:pt x="77313" y="6540"/>
                </a:lnTo>
                <a:cubicBezTo>
                  <a:pt x="77310" y="6394"/>
                  <a:pt x="77303" y="6313"/>
                  <a:pt x="77303" y="6313"/>
                </a:cubicBezTo>
                <a:cubicBezTo>
                  <a:pt x="77271" y="6359"/>
                  <a:pt x="77243" y="6408"/>
                  <a:pt x="77215" y="6460"/>
                </a:cubicBezTo>
                <a:cubicBezTo>
                  <a:pt x="77158" y="6425"/>
                  <a:pt x="77092" y="6406"/>
                  <a:pt x="77026" y="6406"/>
                </a:cubicBezTo>
                <a:cubicBezTo>
                  <a:pt x="76988" y="6406"/>
                  <a:pt x="76949" y="6412"/>
                  <a:pt x="76912" y="6425"/>
                </a:cubicBezTo>
                <a:cubicBezTo>
                  <a:pt x="76912" y="6425"/>
                  <a:pt x="76996" y="6495"/>
                  <a:pt x="77104" y="6760"/>
                </a:cubicBezTo>
                <a:cubicBezTo>
                  <a:pt x="77062" y="6920"/>
                  <a:pt x="77027" y="7081"/>
                  <a:pt x="77003" y="7245"/>
                </a:cubicBezTo>
                <a:cubicBezTo>
                  <a:pt x="76902" y="7454"/>
                  <a:pt x="76804" y="7677"/>
                  <a:pt x="76703" y="7918"/>
                </a:cubicBezTo>
                <a:cubicBezTo>
                  <a:pt x="76570" y="8082"/>
                  <a:pt x="76438" y="8260"/>
                  <a:pt x="76302" y="8459"/>
                </a:cubicBezTo>
                <a:cubicBezTo>
                  <a:pt x="76291" y="8214"/>
                  <a:pt x="76288" y="8064"/>
                  <a:pt x="76288" y="8064"/>
                </a:cubicBezTo>
                <a:cubicBezTo>
                  <a:pt x="76232" y="8148"/>
                  <a:pt x="76187" y="8239"/>
                  <a:pt x="76152" y="8337"/>
                </a:cubicBezTo>
                <a:lnTo>
                  <a:pt x="76064" y="8344"/>
                </a:lnTo>
                <a:cubicBezTo>
                  <a:pt x="76239" y="6683"/>
                  <a:pt x="76343" y="4887"/>
                  <a:pt x="76176" y="3621"/>
                </a:cubicBezTo>
                <a:cubicBezTo>
                  <a:pt x="76654" y="2515"/>
                  <a:pt x="77003" y="1901"/>
                  <a:pt x="77003" y="1901"/>
                </a:cubicBezTo>
                <a:lnTo>
                  <a:pt x="77003" y="1901"/>
                </a:lnTo>
                <a:cubicBezTo>
                  <a:pt x="76657" y="2239"/>
                  <a:pt x="76343" y="2613"/>
                  <a:pt x="76061" y="3007"/>
                </a:cubicBezTo>
                <a:cubicBezTo>
                  <a:pt x="75988" y="2714"/>
                  <a:pt x="75890" y="2477"/>
                  <a:pt x="75764" y="2295"/>
                </a:cubicBezTo>
                <a:cubicBezTo>
                  <a:pt x="75764" y="2295"/>
                  <a:pt x="75747" y="2780"/>
                  <a:pt x="75712" y="3523"/>
                </a:cubicBezTo>
                <a:cubicBezTo>
                  <a:pt x="75206" y="4318"/>
                  <a:pt x="74770" y="5222"/>
                  <a:pt x="74397" y="6160"/>
                </a:cubicBezTo>
                <a:cubicBezTo>
                  <a:pt x="74230" y="5619"/>
                  <a:pt x="74034" y="5197"/>
                  <a:pt x="73787" y="5026"/>
                </a:cubicBezTo>
                <a:cubicBezTo>
                  <a:pt x="73741" y="4869"/>
                  <a:pt x="73675" y="4723"/>
                  <a:pt x="73584" y="4587"/>
                </a:cubicBezTo>
                <a:cubicBezTo>
                  <a:pt x="73584" y="4587"/>
                  <a:pt x="73581" y="4719"/>
                  <a:pt x="73570" y="4946"/>
                </a:cubicBezTo>
                <a:cubicBezTo>
                  <a:pt x="73562" y="4946"/>
                  <a:pt x="73554" y="4945"/>
                  <a:pt x="73545" y="4945"/>
                </a:cubicBezTo>
                <a:cubicBezTo>
                  <a:pt x="73504" y="4945"/>
                  <a:pt x="73461" y="4952"/>
                  <a:pt x="73420" y="4964"/>
                </a:cubicBezTo>
                <a:cubicBezTo>
                  <a:pt x="73420" y="4964"/>
                  <a:pt x="73476" y="5012"/>
                  <a:pt x="73560" y="5180"/>
                </a:cubicBezTo>
                <a:cubicBezTo>
                  <a:pt x="73532" y="5797"/>
                  <a:pt x="73483" y="6837"/>
                  <a:pt x="73407" y="7918"/>
                </a:cubicBezTo>
                <a:cubicBezTo>
                  <a:pt x="73302" y="8068"/>
                  <a:pt x="73183" y="8249"/>
                  <a:pt x="73058" y="8462"/>
                </a:cubicBezTo>
                <a:lnTo>
                  <a:pt x="72984" y="8514"/>
                </a:lnTo>
                <a:cubicBezTo>
                  <a:pt x="72971" y="8221"/>
                  <a:pt x="72957" y="7946"/>
                  <a:pt x="72943" y="7709"/>
                </a:cubicBezTo>
                <a:cubicBezTo>
                  <a:pt x="73005" y="7583"/>
                  <a:pt x="73079" y="7465"/>
                  <a:pt x="73166" y="7360"/>
                </a:cubicBezTo>
                <a:lnTo>
                  <a:pt x="73166" y="7360"/>
                </a:lnTo>
                <a:cubicBezTo>
                  <a:pt x="73141" y="7384"/>
                  <a:pt x="73061" y="7468"/>
                  <a:pt x="72939" y="7615"/>
                </a:cubicBezTo>
                <a:cubicBezTo>
                  <a:pt x="72918" y="7116"/>
                  <a:pt x="72904" y="6788"/>
                  <a:pt x="72904" y="6788"/>
                </a:cubicBezTo>
                <a:cubicBezTo>
                  <a:pt x="72866" y="6847"/>
                  <a:pt x="72834" y="6910"/>
                  <a:pt x="72803" y="6976"/>
                </a:cubicBezTo>
                <a:cubicBezTo>
                  <a:pt x="72779" y="6108"/>
                  <a:pt x="72660" y="5389"/>
                  <a:pt x="72398" y="5016"/>
                </a:cubicBezTo>
                <a:cubicBezTo>
                  <a:pt x="72398" y="5016"/>
                  <a:pt x="72360" y="6184"/>
                  <a:pt x="72276" y="7580"/>
                </a:cubicBezTo>
                <a:cubicBezTo>
                  <a:pt x="72221" y="7433"/>
                  <a:pt x="72151" y="7294"/>
                  <a:pt x="72067" y="7161"/>
                </a:cubicBezTo>
                <a:cubicBezTo>
                  <a:pt x="72053" y="6411"/>
                  <a:pt x="71980" y="5762"/>
                  <a:pt x="71816" y="5323"/>
                </a:cubicBezTo>
                <a:cubicBezTo>
                  <a:pt x="72015" y="4908"/>
                  <a:pt x="72140" y="4681"/>
                  <a:pt x="72140" y="4681"/>
                </a:cubicBezTo>
                <a:lnTo>
                  <a:pt x="72140" y="4681"/>
                </a:lnTo>
                <a:cubicBezTo>
                  <a:pt x="71997" y="4824"/>
                  <a:pt x="71858" y="4978"/>
                  <a:pt x="71729" y="5135"/>
                </a:cubicBezTo>
                <a:lnTo>
                  <a:pt x="71662" y="5016"/>
                </a:lnTo>
                <a:cubicBezTo>
                  <a:pt x="71662" y="5016"/>
                  <a:pt x="71659" y="5093"/>
                  <a:pt x="71652" y="5222"/>
                </a:cubicBezTo>
                <a:cubicBezTo>
                  <a:pt x="71506" y="5407"/>
                  <a:pt x="71366" y="5591"/>
                  <a:pt x="71226" y="5794"/>
                </a:cubicBezTo>
                <a:cubicBezTo>
                  <a:pt x="71216" y="5741"/>
                  <a:pt x="71206" y="5689"/>
                  <a:pt x="71192" y="5637"/>
                </a:cubicBezTo>
                <a:cubicBezTo>
                  <a:pt x="71854" y="4245"/>
                  <a:pt x="72646" y="3042"/>
                  <a:pt x="73595" y="2215"/>
                </a:cubicBezTo>
                <a:lnTo>
                  <a:pt x="73595" y="2215"/>
                </a:lnTo>
                <a:cubicBezTo>
                  <a:pt x="73595" y="2215"/>
                  <a:pt x="72070" y="2951"/>
                  <a:pt x="70515" y="5257"/>
                </a:cubicBezTo>
                <a:cubicBezTo>
                  <a:pt x="70316" y="4988"/>
                  <a:pt x="70096" y="4737"/>
                  <a:pt x="69856" y="4503"/>
                </a:cubicBezTo>
                <a:lnTo>
                  <a:pt x="69856" y="4503"/>
                </a:lnTo>
                <a:cubicBezTo>
                  <a:pt x="69856" y="4503"/>
                  <a:pt x="70058" y="4856"/>
                  <a:pt x="70354" y="5501"/>
                </a:cubicBezTo>
                <a:cubicBezTo>
                  <a:pt x="70100" y="5895"/>
                  <a:pt x="69849" y="6324"/>
                  <a:pt x="69601" y="6805"/>
                </a:cubicBezTo>
                <a:cubicBezTo>
                  <a:pt x="69392" y="6481"/>
                  <a:pt x="69182" y="6195"/>
                  <a:pt x="68977" y="5933"/>
                </a:cubicBezTo>
                <a:cubicBezTo>
                  <a:pt x="69699" y="3998"/>
                  <a:pt x="70326" y="2885"/>
                  <a:pt x="70327" y="2885"/>
                </a:cubicBezTo>
                <a:lnTo>
                  <a:pt x="70327" y="2885"/>
                </a:lnTo>
                <a:cubicBezTo>
                  <a:pt x="69636" y="3558"/>
                  <a:pt x="69046" y="4437"/>
                  <a:pt x="68541" y="5417"/>
                </a:cubicBezTo>
                <a:cubicBezTo>
                  <a:pt x="67529" y="4294"/>
                  <a:pt x="66713" y="3896"/>
                  <a:pt x="66713" y="3896"/>
                </a:cubicBezTo>
                <a:lnTo>
                  <a:pt x="66713" y="3896"/>
                </a:lnTo>
                <a:cubicBezTo>
                  <a:pt x="67229" y="4346"/>
                  <a:pt x="67690" y="4911"/>
                  <a:pt x="68105" y="5567"/>
                </a:cubicBezTo>
                <a:cubicBezTo>
                  <a:pt x="67860" y="5703"/>
                  <a:pt x="67658" y="6094"/>
                  <a:pt x="67498" y="6610"/>
                </a:cubicBezTo>
                <a:lnTo>
                  <a:pt x="67316" y="6823"/>
                </a:lnTo>
                <a:cubicBezTo>
                  <a:pt x="67264" y="6209"/>
                  <a:pt x="67149" y="5707"/>
                  <a:pt x="66950" y="5417"/>
                </a:cubicBezTo>
                <a:cubicBezTo>
                  <a:pt x="66950" y="5417"/>
                  <a:pt x="66919" y="6320"/>
                  <a:pt x="66849" y="7475"/>
                </a:cubicBezTo>
                <a:lnTo>
                  <a:pt x="66695" y="7733"/>
                </a:lnTo>
                <a:cubicBezTo>
                  <a:pt x="66601" y="7597"/>
                  <a:pt x="66504" y="7472"/>
                  <a:pt x="66402" y="7349"/>
                </a:cubicBezTo>
                <a:cubicBezTo>
                  <a:pt x="66291" y="5930"/>
                  <a:pt x="66221" y="4458"/>
                  <a:pt x="66186" y="3638"/>
                </a:cubicBezTo>
                <a:cubicBezTo>
                  <a:pt x="66280" y="3453"/>
                  <a:pt x="66347" y="3394"/>
                  <a:pt x="66347" y="3394"/>
                </a:cubicBezTo>
                <a:cubicBezTo>
                  <a:pt x="66300" y="3382"/>
                  <a:pt x="66252" y="3376"/>
                  <a:pt x="66203" y="3376"/>
                </a:cubicBezTo>
                <a:cubicBezTo>
                  <a:pt x="66193" y="3376"/>
                  <a:pt x="66182" y="3376"/>
                  <a:pt x="66172" y="3377"/>
                </a:cubicBezTo>
                <a:cubicBezTo>
                  <a:pt x="66165" y="3125"/>
                  <a:pt x="66158" y="2975"/>
                  <a:pt x="66158" y="2975"/>
                </a:cubicBezTo>
                <a:cubicBezTo>
                  <a:pt x="66061" y="3125"/>
                  <a:pt x="65984" y="3293"/>
                  <a:pt x="65932" y="3464"/>
                </a:cubicBezTo>
                <a:cubicBezTo>
                  <a:pt x="65715" y="3621"/>
                  <a:pt x="65527" y="3952"/>
                  <a:pt x="65370" y="4395"/>
                </a:cubicBezTo>
                <a:cubicBezTo>
                  <a:pt x="65325" y="4263"/>
                  <a:pt x="65265" y="4140"/>
                  <a:pt x="65189" y="4029"/>
                </a:cubicBezTo>
                <a:cubicBezTo>
                  <a:pt x="65189" y="4029"/>
                  <a:pt x="65178" y="4371"/>
                  <a:pt x="65154" y="4911"/>
                </a:cubicBezTo>
                <a:cubicBezTo>
                  <a:pt x="64770" y="3931"/>
                  <a:pt x="64324" y="2982"/>
                  <a:pt x="63814" y="2128"/>
                </a:cubicBezTo>
                <a:cubicBezTo>
                  <a:pt x="63765" y="1123"/>
                  <a:pt x="63745" y="440"/>
                  <a:pt x="63745" y="440"/>
                </a:cubicBezTo>
                <a:cubicBezTo>
                  <a:pt x="63577" y="673"/>
                  <a:pt x="63455" y="1015"/>
                  <a:pt x="63368" y="1430"/>
                </a:cubicBezTo>
                <a:cubicBezTo>
                  <a:pt x="63026" y="914"/>
                  <a:pt x="62628" y="433"/>
                  <a:pt x="6218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7" name="Google Shape;2107;p34"/>
          <p:cNvGrpSpPr/>
          <p:nvPr/>
        </p:nvGrpSpPr>
        <p:grpSpPr>
          <a:xfrm>
            <a:off x="-7720269" y="539619"/>
            <a:ext cx="24584538" cy="8776802"/>
            <a:chOff x="4168525" y="2572625"/>
            <a:chExt cx="3211650" cy="1146575"/>
          </a:xfrm>
        </p:grpSpPr>
        <p:sp>
          <p:nvSpPr>
            <p:cNvPr id="2108" name="Google Shape;2108;p34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996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1">
  <p:cSld name="Background 21"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35"/>
          <p:cNvSpPr/>
          <p:nvPr/>
        </p:nvSpPr>
        <p:spPr>
          <a:xfrm>
            <a:off x="75" y="0"/>
            <a:ext cx="10295326" cy="6370330"/>
          </a:xfrm>
          <a:custGeom>
            <a:avLst/>
            <a:gdLst/>
            <a:ahLst/>
            <a:cxnLst/>
            <a:rect l="l" t="t" r="r" b="b"/>
            <a:pathLst>
              <a:path w="105493" h="89951" extrusionOk="0">
                <a:moveTo>
                  <a:pt x="0" y="0"/>
                </a:moveTo>
                <a:lnTo>
                  <a:pt x="0" y="89950"/>
                </a:lnTo>
                <a:lnTo>
                  <a:pt x="105493" y="89950"/>
                </a:lnTo>
                <a:lnTo>
                  <a:pt x="1054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3" name="Google Shape;2113;p35"/>
          <p:cNvGrpSpPr/>
          <p:nvPr/>
        </p:nvGrpSpPr>
        <p:grpSpPr>
          <a:xfrm>
            <a:off x="0" y="708837"/>
            <a:ext cx="10295326" cy="8564513"/>
            <a:chOff x="0" y="861237"/>
            <a:chExt cx="10295326" cy="8564513"/>
          </a:xfrm>
        </p:grpSpPr>
        <p:sp>
          <p:nvSpPr>
            <p:cNvPr id="2114" name="Google Shape;2114;p35"/>
            <p:cNvSpPr/>
            <p:nvPr/>
          </p:nvSpPr>
          <p:spPr>
            <a:xfrm>
              <a:off x="0" y="1837055"/>
              <a:ext cx="10295326" cy="7588695"/>
            </a:xfrm>
            <a:custGeom>
              <a:avLst/>
              <a:gdLst/>
              <a:ahLst/>
              <a:cxnLst/>
              <a:rect l="l" t="t" r="r" b="b"/>
              <a:pathLst>
                <a:path w="105493" h="77759" extrusionOk="0">
                  <a:moveTo>
                    <a:pt x="66094" y="0"/>
                  </a:moveTo>
                  <a:lnTo>
                    <a:pt x="0" y="38160"/>
                  </a:lnTo>
                  <a:lnTo>
                    <a:pt x="0" y="77758"/>
                  </a:lnTo>
                  <a:lnTo>
                    <a:pt x="105493" y="77758"/>
                  </a:lnTo>
                  <a:lnTo>
                    <a:pt x="105493" y="23540"/>
                  </a:lnTo>
                  <a:lnTo>
                    <a:pt x="93518" y="16386"/>
                  </a:lnTo>
                  <a:lnTo>
                    <a:pt x="79760" y="8167"/>
                  </a:lnTo>
                  <a:lnTo>
                    <a:pt x="66171" y="48"/>
                  </a:lnTo>
                  <a:lnTo>
                    <a:pt x="660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4179952" y="5895109"/>
              <a:ext cx="6115341" cy="3530604"/>
            </a:xfrm>
            <a:custGeom>
              <a:avLst/>
              <a:gdLst/>
              <a:ahLst/>
              <a:cxnLst/>
              <a:rect l="l" t="t" r="r" b="b"/>
              <a:pathLst>
                <a:path w="62662" h="36177" extrusionOk="0">
                  <a:moveTo>
                    <a:pt x="62662" y="0"/>
                  </a:moveTo>
                  <a:lnTo>
                    <a:pt x="1" y="36176"/>
                  </a:lnTo>
                  <a:lnTo>
                    <a:pt x="27648" y="36176"/>
                  </a:lnTo>
                  <a:lnTo>
                    <a:pt x="62662" y="15963"/>
                  </a:lnTo>
                  <a:lnTo>
                    <a:pt x="62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0" y="3436191"/>
              <a:ext cx="10295326" cy="5989545"/>
            </a:xfrm>
            <a:custGeom>
              <a:avLst/>
              <a:gdLst/>
              <a:ahLst/>
              <a:cxnLst/>
              <a:rect l="l" t="t" r="r" b="b"/>
              <a:pathLst>
                <a:path w="105493" h="61373" extrusionOk="0">
                  <a:moveTo>
                    <a:pt x="93518" y="0"/>
                  </a:moveTo>
                  <a:lnTo>
                    <a:pt x="0" y="53993"/>
                  </a:lnTo>
                  <a:lnTo>
                    <a:pt x="0" y="61372"/>
                  </a:lnTo>
                  <a:lnTo>
                    <a:pt x="14868" y="61372"/>
                  </a:lnTo>
                  <a:lnTo>
                    <a:pt x="105493" y="9050"/>
                  </a:lnTo>
                  <a:lnTo>
                    <a:pt x="105493" y="7154"/>
                  </a:lnTo>
                  <a:lnTo>
                    <a:pt x="9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0" y="1841740"/>
              <a:ext cx="7783978" cy="5286488"/>
            </a:xfrm>
            <a:custGeom>
              <a:avLst/>
              <a:gdLst/>
              <a:ahLst/>
              <a:cxnLst/>
              <a:rect l="l" t="t" r="r" b="b"/>
              <a:pathLst>
                <a:path w="79760" h="54169" extrusionOk="0">
                  <a:moveTo>
                    <a:pt x="66171" y="0"/>
                  </a:moveTo>
                  <a:lnTo>
                    <a:pt x="0" y="38205"/>
                  </a:lnTo>
                  <a:lnTo>
                    <a:pt x="0" y="54168"/>
                  </a:lnTo>
                  <a:lnTo>
                    <a:pt x="79760" y="8119"/>
                  </a:lnTo>
                  <a:lnTo>
                    <a:pt x="661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6012628" y="2112166"/>
              <a:ext cx="866914" cy="137117"/>
            </a:xfrm>
            <a:custGeom>
              <a:avLst/>
              <a:gdLst/>
              <a:ahLst/>
              <a:cxnLst/>
              <a:rect l="l" t="t" r="r" b="b"/>
              <a:pathLst>
                <a:path w="8883" h="1405" extrusionOk="0">
                  <a:moveTo>
                    <a:pt x="458" y="0"/>
                  </a:moveTo>
                  <a:lnTo>
                    <a:pt x="1" y="266"/>
                  </a:lnTo>
                  <a:lnTo>
                    <a:pt x="67" y="298"/>
                  </a:lnTo>
                  <a:cubicBezTo>
                    <a:pt x="1426" y="1024"/>
                    <a:pt x="2942" y="1404"/>
                    <a:pt x="4482" y="1404"/>
                  </a:cubicBezTo>
                  <a:cubicBezTo>
                    <a:pt x="6016" y="1404"/>
                    <a:pt x="7526" y="1029"/>
                    <a:pt x="8883" y="309"/>
                  </a:cubicBezTo>
                  <a:lnTo>
                    <a:pt x="8428" y="35"/>
                  </a:lnTo>
                  <a:cubicBezTo>
                    <a:pt x="7182" y="650"/>
                    <a:pt x="5829" y="957"/>
                    <a:pt x="4477" y="957"/>
                  </a:cubicBezTo>
                  <a:cubicBezTo>
                    <a:pt x="3099" y="957"/>
                    <a:pt x="1721" y="638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0" y="1835006"/>
              <a:ext cx="10295326" cy="5702720"/>
            </a:xfrm>
            <a:custGeom>
              <a:avLst/>
              <a:gdLst/>
              <a:ahLst/>
              <a:cxnLst/>
              <a:rect l="l" t="t" r="r" b="b"/>
              <a:pathLst>
                <a:path w="105493" h="58434" extrusionOk="0">
                  <a:moveTo>
                    <a:pt x="34984" y="18479"/>
                  </a:moveTo>
                  <a:lnTo>
                    <a:pt x="48950" y="26539"/>
                  </a:lnTo>
                  <a:lnTo>
                    <a:pt x="26733" y="39367"/>
                  </a:lnTo>
                  <a:lnTo>
                    <a:pt x="12767" y="31307"/>
                  </a:lnTo>
                  <a:lnTo>
                    <a:pt x="34984" y="18479"/>
                  </a:lnTo>
                  <a:close/>
                  <a:moveTo>
                    <a:pt x="66812" y="37684"/>
                  </a:moveTo>
                  <a:lnTo>
                    <a:pt x="69115" y="39013"/>
                  </a:lnTo>
                  <a:cubicBezTo>
                    <a:pt x="71548" y="40420"/>
                    <a:pt x="73003" y="42936"/>
                    <a:pt x="73003" y="45746"/>
                  </a:cubicBezTo>
                  <a:cubicBezTo>
                    <a:pt x="73003" y="48554"/>
                    <a:pt x="71548" y="51073"/>
                    <a:pt x="69115" y="52479"/>
                  </a:cubicBezTo>
                  <a:cubicBezTo>
                    <a:pt x="65860" y="54359"/>
                    <a:pt x="62210" y="55300"/>
                    <a:pt x="58559" y="55300"/>
                  </a:cubicBezTo>
                  <a:cubicBezTo>
                    <a:pt x="54908" y="55300"/>
                    <a:pt x="51256" y="54359"/>
                    <a:pt x="47998" y="52479"/>
                  </a:cubicBezTo>
                  <a:lnTo>
                    <a:pt x="44595" y="50512"/>
                  </a:lnTo>
                  <a:lnTo>
                    <a:pt x="66812" y="37684"/>
                  </a:lnTo>
                  <a:close/>
                  <a:moveTo>
                    <a:pt x="66094" y="0"/>
                  </a:moveTo>
                  <a:lnTo>
                    <a:pt x="0" y="38160"/>
                  </a:lnTo>
                  <a:lnTo>
                    <a:pt x="0" y="38676"/>
                  </a:lnTo>
                  <a:lnTo>
                    <a:pt x="12190" y="31639"/>
                  </a:lnTo>
                  <a:lnTo>
                    <a:pt x="12320" y="31562"/>
                  </a:lnTo>
                  <a:lnTo>
                    <a:pt x="26619" y="39819"/>
                  </a:lnTo>
                  <a:lnTo>
                    <a:pt x="26733" y="39885"/>
                  </a:lnTo>
                  <a:lnTo>
                    <a:pt x="49847" y="26539"/>
                  </a:lnTo>
                  <a:lnTo>
                    <a:pt x="35434" y="18218"/>
                  </a:lnTo>
                  <a:lnTo>
                    <a:pt x="49514" y="10089"/>
                  </a:lnTo>
                  <a:lnTo>
                    <a:pt x="81611" y="28624"/>
                  </a:lnTo>
                  <a:lnTo>
                    <a:pt x="30873" y="57915"/>
                  </a:lnTo>
                  <a:lnTo>
                    <a:pt x="0" y="40090"/>
                  </a:lnTo>
                  <a:lnTo>
                    <a:pt x="0" y="40606"/>
                  </a:lnTo>
                  <a:lnTo>
                    <a:pt x="30762" y="58367"/>
                  </a:lnTo>
                  <a:lnTo>
                    <a:pt x="30873" y="58433"/>
                  </a:lnTo>
                  <a:lnTo>
                    <a:pt x="44145" y="50767"/>
                  </a:lnTo>
                  <a:lnTo>
                    <a:pt x="47775" y="52865"/>
                  </a:lnTo>
                  <a:cubicBezTo>
                    <a:pt x="51112" y="54784"/>
                    <a:pt x="54835" y="55743"/>
                    <a:pt x="58557" y="55743"/>
                  </a:cubicBezTo>
                  <a:cubicBezTo>
                    <a:pt x="62279" y="55743"/>
                    <a:pt x="66001" y="54784"/>
                    <a:pt x="69338" y="52865"/>
                  </a:cubicBezTo>
                  <a:cubicBezTo>
                    <a:pt x="71915" y="51379"/>
                    <a:pt x="73450" y="48717"/>
                    <a:pt x="73450" y="45746"/>
                  </a:cubicBezTo>
                  <a:cubicBezTo>
                    <a:pt x="73450" y="42773"/>
                    <a:pt x="71915" y="40114"/>
                    <a:pt x="69338" y="38628"/>
                  </a:cubicBezTo>
                  <a:lnTo>
                    <a:pt x="67259" y="37426"/>
                  </a:lnTo>
                  <a:lnTo>
                    <a:pt x="82504" y="28624"/>
                  </a:lnTo>
                  <a:lnTo>
                    <a:pt x="49961" y="9834"/>
                  </a:lnTo>
                  <a:lnTo>
                    <a:pt x="61611" y="3106"/>
                  </a:lnTo>
                  <a:lnTo>
                    <a:pt x="61560" y="3080"/>
                  </a:lnTo>
                  <a:lnTo>
                    <a:pt x="61770" y="2683"/>
                  </a:lnTo>
                  <a:lnTo>
                    <a:pt x="61887" y="2747"/>
                  </a:lnTo>
                  <a:lnTo>
                    <a:pt x="62068" y="2840"/>
                  </a:lnTo>
                  <a:lnTo>
                    <a:pt x="66092" y="519"/>
                  </a:lnTo>
                  <a:lnTo>
                    <a:pt x="70038" y="2880"/>
                  </a:lnTo>
                  <a:lnTo>
                    <a:pt x="70407" y="2686"/>
                  </a:lnTo>
                  <a:lnTo>
                    <a:pt x="70625" y="3080"/>
                  </a:lnTo>
                  <a:lnTo>
                    <a:pt x="70490" y="3149"/>
                  </a:lnTo>
                  <a:lnTo>
                    <a:pt x="105493" y="24061"/>
                  </a:lnTo>
                  <a:lnTo>
                    <a:pt x="105493" y="23537"/>
                  </a:lnTo>
                  <a:lnTo>
                    <a:pt x="660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0" y="861237"/>
              <a:ext cx="6450084" cy="4415865"/>
            </a:xfrm>
            <a:custGeom>
              <a:avLst/>
              <a:gdLst/>
              <a:ahLst/>
              <a:cxnLst/>
              <a:rect l="l" t="t" r="r" b="b"/>
              <a:pathLst>
                <a:path w="66092" h="45248" extrusionOk="0">
                  <a:moveTo>
                    <a:pt x="66092" y="1"/>
                  </a:moveTo>
                  <a:lnTo>
                    <a:pt x="0" y="38155"/>
                  </a:lnTo>
                  <a:lnTo>
                    <a:pt x="0" y="45247"/>
                  </a:lnTo>
                  <a:lnTo>
                    <a:pt x="66092" y="7088"/>
                  </a:lnTo>
                  <a:lnTo>
                    <a:pt x="660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6449936" y="861237"/>
              <a:ext cx="3845340" cy="2911965"/>
            </a:xfrm>
            <a:custGeom>
              <a:avLst/>
              <a:gdLst/>
              <a:ahLst/>
              <a:cxnLst/>
              <a:rect l="l" t="t" r="r" b="b"/>
              <a:pathLst>
                <a:path w="39402" h="29838" extrusionOk="0">
                  <a:moveTo>
                    <a:pt x="1" y="1"/>
                  </a:moveTo>
                  <a:lnTo>
                    <a:pt x="1" y="7088"/>
                  </a:lnTo>
                  <a:lnTo>
                    <a:pt x="39402" y="29837"/>
                  </a:lnTo>
                  <a:lnTo>
                    <a:pt x="39402" y="227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6349026" y="1832566"/>
              <a:ext cx="219388" cy="115159"/>
            </a:xfrm>
            <a:custGeom>
              <a:avLst/>
              <a:gdLst/>
              <a:ahLst/>
              <a:cxnLst/>
              <a:rect l="l" t="t" r="r" b="b"/>
              <a:pathLst>
                <a:path w="2248" h="1180" extrusionOk="0">
                  <a:moveTo>
                    <a:pt x="1119" y="0"/>
                  </a:moveTo>
                  <a:cubicBezTo>
                    <a:pt x="858" y="0"/>
                    <a:pt x="598" y="57"/>
                    <a:pt x="399" y="171"/>
                  </a:cubicBezTo>
                  <a:cubicBezTo>
                    <a:pt x="0" y="400"/>
                    <a:pt x="0" y="778"/>
                    <a:pt x="402" y="1006"/>
                  </a:cubicBezTo>
                  <a:cubicBezTo>
                    <a:pt x="605" y="1121"/>
                    <a:pt x="869" y="1179"/>
                    <a:pt x="1133" y="1179"/>
                  </a:cubicBezTo>
                  <a:cubicBezTo>
                    <a:pt x="1393" y="1179"/>
                    <a:pt x="1651" y="1123"/>
                    <a:pt x="1848" y="1009"/>
                  </a:cubicBezTo>
                  <a:cubicBezTo>
                    <a:pt x="2247" y="780"/>
                    <a:pt x="2247" y="408"/>
                    <a:pt x="1846" y="174"/>
                  </a:cubicBezTo>
                  <a:cubicBezTo>
                    <a:pt x="1644" y="58"/>
                    <a:pt x="1381" y="0"/>
                    <a:pt x="1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6447301" y="915986"/>
              <a:ext cx="24496" cy="981097"/>
            </a:xfrm>
            <a:custGeom>
              <a:avLst/>
              <a:gdLst/>
              <a:ahLst/>
              <a:cxnLst/>
              <a:rect l="l" t="t" r="r" b="b"/>
              <a:pathLst>
                <a:path w="251" h="10053" extrusionOk="0">
                  <a:moveTo>
                    <a:pt x="54" y="1"/>
                  </a:moveTo>
                  <a:lnTo>
                    <a:pt x="54" y="4"/>
                  </a:lnTo>
                  <a:lnTo>
                    <a:pt x="20" y="836"/>
                  </a:lnTo>
                  <a:lnTo>
                    <a:pt x="1" y="9949"/>
                  </a:lnTo>
                  <a:lnTo>
                    <a:pt x="97" y="10053"/>
                  </a:lnTo>
                  <a:lnTo>
                    <a:pt x="187" y="9946"/>
                  </a:lnTo>
                  <a:lnTo>
                    <a:pt x="227" y="1067"/>
                  </a:lnTo>
                  <a:lnTo>
                    <a:pt x="230" y="724"/>
                  </a:lnTo>
                  <a:lnTo>
                    <a:pt x="251" y="70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844309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2">
  <p:cSld name="Background 2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36"/>
          <p:cNvSpPr/>
          <p:nvPr/>
        </p:nvSpPr>
        <p:spPr>
          <a:xfrm>
            <a:off x="-6450490" y="-262"/>
            <a:ext cx="220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6" name="Google Shape;2126;p36"/>
          <p:cNvGrpSpPr/>
          <p:nvPr/>
        </p:nvGrpSpPr>
        <p:grpSpPr>
          <a:xfrm>
            <a:off x="-6450834" y="453652"/>
            <a:ext cx="22045667" cy="4690103"/>
            <a:chOff x="-6987328" y="6311341"/>
            <a:chExt cx="22395030" cy="4764428"/>
          </a:xfrm>
        </p:grpSpPr>
        <p:sp>
          <p:nvSpPr>
            <p:cNvPr id="2127" name="Google Shape;2127;p36"/>
            <p:cNvSpPr/>
            <p:nvPr/>
          </p:nvSpPr>
          <p:spPr>
            <a:xfrm>
              <a:off x="-2357508" y="6311341"/>
              <a:ext cx="13135266" cy="558944"/>
            </a:xfrm>
            <a:custGeom>
              <a:avLst/>
              <a:gdLst/>
              <a:ahLst/>
              <a:cxnLst/>
              <a:rect l="l" t="t" r="r" b="b"/>
              <a:pathLst>
                <a:path w="167547" h="9279" extrusionOk="0">
                  <a:moveTo>
                    <a:pt x="7845" y="0"/>
                  </a:moveTo>
                  <a:lnTo>
                    <a:pt x="1" y="9279"/>
                  </a:lnTo>
                  <a:lnTo>
                    <a:pt x="167546" y="9279"/>
                  </a:lnTo>
                  <a:lnTo>
                    <a:pt x="159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-4069083" y="7557925"/>
              <a:ext cx="16558414" cy="866938"/>
            </a:xfrm>
            <a:custGeom>
              <a:avLst/>
              <a:gdLst/>
              <a:ahLst/>
              <a:cxnLst/>
              <a:rect l="l" t="t" r="r" b="b"/>
              <a:pathLst>
                <a:path w="211211" h="14392" extrusionOk="0">
                  <a:moveTo>
                    <a:pt x="12178" y="0"/>
                  </a:moveTo>
                  <a:lnTo>
                    <a:pt x="1" y="14392"/>
                  </a:lnTo>
                  <a:lnTo>
                    <a:pt x="211211" y="14392"/>
                  </a:lnTo>
                  <a:lnTo>
                    <a:pt x="1990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-6987328" y="9551760"/>
              <a:ext cx="22395030" cy="1524009"/>
            </a:xfrm>
            <a:custGeom>
              <a:avLst/>
              <a:gdLst/>
              <a:ahLst/>
              <a:cxnLst/>
              <a:rect l="l" t="t" r="r" b="b"/>
              <a:pathLst>
                <a:path w="285660" h="25300" extrusionOk="0">
                  <a:moveTo>
                    <a:pt x="21398" y="1"/>
                  </a:moveTo>
                  <a:lnTo>
                    <a:pt x="0" y="25299"/>
                  </a:lnTo>
                  <a:lnTo>
                    <a:pt x="285660" y="25299"/>
                  </a:lnTo>
                  <a:lnTo>
                    <a:pt x="264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50326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3">
  <p:cSld name="Background 23"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37"/>
          <p:cNvSpPr/>
          <p:nvPr/>
        </p:nvSpPr>
        <p:spPr>
          <a:xfrm>
            <a:off x="8475" y="-2250"/>
            <a:ext cx="9144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37"/>
          <p:cNvSpPr/>
          <p:nvPr/>
        </p:nvSpPr>
        <p:spPr>
          <a:xfrm>
            <a:off x="5421975" y="-285750"/>
            <a:ext cx="4903070" cy="6161250"/>
          </a:xfrm>
          <a:custGeom>
            <a:avLst/>
            <a:gdLst/>
            <a:ahLst/>
            <a:cxnLst/>
            <a:rect l="l" t="t" r="r" b="b"/>
            <a:pathLst>
              <a:path w="160048" h="201118" extrusionOk="0">
                <a:moveTo>
                  <a:pt x="70638" y="13459"/>
                </a:moveTo>
                <a:cubicBezTo>
                  <a:pt x="72126" y="13459"/>
                  <a:pt x="73616" y="13692"/>
                  <a:pt x="75049" y="14146"/>
                </a:cubicBezTo>
                <a:cubicBezTo>
                  <a:pt x="75049" y="14146"/>
                  <a:pt x="76680" y="14604"/>
                  <a:pt x="77877" y="15378"/>
                </a:cubicBezTo>
                <a:cubicBezTo>
                  <a:pt x="78663" y="15818"/>
                  <a:pt x="79403" y="16329"/>
                  <a:pt x="80095" y="16904"/>
                </a:cubicBezTo>
                <a:cubicBezTo>
                  <a:pt x="81503" y="18089"/>
                  <a:pt x="82770" y="19397"/>
                  <a:pt x="84313" y="20412"/>
                </a:cubicBezTo>
                <a:cubicBezTo>
                  <a:pt x="85053" y="20882"/>
                  <a:pt x="85862" y="21245"/>
                  <a:pt x="86707" y="21480"/>
                </a:cubicBezTo>
                <a:cubicBezTo>
                  <a:pt x="89623" y="24320"/>
                  <a:pt x="97004" y="25552"/>
                  <a:pt x="99298" y="26244"/>
                </a:cubicBezTo>
                <a:cubicBezTo>
                  <a:pt x="101258" y="26819"/>
                  <a:pt x="102901" y="27770"/>
                  <a:pt x="103077" y="29835"/>
                </a:cubicBezTo>
                <a:cubicBezTo>
                  <a:pt x="103065" y="29929"/>
                  <a:pt x="103071" y="30023"/>
                  <a:pt x="103083" y="30117"/>
                </a:cubicBezTo>
                <a:cubicBezTo>
                  <a:pt x="103083" y="30181"/>
                  <a:pt x="103089" y="30240"/>
                  <a:pt x="103089" y="30299"/>
                </a:cubicBezTo>
                <a:cubicBezTo>
                  <a:pt x="103030" y="32857"/>
                  <a:pt x="100220" y="34992"/>
                  <a:pt x="98424" y="36436"/>
                </a:cubicBezTo>
                <a:cubicBezTo>
                  <a:pt x="93906" y="40062"/>
                  <a:pt x="88268" y="42808"/>
                  <a:pt x="82835" y="44744"/>
                </a:cubicBezTo>
                <a:cubicBezTo>
                  <a:pt x="80887" y="45442"/>
                  <a:pt x="78962" y="45976"/>
                  <a:pt x="77032" y="46293"/>
                </a:cubicBezTo>
                <a:cubicBezTo>
                  <a:pt x="76242" y="45973"/>
                  <a:pt x="75115" y="45929"/>
                  <a:pt x="74367" y="45929"/>
                </a:cubicBezTo>
                <a:cubicBezTo>
                  <a:pt x="74127" y="45929"/>
                  <a:pt x="73926" y="45934"/>
                  <a:pt x="73788" y="45935"/>
                </a:cubicBezTo>
                <a:cubicBezTo>
                  <a:pt x="73224" y="45941"/>
                  <a:pt x="70883" y="46064"/>
                  <a:pt x="70115" y="46340"/>
                </a:cubicBezTo>
                <a:cubicBezTo>
                  <a:pt x="68636" y="46088"/>
                  <a:pt x="67193" y="45659"/>
                  <a:pt x="65814" y="45067"/>
                </a:cubicBezTo>
                <a:cubicBezTo>
                  <a:pt x="61243" y="43130"/>
                  <a:pt x="57318" y="40062"/>
                  <a:pt x="52589" y="38448"/>
                </a:cubicBezTo>
                <a:cubicBezTo>
                  <a:pt x="50431" y="37715"/>
                  <a:pt x="48136" y="37255"/>
                  <a:pt x="45853" y="37255"/>
                </a:cubicBezTo>
                <a:cubicBezTo>
                  <a:pt x="45542" y="37255"/>
                  <a:pt x="45231" y="37263"/>
                  <a:pt x="44921" y="37281"/>
                </a:cubicBezTo>
                <a:cubicBezTo>
                  <a:pt x="47561" y="35339"/>
                  <a:pt x="49908" y="33039"/>
                  <a:pt x="51908" y="30445"/>
                </a:cubicBezTo>
                <a:cubicBezTo>
                  <a:pt x="55265" y="26098"/>
                  <a:pt x="57353" y="20670"/>
                  <a:pt x="61472" y="16951"/>
                </a:cubicBezTo>
                <a:cubicBezTo>
                  <a:pt x="64095" y="14586"/>
                  <a:pt x="67361" y="13459"/>
                  <a:pt x="70638" y="13459"/>
                </a:cubicBezTo>
                <a:close/>
                <a:moveTo>
                  <a:pt x="106256" y="30869"/>
                </a:moveTo>
                <a:cubicBezTo>
                  <a:pt x="109922" y="30869"/>
                  <a:pt x="113711" y="32706"/>
                  <a:pt x="117158" y="33578"/>
                </a:cubicBezTo>
                <a:cubicBezTo>
                  <a:pt x="117522" y="33672"/>
                  <a:pt x="117898" y="33754"/>
                  <a:pt x="118267" y="33831"/>
                </a:cubicBezTo>
                <a:cubicBezTo>
                  <a:pt x="117499" y="34206"/>
                  <a:pt x="116777" y="34658"/>
                  <a:pt x="116108" y="35180"/>
                </a:cubicBezTo>
                <a:cubicBezTo>
                  <a:pt x="109132" y="40631"/>
                  <a:pt x="107695" y="52178"/>
                  <a:pt x="98641" y="55217"/>
                </a:cubicBezTo>
                <a:cubicBezTo>
                  <a:pt x="97573" y="55577"/>
                  <a:pt x="96492" y="55737"/>
                  <a:pt x="95417" y="55737"/>
                </a:cubicBezTo>
                <a:cubicBezTo>
                  <a:pt x="91543" y="55737"/>
                  <a:pt x="87733" y="53657"/>
                  <a:pt x="84771" y="51315"/>
                </a:cubicBezTo>
                <a:cubicBezTo>
                  <a:pt x="83210" y="50077"/>
                  <a:pt x="81697" y="48880"/>
                  <a:pt x="80101" y="47877"/>
                </a:cubicBezTo>
                <a:cubicBezTo>
                  <a:pt x="83111" y="47050"/>
                  <a:pt x="86056" y="45794"/>
                  <a:pt x="88761" y="44550"/>
                </a:cubicBezTo>
                <a:cubicBezTo>
                  <a:pt x="92627" y="42767"/>
                  <a:pt x="104286" y="37023"/>
                  <a:pt x="105277" y="30915"/>
                </a:cubicBezTo>
                <a:cubicBezTo>
                  <a:pt x="105602" y="30883"/>
                  <a:pt x="105928" y="30869"/>
                  <a:pt x="106256" y="30869"/>
                </a:cubicBezTo>
                <a:close/>
                <a:moveTo>
                  <a:pt x="70179" y="48499"/>
                </a:moveTo>
                <a:cubicBezTo>
                  <a:pt x="71083" y="48663"/>
                  <a:pt x="71992" y="48763"/>
                  <a:pt x="72902" y="48810"/>
                </a:cubicBezTo>
                <a:cubicBezTo>
                  <a:pt x="73160" y="48820"/>
                  <a:pt x="73418" y="48825"/>
                  <a:pt x="73677" y="48825"/>
                </a:cubicBezTo>
                <a:cubicBezTo>
                  <a:pt x="74791" y="48825"/>
                  <a:pt x="75903" y="48733"/>
                  <a:pt x="77003" y="48552"/>
                </a:cubicBezTo>
                <a:cubicBezTo>
                  <a:pt x="79801" y="49866"/>
                  <a:pt x="82131" y="51925"/>
                  <a:pt x="84730" y="53885"/>
                </a:cubicBezTo>
                <a:cubicBezTo>
                  <a:pt x="87736" y="56147"/>
                  <a:pt x="91554" y="57768"/>
                  <a:pt x="95382" y="57768"/>
                </a:cubicBezTo>
                <a:cubicBezTo>
                  <a:pt x="95992" y="57768"/>
                  <a:pt x="96602" y="57727"/>
                  <a:pt x="97210" y="57640"/>
                </a:cubicBezTo>
                <a:lnTo>
                  <a:pt x="97444" y="57605"/>
                </a:lnTo>
                <a:lnTo>
                  <a:pt x="97444" y="57605"/>
                </a:lnTo>
                <a:cubicBezTo>
                  <a:pt x="91906" y="61395"/>
                  <a:pt x="92029" y="68999"/>
                  <a:pt x="92410" y="75324"/>
                </a:cubicBezTo>
                <a:cubicBezTo>
                  <a:pt x="92645" y="79208"/>
                  <a:pt x="93132" y="83227"/>
                  <a:pt x="92428" y="87094"/>
                </a:cubicBezTo>
                <a:cubicBezTo>
                  <a:pt x="91724" y="90960"/>
                  <a:pt x="89359" y="95261"/>
                  <a:pt x="85317" y="96182"/>
                </a:cubicBezTo>
                <a:cubicBezTo>
                  <a:pt x="84717" y="96319"/>
                  <a:pt x="84096" y="96380"/>
                  <a:pt x="83463" y="96380"/>
                </a:cubicBezTo>
                <a:cubicBezTo>
                  <a:pt x="80269" y="96380"/>
                  <a:pt x="76763" y="94820"/>
                  <a:pt x="74104" y="93542"/>
                </a:cubicBezTo>
                <a:cubicBezTo>
                  <a:pt x="71200" y="92140"/>
                  <a:pt x="68284" y="90479"/>
                  <a:pt x="65069" y="89934"/>
                </a:cubicBezTo>
                <a:cubicBezTo>
                  <a:pt x="64644" y="89857"/>
                  <a:pt x="64213" y="89822"/>
                  <a:pt x="63783" y="89822"/>
                </a:cubicBezTo>
                <a:cubicBezTo>
                  <a:pt x="63750" y="89822"/>
                  <a:pt x="63717" y="89822"/>
                  <a:pt x="63684" y="89822"/>
                </a:cubicBezTo>
                <a:cubicBezTo>
                  <a:pt x="63766" y="86666"/>
                  <a:pt x="62569" y="83028"/>
                  <a:pt x="61578" y="80640"/>
                </a:cubicBezTo>
                <a:cubicBezTo>
                  <a:pt x="59020" y="74421"/>
                  <a:pt x="56063" y="68195"/>
                  <a:pt x="58533" y="61419"/>
                </a:cubicBezTo>
                <a:cubicBezTo>
                  <a:pt x="59759" y="58051"/>
                  <a:pt x="62628" y="55563"/>
                  <a:pt x="64969" y="52958"/>
                </a:cubicBezTo>
                <a:cubicBezTo>
                  <a:pt x="66377" y="51397"/>
                  <a:pt x="68137" y="49408"/>
                  <a:pt x="70179" y="48499"/>
                </a:cubicBezTo>
                <a:close/>
                <a:moveTo>
                  <a:pt x="41824" y="93238"/>
                </a:moveTo>
                <a:cubicBezTo>
                  <a:pt x="44143" y="93238"/>
                  <a:pt x="46753" y="94157"/>
                  <a:pt x="48523" y="94669"/>
                </a:cubicBezTo>
                <a:cubicBezTo>
                  <a:pt x="51159" y="95429"/>
                  <a:pt x="53784" y="96273"/>
                  <a:pt x="56486" y="96273"/>
                </a:cubicBezTo>
                <a:cubicBezTo>
                  <a:pt x="57140" y="96273"/>
                  <a:pt x="57798" y="96224"/>
                  <a:pt x="58462" y="96112"/>
                </a:cubicBezTo>
                <a:lnTo>
                  <a:pt x="58462" y="96112"/>
                </a:lnTo>
                <a:cubicBezTo>
                  <a:pt x="58368" y="99585"/>
                  <a:pt x="59888" y="103288"/>
                  <a:pt x="61214" y="106227"/>
                </a:cubicBezTo>
                <a:cubicBezTo>
                  <a:pt x="63414" y="111120"/>
                  <a:pt x="66495" y="115697"/>
                  <a:pt x="67709" y="120983"/>
                </a:cubicBezTo>
                <a:cubicBezTo>
                  <a:pt x="68442" y="124146"/>
                  <a:pt x="69053" y="127502"/>
                  <a:pt x="68894" y="130758"/>
                </a:cubicBezTo>
                <a:cubicBezTo>
                  <a:pt x="68841" y="131979"/>
                  <a:pt x="68577" y="133686"/>
                  <a:pt x="67240" y="134126"/>
                </a:cubicBezTo>
                <a:cubicBezTo>
                  <a:pt x="66997" y="134206"/>
                  <a:pt x="66744" y="134241"/>
                  <a:pt x="66486" y="134241"/>
                </a:cubicBezTo>
                <a:cubicBezTo>
                  <a:pt x="65327" y="134241"/>
                  <a:pt x="64062" y="133536"/>
                  <a:pt x="63150" y="133047"/>
                </a:cubicBezTo>
                <a:cubicBezTo>
                  <a:pt x="59876" y="131327"/>
                  <a:pt x="56896" y="129098"/>
                  <a:pt x="53686" y="127256"/>
                </a:cubicBezTo>
                <a:cubicBezTo>
                  <a:pt x="50762" y="125566"/>
                  <a:pt x="47468" y="123964"/>
                  <a:pt x="44016" y="123964"/>
                </a:cubicBezTo>
                <a:cubicBezTo>
                  <a:pt x="43991" y="123964"/>
                  <a:pt x="43966" y="123964"/>
                  <a:pt x="43941" y="123964"/>
                </a:cubicBezTo>
                <a:cubicBezTo>
                  <a:pt x="42409" y="123970"/>
                  <a:pt x="40796" y="124510"/>
                  <a:pt x="39587" y="125489"/>
                </a:cubicBezTo>
                <a:cubicBezTo>
                  <a:pt x="39863" y="120297"/>
                  <a:pt x="38830" y="115445"/>
                  <a:pt x="37592" y="110428"/>
                </a:cubicBezTo>
                <a:cubicBezTo>
                  <a:pt x="36454" y="105846"/>
                  <a:pt x="34424" y="98576"/>
                  <a:pt x="38126" y="94604"/>
                </a:cubicBezTo>
                <a:cubicBezTo>
                  <a:pt x="39070" y="93589"/>
                  <a:pt x="40391" y="93238"/>
                  <a:pt x="41824" y="93238"/>
                </a:cubicBezTo>
                <a:close/>
                <a:moveTo>
                  <a:pt x="79178" y="1"/>
                </a:moveTo>
                <a:cubicBezTo>
                  <a:pt x="78945" y="1"/>
                  <a:pt x="78704" y="87"/>
                  <a:pt x="78487" y="293"/>
                </a:cubicBezTo>
                <a:cubicBezTo>
                  <a:pt x="76052" y="2605"/>
                  <a:pt x="73506" y="6742"/>
                  <a:pt x="73576" y="10326"/>
                </a:cubicBezTo>
                <a:cubicBezTo>
                  <a:pt x="72192" y="10611"/>
                  <a:pt x="70783" y="10769"/>
                  <a:pt x="69371" y="10769"/>
                </a:cubicBezTo>
                <a:cubicBezTo>
                  <a:pt x="68222" y="10769"/>
                  <a:pt x="67071" y="10664"/>
                  <a:pt x="65931" y="10438"/>
                </a:cubicBezTo>
                <a:cubicBezTo>
                  <a:pt x="63068" y="9863"/>
                  <a:pt x="61149" y="7897"/>
                  <a:pt x="58756" y="6442"/>
                </a:cubicBezTo>
                <a:cubicBezTo>
                  <a:pt x="57450" y="5643"/>
                  <a:pt x="56128" y="5303"/>
                  <a:pt x="54824" y="5303"/>
                </a:cubicBezTo>
                <a:cubicBezTo>
                  <a:pt x="51503" y="5303"/>
                  <a:pt x="48293" y="7506"/>
                  <a:pt x="45736" y="9945"/>
                </a:cubicBezTo>
                <a:cubicBezTo>
                  <a:pt x="45050" y="10602"/>
                  <a:pt x="44821" y="11258"/>
                  <a:pt x="45087" y="11258"/>
                </a:cubicBezTo>
                <a:cubicBezTo>
                  <a:pt x="45197" y="11258"/>
                  <a:pt x="45391" y="11147"/>
                  <a:pt x="45672" y="10878"/>
                </a:cubicBezTo>
                <a:cubicBezTo>
                  <a:pt x="47989" y="8672"/>
                  <a:pt x="50829" y="7410"/>
                  <a:pt x="54038" y="7381"/>
                </a:cubicBezTo>
                <a:cubicBezTo>
                  <a:pt x="54062" y="7381"/>
                  <a:pt x="54086" y="7381"/>
                  <a:pt x="54109" y="7381"/>
                </a:cubicBezTo>
                <a:cubicBezTo>
                  <a:pt x="57145" y="7381"/>
                  <a:pt x="58833" y="9246"/>
                  <a:pt x="61226" y="10714"/>
                </a:cubicBezTo>
                <a:cubicBezTo>
                  <a:pt x="62481" y="11482"/>
                  <a:pt x="63854" y="12040"/>
                  <a:pt x="65286" y="12380"/>
                </a:cubicBezTo>
                <a:cubicBezTo>
                  <a:pt x="64042" y="12826"/>
                  <a:pt x="62863" y="13418"/>
                  <a:pt x="61754" y="14134"/>
                </a:cubicBezTo>
                <a:cubicBezTo>
                  <a:pt x="57031" y="17215"/>
                  <a:pt x="54930" y="22595"/>
                  <a:pt x="51791" y="27036"/>
                </a:cubicBezTo>
                <a:cubicBezTo>
                  <a:pt x="48036" y="32335"/>
                  <a:pt x="43559" y="36547"/>
                  <a:pt x="37510" y="39105"/>
                </a:cubicBezTo>
                <a:cubicBezTo>
                  <a:pt x="36877" y="39369"/>
                  <a:pt x="36859" y="39974"/>
                  <a:pt x="37141" y="40426"/>
                </a:cubicBezTo>
                <a:lnTo>
                  <a:pt x="37011" y="40549"/>
                </a:lnTo>
                <a:cubicBezTo>
                  <a:pt x="36464" y="40646"/>
                  <a:pt x="35885" y="40689"/>
                  <a:pt x="35281" y="40689"/>
                </a:cubicBezTo>
                <a:cubicBezTo>
                  <a:pt x="30773" y="40689"/>
                  <a:pt x="24876" y="38298"/>
                  <a:pt x="20037" y="38231"/>
                </a:cubicBezTo>
                <a:cubicBezTo>
                  <a:pt x="19938" y="38349"/>
                  <a:pt x="19832" y="38478"/>
                  <a:pt x="19727" y="38595"/>
                </a:cubicBezTo>
                <a:cubicBezTo>
                  <a:pt x="19198" y="39229"/>
                  <a:pt x="18729" y="39921"/>
                  <a:pt x="18236" y="40590"/>
                </a:cubicBezTo>
                <a:cubicBezTo>
                  <a:pt x="18825" y="40473"/>
                  <a:pt x="19443" y="40425"/>
                  <a:pt x="20074" y="40425"/>
                </a:cubicBezTo>
                <a:cubicBezTo>
                  <a:pt x="22046" y="40425"/>
                  <a:pt x="24146" y="40900"/>
                  <a:pt x="25893" y="41265"/>
                </a:cubicBezTo>
                <a:cubicBezTo>
                  <a:pt x="28791" y="41862"/>
                  <a:pt x="31959" y="42808"/>
                  <a:pt x="35028" y="42808"/>
                </a:cubicBezTo>
                <a:cubicBezTo>
                  <a:pt x="35065" y="42808"/>
                  <a:pt x="35103" y="42808"/>
                  <a:pt x="35140" y="42808"/>
                </a:cubicBezTo>
                <a:lnTo>
                  <a:pt x="35140" y="42808"/>
                </a:lnTo>
                <a:cubicBezTo>
                  <a:pt x="34002" y="44462"/>
                  <a:pt x="33104" y="46293"/>
                  <a:pt x="32347" y="47989"/>
                </a:cubicBezTo>
                <a:cubicBezTo>
                  <a:pt x="30528" y="52072"/>
                  <a:pt x="29290" y="56390"/>
                  <a:pt x="28662" y="60814"/>
                </a:cubicBezTo>
                <a:cubicBezTo>
                  <a:pt x="28076" y="64980"/>
                  <a:pt x="29243" y="68465"/>
                  <a:pt x="31461" y="71968"/>
                </a:cubicBezTo>
                <a:cubicBezTo>
                  <a:pt x="33784" y="75647"/>
                  <a:pt x="36976" y="79097"/>
                  <a:pt x="37017" y="83691"/>
                </a:cubicBezTo>
                <a:cubicBezTo>
                  <a:pt x="37035" y="85392"/>
                  <a:pt x="36190" y="87282"/>
                  <a:pt x="35615" y="88854"/>
                </a:cubicBezTo>
                <a:cubicBezTo>
                  <a:pt x="34906" y="90793"/>
                  <a:pt x="34109" y="93208"/>
                  <a:pt x="31865" y="93208"/>
                </a:cubicBezTo>
                <a:cubicBezTo>
                  <a:pt x="31657" y="93208"/>
                  <a:pt x="31437" y="93187"/>
                  <a:pt x="31203" y="93143"/>
                </a:cubicBezTo>
                <a:cubicBezTo>
                  <a:pt x="28950" y="92721"/>
                  <a:pt x="26890" y="90966"/>
                  <a:pt x="25042" y="89699"/>
                </a:cubicBezTo>
                <a:cubicBezTo>
                  <a:pt x="23458" y="88614"/>
                  <a:pt x="21845" y="87563"/>
                  <a:pt x="20167" y="86625"/>
                </a:cubicBezTo>
                <a:cubicBezTo>
                  <a:pt x="18717" y="85809"/>
                  <a:pt x="17157" y="85046"/>
                  <a:pt x="15537" y="84542"/>
                </a:cubicBezTo>
                <a:cubicBezTo>
                  <a:pt x="15567" y="84102"/>
                  <a:pt x="15361" y="83656"/>
                  <a:pt x="14816" y="83497"/>
                </a:cubicBezTo>
                <a:cubicBezTo>
                  <a:pt x="10122" y="82148"/>
                  <a:pt x="3809" y="81579"/>
                  <a:pt x="2565" y="75952"/>
                </a:cubicBezTo>
                <a:cubicBezTo>
                  <a:pt x="1790" y="72479"/>
                  <a:pt x="2160" y="68518"/>
                  <a:pt x="3216" y="64851"/>
                </a:cubicBezTo>
                <a:lnTo>
                  <a:pt x="3216" y="64851"/>
                </a:lnTo>
                <a:cubicBezTo>
                  <a:pt x="2430" y="65925"/>
                  <a:pt x="1556" y="67028"/>
                  <a:pt x="476" y="67843"/>
                </a:cubicBezTo>
                <a:cubicBezTo>
                  <a:pt x="1" y="70941"/>
                  <a:pt x="30" y="74104"/>
                  <a:pt x="681" y="77049"/>
                </a:cubicBezTo>
                <a:cubicBezTo>
                  <a:pt x="1638" y="81373"/>
                  <a:pt x="5563" y="83087"/>
                  <a:pt x="9541" y="84237"/>
                </a:cubicBezTo>
                <a:cubicBezTo>
                  <a:pt x="6191" y="85310"/>
                  <a:pt x="5123" y="89365"/>
                  <a:pt x="4847" y="92533"/>
                </a:cubicBezTo>
                <a:cubicBezTo>
                  <a:pt x="4348" y="98388"/>
                  <a:pt x="6384" y="104314"/>
                  <a:pt x="7734" y="109924"/>
                </a:cubicBezTo>
                <a:cubicBezTo>
                  <a:pt x="7860" y="110440"/>
                  <a:pt x="8253" y="110663"/>
                  <a:pt x="8660" y="110663"/>
                </a:cubicBezTo>
                <a:cubicBezTo>
                  <a:pt x="9276" y="110663"/>
                  <a:pt x="9925" y="110153"/>
                  <a:pt x="9735" y="109372"/>
                </a:cubicBezTo>
                <a:cubicBezTo>
                  <a:pt x="8442" y="104011"/>
                  <a:pt x="3092" y="86035"/>
                  <a:pt x="12038" y="86035"/>
                </a:cubicBezTo>
                <a:cubicBezTo>
                  <a:pt x="12835" y="86035"/>
                  <a:pt x="13744" y="86177"/>
                  <a:pt x="14780" y="86484"/>
                </a:cubicBezTo>
                <a:cubicBezTo>
                  <a:pt x="18477" y="87569"/>
                  <a:pt x="21780" y="89957"/>
                  <a:pt x="24919" y="92116"/>
                </a:cubicBezTo>
                <a:cubicBezTo>
                  <a:pt x="26771" y="93394"/>
                  <a:pt x="29631" y="95340"/>
                  <a:pt x="32179" y="95340"/>
                </a:cubicBezTo>
                <a:cubicBezTo>
                  <a:pt x="33329" y="95340"/>
                  <a:pt x="34415" y="94944"/>
                  <a:pt x="35316" y="93912"/>
                </a:cubicBezTo>
                <a:cubicBezTo>
                  <a:pt x="36413" y="92650"/>
                  <a:pt x="37023" y="90943"/>
                  <a:pt x="37610" y="89400"/>
                </a:cubicBezTo>
                <a:cubicBezTo>
                  <a:pt x="38197" y="87863"/>
                  <a:pt x="39000" y="85932"/>
                  <a:pt x="39071" y="84219"/>
                </a:cubicBezTo>
                <a:cubicBezTo>
                  <a:pt x="39253" y="79948"/>
                  <a:pt x="37035" y="76474"/>
                  <a:pt x="34700" y="73083"/>
                </a:cubicBezTo>
                <a:cubicBezTo>
                  <a:pt x="32065" y="69257"/>
                  <a:pt x="30053" y="65690"/>
                  <a:pt x="30728" y="60902"/>
                </a:cubicBezTo>
                <a:cubicBezTo>
                  <a:pt x="31379" y="56302"/>
                  <a:pt x="32828" y="51702"/>
                  <a:pt x="34841" y="47519"/>
                </a:cubicBezTo>
                <a:cubicBezTo>
                  <a:pt x="35773" y="45571"/>
                  <a:pt x="36894" y="43793"/>
                  <a:pt x="38302" y="42374"/>
                </a:cubicBezTo>
                <a:lnTo>
                  <a:pt x="38308" y="42374"/>
                </a:lnTo>
                <a:cubicBezTo>
                  <a:pt x="38625" y="42303"/>
                  <a:pt x="38877" y="42068"/>
                  <a:pt x="38977" y="41757"/>
                </a:cubicBezTo>
                <a:cubicBezTo>
                  <a:pt x="40573" y="40390"/>
                  <a:pt x="42527" y="39481"/>
                  <a:pt x="44956" y="39323"/>
                </a:cubicBezTo>
                <a:cubicBezTo>
                  <a:pt x="45276" y="39302"/>
                  <a:pt x="45595" y="39292"/>
                  <a:pt x="45913" y="39292"/>
                </a:cubicBezTo>
                <a:cubicBezTo>
                  <a:pt x="50689" y="39292"/>
                  <a:pt x="55180" y="41573"/>
                  <a:pt x="59202" y="43922"/>
                </a:cubicBezTo>
                <a:cubicBezTo>
                  <a:pt x="61865" y="45483"/>
                  <a:pt x="64558" y="46903"/>
                  <a:pt x="67416" y="47801"/>
                </a:cubicBezTo>
                <a:cubicBezTo>
                  <a:pt x="66119" y="48757"/>
                  <a:pt x="64940" y="49936"/>
                  <a:pt x="63884" y="51081"/>
                </a:cubicBezTo>
                <a:cubicBezTo>
                  <a:pt x="60651" y="54560"/>
                  <a:pt x="57289" y="57857"/>
                  <a:pt x="55992" y="62557"/>
                </a:cubicBezTo>
                <a:cubicBezTo>
                  <a:pt x="53551" y="71387"/>
                  <a:pt x="59712" y="78704"/>
                  <a:pt x="61408" y="86918"/>
                </a:cubicBezTo>
                <a:cubicBezTo>
                  <a:pt x="61660" y="88091"/>
                  <a:pt x="61724" y="89241"/>
                  <a:pt x="61572" y="90268"/>
                </a:cubicBezTo>
                <a:cubicBezTo>
                  <a:pt x="60398" y="90790"/>
                  <a:pt x="59489" y="91770"/>
                  <a:pt x="58961" y="93255"/>
                </a:cubicBezTo>
                <a:cubicBezTo>
                  <a:pt x="58891" y="93454"/>
                  <a:pt x="58838" y="93659"/>
                  <a:pt x="58779" y="93865"/>
                </a:cubicBezTo>
                <a:cubicBezTo>
                  <a:pt x="58304" y="94035"/>
                  <a:pt x="57811" y="94146"/>
                  <a:pt x="57312" y="94199"/>
                </a:cubicBezTo>
                <a:cubicBezTo>
                  <a:pt x="56955" y="94238"/>
                  <a:pt x="56596" y="94256"/>
                  <a:pt x="56237" y="94256"/>
                </a:cubicBezTo>
                <a:cubicBezTo>
                  <a:pt x="52916" y="94256"/>
                  <a:pt x="49533" y="92717"/>
                  <a:pt x="46393" y="91923"/>
                </a:cubicBezTo>
                <a:cubicBezTo>
                  <a:pt x="44965" y="91562"/>
                  <a:pt x="43357" y="91239"/>
                  <a:pt x="41788" y="91239"/>
                </a:cubicBezTo>
                <a:cubicBezTo>
                  <a:pt x="40139" y="91239"/>
                  <a:pt x="38533" y="91596"/>
                  <a:pt x="37223" y="92639"/>
                </a:cubicBezTo>
                <a:cubicBezTo>
                  <a:pt x="33796" y="95373"/>
                  <a:pt x="33814" y="100700"/>
                  <a:pt x="34301" y="104631"/>
                </a:cubicBezTo>
                <a:cubicBezTo>
                  <a:pt x="34741" y="108157"/>
                  <a:pt x="35773" y="111590"/>
                  <a:pt x="36577" y="115046"/>
                </a:cubicBezTo>
                <a:cubicBezTo>
                  <a:pt x="37387" y="118496"/>
                  <a:pt x="37639" y="121928"/>
                  <a:pt x="37516" y="125478"/>
                </a:cubicBezTo>
                <a:cubicBezTo>
                  <a:pt x="37469" y="126657"/>
                  <a:pt x="37369" y="127913"/>
                  <a:pt x="36847" y="128992"/>
                </a:cubicBezTo>
                <a:cubicBezTo>
                  <a:pt x="36503" y="129699"/>
                  <a:pt x="35920" y="129931"/>
                  <a:pt x="35272" y="129931"/>
                </a:cubicBezTo>
                <a:cubicBezTo>
                  <a:pt x="34528" y="129931"/>
                  <a:pt x="33700" y="129624"/>
                  <a:pt x="33057" y="129379"/>
                </a:cubicBezTo>
                <a:cubicBezTo>
                  <a:pt x="29003" y="127848"/>
                  <a:pt x="25277" y="125624"/>
                  <a:pt x="21416" y="123682"/>
                </a:cubicBezTo>
                <a:cubicBezTo>
                  <a:pt x="21255" y="123591"/>
                  <a:pt x="21077" y="123547"/>
                  <a:pt x="20900" y="123547"/>
                </a:cubicBezTo>
                <a:cubicBezTo>
                  <a:pt x="20632" y="123547"/>
                  <a:pt x="20366" y="123649"/>
                  <a:pt x="20161" y="123847"/>
                </a:cubicBezTo>
                <a:lnTo>
                  <a:pt x="19979" y="124005"/>
                </a:lnTo>
                <a:cubicBezTo>
                  <a:pt x="19427" y="124492"/>
                  <a:pt x="19685" y="125261"/>
                  <a:pt x="20184" y="125636"/>
                </a:cubicBezTo>
                <a:cubicBezTo>
                  <a:pt x="20413" y="125800"/>
                  <a:pt x="20677" y="125877"/>
                  <a:pt x="20923" y="126023"/>
                </a:cubicBezTo>
                <a:cubicBezTo>
                  <a:pt x="21080" y="126118"/>
                  <a:pt x="21259" y="126169"/>
                  <a:pt x="21439" y="126169"/>
                </a:cubicBezTo>
                <a:cubicBezTo>
                  <a:pt x="21516" y="126169"/>
                  <a:pt x="21593" y="126160"/>
                  <a:pt x="21669" y="126141"/>
                </a:cubicBezTo>
                <a:cubicBezTo>
                  <a:pt x="23881" y="127291"/>
                  <a:pt x="26075" y="128488"/>
                  <a:pt x="28322" y="129585"/>
                </a:cubicBezTo>
                <a:cubicBezTo>
                  <a:pt x="30563" y="130688"/>
                  <a:pt x="32840" y="131861"/>
                  <a:pt x="35257" y="132008"/>
                </a:cubicBezTo>
                <a:cubicBezTo>
                  <a:pt x="35348" y="132014"/>
                  <a:pt x="35437" y="132016"/>
                  <a:pt x="35524" y="132016"/>
                </a:cubicBezTo>
                <a:cubicBezTo>
                  <a:pt x="36534" y="132016"/>
                  <a:pt x="37295" y="131646"/>
                  <a:pt x="37862" y="131052"/>
                </a:cubicBezTo>
                <a:cubicBezTo>
                  <a:pt x="38373" y="132917"/>
                  <a:pt x="39628" y="134689"/>
                  <a:pt x="40714" y="136080"/>
                </a:cubicBezTo>
                <a:cubicBezTo>
                  <a:pt x="43008" y="138990"/>
                  <a:pt x="45748" y="141519"/>
                  <a:pt x="48541" y="143948"/>
                </a:cubicBezTo>
                <a:cubicBezTo>
                  <a:pt x="57629" y="151828"/>
                  <a:pt x="66676" y="159790"/>
                  <a:pt x="72608" y="170427"/>
                </a:cubicBezTo>
                <a:cubicBezTo>
                  <a:pt x="75184" y="175045"/>
                  <a:pt x="76885" y="179944"/>
                  <a:pt x="77466" y="185201"/>
                </a:cubicBezTo>
                <a:cubicBezTo>
                  <a:pt x="77994" y="189947"/>
                  <a:pt x="77701" y="196085"/>
                  <a:pt x="73436" y="199136"/>
                </a:cubicBezTo>
                <a:cubicBezTo>
                  <a:pt x="72546" y="199772"/>
                  <a:pt x="73102" y="201117"/>
                  <a:pt x="73939" y="201117"/>
                </a:cubicBezTo>
                <a:cubicBezTo>
                  <a:pt x="74113" y="201117"/>
                  <a:pt x="74298" y="201059"/>
                  <a:pt x="74486" y="200925"/>
                </a:cubicBezTo>
                <a:cubicBezTo>
                  <a:pt x="80975" y="196284"/>
                  <a:pt x="80242" y="186785"/>
                  <a:pt x="78640" y="179920"/>
                </a:cubicBezTo>
                <a:cubicBezTo>
                  <a:pt x="76475" y="170673"/>
                  <a:pt x="70602" y="162506"/>
                  <a:pt x="64241" y="155659"/>
                </a:cubicBezTo>
                <a:cubicBezTo>
                  <a:pt x="58527" y="149504"/>
                  <a:pt x="51809" y="144505"/>
                  <a:pt x="45830" y="138650"/>
                </a:cubicBezTo>
                <a:cubicBezTo>
                  <a:pt x="43424" y="136297"/>
                  <a:pt x="40596" y="133463"/>
                  <a:pt x="39798" y="130084"/>
                </a:cubicBezTo>
                <a:cubicBezTo>
                  <a:pt x="39098" y="127120"/>
                  <a:pt x="42055" y="126124"/>
                  <a:pt x="44558" y="126124"/>
                </a:cubicBezTo>
                <a:cubicBezTo>
                  <a:pt x="45201" y="126124"/>
                  <a:pt x="45815" y="126190"/>
                  <a:pt x="46329" y="126305"/>
                </a:cubicBezTo>
                <a:cubicBezTo>
                  <a:pt x="50090" y="127150"/>
                  <a:pt x="53504" y="129485"/>
                  <a:pt x="56702" y="131521"/>
                </a:cubicBezTo>
                <a:cubicBezTo>
                  <a:pt x="59266" y="133158"/>
                  <a:pt x="61906" y="135194"/>
                  <a:pt x="64881" y="136027"/>
                </a:cubicBezTo>
                <a:cubicBezTo>
                  <a:pt x="65556" y="136212"/>
                  <a:pt x="66160" y="136298"/>
                  <a:pt x="66698" y="136298"/>
                </a:cubicBezTo>
                <a:cubicBezTo>
                  <a:pt x="67834" y="136298"/>
                  <a:pt x="68682" y="135915"/>
                  <a:pt x="69311" y="135270"/>
                </a:cubicBezTo>
                <a:lnTo>
                  <a:pt x="69311" y="135270"/>
                </a:lnTo>
                <a:cubicBezTo>
                  <a:pt x="68765" y="136684"/>
                  <a:pt x="68771" y="138439"/>
                  <a:pt x="68988" y="139800"/>
                </a:cubicBezTo>
                <a:cubicBezTo>
                  <a:pt x="69810" y="145162"/>
                  <a:pt x="72784" y="148771"/>
                  <a:pt x="75835" y="153048"/>
                </a:cubicBezTo>
                <a:cubicBezTo>
                  <a:pt x="79373" y="158012"/>
                  <a:pt x="81849" y="163674"/>
                  <a:pt x="84859" y="168954"/>
                </a:cubicBezTo>
                <a:cubicBezTo>
                  <a:pt x="87863" y="174235"/>
                  <a:pt x="90638" y="179468"/>
                  <a:pt x="91378" y="185482"/>
                </a:cubicBezTo>
                <a:cubicBezTo>
                  <a:pt x="91665" y="187859"/>
                  <a:pt x="91636" y="190352"/>
                  <a:pt x="91665" y="192740"/>
                </a:cubicBezTo>
                <a:cubicBezTo>
                  <a:pt x="91671" y="193695"/>
                  <a:pt x="91648" y="198996"/>
                  <a:pt x="90839" y="198996"/>
                </a:cubicBezTo>
                <a:cubicBezTo>
                  <a:pt x="90833" y="198996"/>
                  <a:pt x="90827" y="198995"/>
                  <a:pt x="90820" y="198995"/>
                </a:cubicBezTo>
                <a:cubicBezTo>
                  <a:pt x="90778" y="198991"/>
                  <a:pt x="90738" y="198988"/>
                  <a:pt x="90699" y="198988"/>
                </a:cubicBezTo>
                <a:cubicBezTo>
                  <a:pt x="89496" y="198988"/>
                  <a:pt x="89547" y="200935"/>
                  <a:pt x="90820" y="201066"/>
                </a:cubicBezTo>
                <a:cubicBezTo>
                  <a:pt x="90903" y="201075"/>
                  <a:pt x="90984" y="201079"/>
                  <a:pt x="91063" y="201079"/>
                </a:cubicBezTo>
                <a:cubicBezTo>
                  <a:pt x="95291" y="201079"/>
                  <a:pt x="93571" y="188759"/>
                  <a:pt x="93519" y="186392"/>
                </a:cubicBezTo>
                <a:cubicBezTo>
                  <a:pt x="93402" y="181170"/>
                  <a:pt x="91055" y="176106"/>
                  <a:pt x="88673" y="171583"/>
                </a:cubicBezTo>
                <a:cubicBezTo>
                  <a:pt x="85821" y="166179"/>
                  <a:pt x="82964" y="160693"/>
                  <a:pt x="79813" y="155471"/>
                </a:cubicBezTo>
                <a:cubicBezTo>
                  <a:pt x="77032" y="150865"/>
                  <a:pt x="72925" y="146882"/>
                  <a:pt x="71464" y="141607"/>
                </a:cubicBezTo>
                <a:cubicBezTo>
                  <a:pt x="70977" y="139835"/>
                  <a:pt x="70449" y="137465"/>
                  <a:pt x="71364" y="135728"/>
                </a:cubicBezTo>
                <a:cubicBezTo>
                  <a:pt x="71733" y="135031"/>
                  <a:pt x="72409" y="134808"/>
                  <a:pt x="73139" y="134808"/>
                </a:cubicBezTo>
                <a:cubicBezTo>
                  <a:pt x="73884" y="134808"/>
                  <a:pt x="74685" y="135039"/>
                  <a:pt x="75278" y="135235"/>
                </a:cubicBezTo>
                <a:cubicBezTo>
                  <a:pt x="81920" y="137406"/>
                  <a:pt x="85745" y="145438"/>
                  <a:pt x="92868" y="146535"/>
                </a:cubicBezTo>
                <a:cubicBezTo>
                  <a:pt x="93134" y="146577"/>
                  <a:pt x="93389" y="146597"/>
                  <a:pt x="93632" y="146597"/>
                </a:cubicBezTo>
                <a:cubicBezTo>
                  <a:pt x="96272" y="146597"/>
                  <a:pt x="97631" y="144254"/>
                  <a:pt x="98060" y="141724"/>
                </a:cubicBezTo>
                <a:cubicBezTo>
                  <a:pt x="99005" y="136180"/>
                  <a:pt x="97245" y="130389"/>
                  <a:pt x="95227" y="125284"/>
                </a:cubicBezTo>
                <a:cubicBezTo>
                  <a:pt x="93290" y="120385"/>
                  <a:pt x="90427" y="116102"/>
                  <a:pt x="88115" y="111408"/>
                </a:cubicBezTo>
                <a:cubicBezTo>
                  <a:pt x="86954" y="109049"/>
                  <a:pt x="86250" y="106468"/>
                  <a:pt x="86866" y="103869"/>
                </a:cubicBezTo>
                <a:cubicBezTo>
                  <a:pt x="87587" y="100835"/>
                  <a:pt x="90556" y="98013"/>
                  <a:pt x="93519" y="97274"/>
                </a:cubicBezTo>
                <a:cubicBezTo>
                  <a:pt x="94016" y="97150"/>
                  <a:pt x="94510" y="97093"/>
                  <a:pt x="94999" y="97093"/>
                </a:cubicBezTo>
                <a:cubicBezTo>
                  <a:pt x="99376" y="97093"/>
                  <a:pt x="103401" y="101672"/>
                  <a:pt x="106509" y="104021"/>
                </a:cubicBezTo>
                <a:cubicBezTo>
                  <a:pt x="108683" y="105665"/>
                  <a:pt x="111174" y="106329"/>
                  <a:pt x="113724" y="106329"/>
                </a:cubicBezTo>
                <a:cubicBezTo>
                  <a:pt x="115580" y="106329"/>
                  <a:pt x="117466" y="105977"/>
                  <a:pt x="119282" y="105394"/>
                </a:cubicBezTo>
                <a:cubicBezTo>
                  <a:pt x="123794" y="103915"/>
                  <a:pt x="127725" y="101064"/>
                  <a:pt x="130518" y="97227"/>
                </a:cubicBezTo>
                <a:cubicBezTo>
                  <a:pt x="133299" y="93407"/>
                  <a:pt x="134009" y="88643"/>
                  <a:pt x="133792" y="84025"/>
                </a:cubicBezTo>
                <a:cubicBezTo>
                  <a:pt x="133610" y="80135"/>
                  <a:pt x="132425" y="76304"/>
                  <a:pt x="132701" y="72391"/>
                </a:cubicBezTo>
                <a:cubicBezTo>
                  <a:pt x="132982" y="68319"/>
                  <a:pt x="136016" y="66476"/>
                  <a:pt x="139747" y="65878"/>
                </a:cubicBezTo>
                <a:cubicBezTo>
                  <a:pt x="140996" y="65672"/>
                  <a:pt x="140555" y="63856"/>
                  <a:pt x="139386" y="63856"/>
                </a:cubicBezTo>
                <a:cubicBezTo>
                  <a:pt x="139325" y="63856"/>
                  <a:pt x="139261" y="63861"/>
                  <a:pt x="139196" y="63871"/>
                </a:cubicBezTo>
                <a:cubicBezTo>
                  <a:pt x="135441" y="64476"/>
                  <a:pt x="132302" y="66236"/>
                  <a:pt x="131064" y="69985"/>
                </a:cubicBezTo>
                <a:cubicBezTo>
                  <a:pt x="129709" y="74069"/>
                  <a:pt x="131246" y="78715"/>
                  <a:pt x="131627" y="82834"/>
                </a:cubicBezTo>
                <a:cubicBezTo>
                  <a:pt x="132132" y="88179"/>
                  <a:pt x="131222" y="93284"/>
                  <a:pt x="127714" y="97485"/>
                </a:cubicBezTo>
                <a:cubicBezTo>
                  <a:pt x="124416" y="101416"/>
                  <a:pt x="118983" y="104121"/>
                  <a:pt x="113855" y="104297"/>
                </a:cubicBezTo>
                <a:cubicBezTo>
                  <a:pt x="113752" y="104300"/>
                  <a:pt x="113649" y="104302"/>
                  <a:pt x="113547" y="104302"/>
                </a:cubicBezTo>
                <a:cubicBezTo>
                  <a:pt x="108346" y="104302"/>
                  <a:pt x="105050" y="99670"/>
                  <a:pt x="100930" y="97104"/>
                </a:cubicBezTo>
                <a:cubicBezTo>
                  <a:pt x="98995" y="95901"/>
                  <a:pt x="96818" y="95153"/>
                  <a:pt x="94674" y="95153"/>
                </a:cubicBezTo>
                <a:cubicBezTo>
                  <a:pt x="92833" y="95153"/>
                  <a:pt x="91015" y="95705"/>
                  <a:pt x="89394" y="96992"/>
                </a:cubicBezTo>
                <a:cubicBezTo>
                  <a:pt x="85416" y="100155"/>
                  <a:pt x="83697" y="104514"/>
                  <a:pt x="85111" y="109442"/>
                </a:cubicBezTo>
                <a:cubicBezTo>
                  <a:pt x="86478" y="114207"/>
                  <a:pt x="89829" y="118302"/>
                  <a:pt x="91900" y="122767"/>
                </a:cubicBezTo>
                <a:cubicBezTo>
                  <a:pt x="94522" y="128429"/>
                  <a:pt x="96652" y="134595"/>
                  <a:pt x="96095" y="140909"/>
                </a:cubicBezTo>
                <a:cubicBezTo>
                  <a:pt x="95960" y="142358"/>
                  <a:pt x="95485" y="144423"/>
                  <a:pt x="93730" y="144535"/>
                </a:cubicBezTo>
                <a:cubicBezTo>
                  <a:pt x="93667" y="144538"/>
                  <a:pt x="93604" y="144540"/>
                  <a:pt x="93540" y="144540"/>
                </a:cubicBezTo>
                <a:cubicBezTo>
                  <a:pt x="92033" y="144540"/>
                  <a:pt x="90482" y="143499"/>
                  <a:pt x="89271" y="142728"/>
                </a:cubicBezTo>
                <a:cubicBezTo>
                  <a:pt x="86361" y="140873"/>
                  <a:pt x="83950" y="138386"/>
                  <a:pt x="81210" y="136303"/>
                </a:cubicBezTo>
                <a:cubicBezTo>
                  <a:pt x="79017" y="134638"/>
                  <a:pt x="76184" y="132754"/>
                  <a:pt x="73283" y="132754"/>
                </a:cubicBezTo>
                <a:cubicBezTo>
                  <a:pt x="72830" y="132754"/>
                  <a:pt x="72376" y="132800"/>
                  <a:pt x="71922" y="132900"/>
                </a:cubicBezTo>
                <a:cubicBezTo>
                  <a:pt x="71282" y="133035"/>
                  <a:pt x="70695" y="133352"/>
                  <a:pt x="70232" y="133809"/>
                </a:cubicBezTo>
                <a:cubicBezTo>
                  <a:pt x="71470" y="130758"/>
                  <a:pt x="70695" y="125677"/>
                  <a:pt x="70220" y="123084"/>
                </a:cubicBezTo>
                <a:cubicBezTo>
                  <a:pt x="69434" y="118771"/>
                  <a:pt x="67891" y="114964"/>
                  <a:pt x="65920" y="111056"/>
                </a:cubicBezTo>
                <a:cubicBezTo>
                  <a:pt x="63508" y="106292"/>
                  <a:pt x="60528" y="101322"/>
                  <a:pt x="60639" y="95819"/>
                </a:cubicBezTo>
                <a:cubicBezTo>
                  <a:pt x="60639" y="95690"/>
                  <a:pt x="60645" y="95555"/>
                  <a:pt x="60657" y="95425"/>
                </a:cubicBezTo>
                <a:cubicBezTo>
                  <a:pt x="62182" y="94645"/>
                  <a:pt x="63021" y="93372"/>
                  <a:pt x="63414" y="91852"/>
                </a:cubicBezTo>
                <a:cubicBezTo>
                  <a:pt x="63534" y="91842"/>
                  <a:pt x="63655" y="91837"/>
                  <a:pt x="63777" y="91837"/>
                </a:cubicBezTo>
                <a:cubicBezTo>
                  <a:pt x="65029" y="91837"/>
                  <a:pt x="66378" y="92354"/>
                  <a:pt x="67474" y="92750"/>
                </a:cubicBezTo>
                <a:cubicBezTo>
                  <a:pt x="70760" y="93953"/>
                  <a:pt x="73770" y="95789"/>
                  <a:pt x="77061" y="96992"/>
                </a:cubicBezTo>
                <a:cubicBezTo>
                  <a:pt x="79154" y="97761"/>
                  <a:pt x="81432" y="98366"/>
                  <a:pt x="83658" y="98366"/>
                </a:cubicBezTo>
                <a:cubicBezTo>
                  <a:pt x="85490" y="98366"/>
                  <a:pt x="87288" y="97957"/>
                  <a:pt x="88919" y="96892"/>
                </a:cubicBezTo>
                <a:cubicBezTo>
                  <a:pt x="92751" y="94381"/>
                  <a:pt x="94458" y="89183"/>
                  <a:pt x="94781" y="84841"/>
                </a:cubicBezTo>
                <a:cubicBezTo>
                  <a:pt x="95367" y="76897"/>
                  <a:pt x="90879" y="63373"/>
                  <a:pt x="99621" y="58708"/>
                </a:cubicBezTo>
                <a:cubicBezTo>
                  <a:pt x="99692" y="58724"/>
                  <a:pt x="99765" y="58732"/>
                  <a:pt x="99837" y="58732"/>
                </a:cubicBezTo>
                <a:cubicBezTo>
                  <a:pt x="99873" y="58732"/>
                  <a:pt x="99909" y="58730"/>
                  <a:pt x="99944" y="58726"/>
                </a:cubicBezTo>
                <a:cubicBezTo>
                  <a:pt x="101004" y="58586"/>
                  <a:pt x="102024" y="58517"/>
                  <a:pt x="103012" y="58517"/>
                </a:cubicBezTo>
                <a:cubicBezTo>
                  <a:pt x="107121" y="58517"/>
                  <a:pt x="110702" y="59703"/>
                  <a:pt x="114518" y="61888"/>
                </a:cubicBezTo>
                <a:cubicBezTo>
                  <a:pt x="118578" y="64212"/>
                  <a:pt x="122380" y="66793"/>
                  <a:pt x="127221" y="66852"/>
                </a:cubicBezTo>
                <a:cubicBezTo>
                  <a:pt x="127277" y="66852"/>
                  <a:pt x="127334" y="66853"/>
                  <a:pt x="127390" y="66853"/>
                </a:cubicBezTo>
                <a:cubicBezTo>
                  <a:pt x="135877" y="66853"/>
                  <a:pt x="142631" y="59415"/>
                  <a:pt x="142165" y="51051"/>
                </a:cubicBezTo>
                <a:cubicBezTo>
                  <a:pt x="142127" y="50387"/>
                  <a:pt x="141589" y="50055"/>
                  <a:pt x="141070" y="50055"/>
                </a:cubicBezTo>
                <a:cubicBezTo>
                  <a:pt x="140553" y="50055"/>
                  <a:pt x="140055" y="50386"/>
                  <a:pt x="140094" y="51051"/>
                </a:cubicBezTo>
                <a:cubicBezTo>
                  <a:pt x="140517" y="58687"/>
                  <a:pt x="134370" y="64753"/>
                  <a:pt x="127116" y="64753"/>
                </a:cubicBezTo>
                <a:cubicBezTo>
                  <a:pt x="126121" y="64753"/>
                  <a:pt x="125105" y="64639"/>
                  <a:pt x="124082" y="64399"/>
                </a:cubicBezTo>
                <a:cubicBezTo>
                  <a:pt x="119851" y="63414"/>
                  <a:pt x="116173" y="60216"/>
                  <a:pt x="112294" y="58350"/>
                </a:cubicBezTo>
                <a:cubicBezTo>
                  <a:pt x="109454" y="56985"/>
                  <a:pt x="106507" y="56416"/>
                  <a:pt x="103473" y="56416"/>
                </a:cubicBezTo>
                <a:cubicBezTo>
                  <a:pt x="102609" y="56416"/>
                  <a:pt x="101737" y="56462"/>
                  <a:pt x="100859" y="56549"/>
                </a:cubicBezTo>
                <a:cubicBezTo>
                  <a:pt x="107601" y="53392"/>
                  <a:pt x="110646" y="44850"/>
                  <a:pt x="115052" y="39252"/>
                </a:cubicBezTo>
                <a:cubicBezTo>
                  <a:pt x="117204" y="36516"/>
                  <a:pt x="119872" y="34890"/>
                  <a:pt x="122873" y="34890"/>
                </a:cubicBezTo>
                <a:cubicBezTo>
                  <a:pt x="124241" y="34890"/>
                  <a:pt x="125679" y="35229"/>
                  <a:pt x="127168" y="35955"/>
                </a:cubicBezTo>
                <a:cubicBezTo>
                  <a:pt x="130694" y="37674"/>
                  <a:pt x="133863" y="40167"/>
                  <a:pt x="137142" y="42297"/>
                </a:cubicBezTo>
                <a:cubicBezTo>
                  <a:pt x="141130" y="44877"/>
                  <a:pt x="146146" y="47779"/>
                  <a:pt x="150950" y="47779"/>
                </a:cubicBezTo>
                <a:cubicBezTo>
                  <a:pt x="153313" y="47779"/>
                  <a:pt x="155624" y="47077"/>
                  <a:pt x="157736" y="45290"/>
                </a:cubicBezTo>
                <a:cubicBezTo>
                  <a:pt x="158787" y="44404"/>
                  <a:pt x="159438" y="43236"/>
                  <a:pt x="159819" y="41928"/>
                </a:cubicBezTo>
                <a:cubicBezTo>
                  <a:pt x="160048" y="41147"/>
                  <a:pt x="159416" y="40646"/>
                  <a:pt x="158794" y="40646"/>
                </a:cubicBezTo>
                <a:cubicBezTo>
                  <a:pt x="158378" y="40646"/>
                  <a:pt x="157967" y="40870"/>
                  <a:pt x="157819" y="41382"/>
                </a:cubicBezTo>
                <a:cubicBezTo>
                  <a:pt x="156891" y="44549"/>
                  <a:pt x="153864" y="45698"/>
                  <a:pt x="150871" y="45698"/>
                </a:cubicBezTo>
                <a:cubicBezTo>
                  <a:pt x="149832" y="45698"/>
                  <a:pt x="148798" y="45559"/>
                  <a:pt x="147856" y="45319"/>
                </a:cubicBezTo>
                <a:cubicBezTo>
                  <a:pt x="143714" y="44257"/>
                  <a:pt x="139959" y="41693"/>
                  <a:pt x="136438" y="39364"/>
                </a:cubicBezTo>
                <a:cubicBezTo>
                  <a:pt x="134150" y="37838"/>
                  <a:pt x="131733" y="36107"/>
                  <a:pt x="129227" y="34811"/>
                </a:cubicBezTo>
                <a:cubicBezTo>
                  <a:pt x="129609" y="34576"/>
                  <a:pt x="140258" y="23751"/>
                  <a:pt x="140170" y="23328"/>
                </a:cubicBezTo>
                <a:cubicBezTo>
                  <a:pt x="140144" y="23210"/>
                  <a:pt x="140488" y="21997"/>
                  <a:pt x="139891" y="21997"/>
                </a:cubicBezTo>
                <a:cubicBezTo>
                  <a:pt x="139659" y="21997"/>
                  <a:pt x="139287" y="22179"/>
                  <a:pt x="138697" y="22677"/>
                </a:cubicBezTo>
                <a:cubicBezTo>
                  <a:pt x="135517" y="25370"/>
                  <a:pt x="128858" y="32593"/>
                  <a:pt x="126552" y="32880"/>
                </a:cubicBezTo>
                <a:cubicBezTo>
                  <a:pt x="125805" y="32972"/>
                  <a:pt x="125123" y="33013"/>
                  <a:pt x="124486" y="33013"/>
                </a:cubicBezTo>
                <a:cubicBezTo>
                  <a:pt x="121398" y="33013"/>
                  <a:pt x="119337" y="32043"/>
                  <a:pt x="115821" y="31085"/>
                </a:cubicBezTo>
                <a:cubicBezTo>
                  <a:pt x="112586" y="30198"/>
                  <a:pt x="109391" y="28837"/>
                  <a:pt x="106042" y="28837"/>
                </a:cubicBezTo>
                <a:cubicBezTo>
                  <a:pt x="105759" y="28837"/>
                  <a:pt x="105475" y="28846"/>
                  <a:pt x="105189" y="28867"/>
                </a:cubicBezTo>
                <a:cubicBezTo>
                  <a:pt x="104966" y="28034"/>
                  <a:pt x="104514" y="27195"/>
                  <a:pt x="103781" y="26368"/>
                </a:cubicBezTo>
                <a:cubicBezTo>
                  <a:pt x="101352" y="23645"/>
                  <a:pt x="96576" y="23581"/>
                  <a:pt x="93308" y="22695"/>
                </a:cubicBezTo>
                <a:cubicBezTo>
                  <a:pt x="92563" y="22483"/>
                  <a:pt x="91829" y="22225"/>
                  <a:pt x="91119" y="21914"/>
                </a:cubicBezTo>
                <a:cubicBezTo>
                  <a:pt x="88767" y="20735"/>
                  <a:pt x="88151" y="19650"/>
                  <a:pt x="88151" y="19650"/>
                </a:cubicBezTo>
                <a:cubicBezTo>
                  <a:pt x="87728" y="18857"/>
                  <a:pt x="87775" y="17925"/>
                  <a:pt x="88714" y="16886"/>
                </a:cubicBezTo>
                <a:cubicBezTo>
                  <a:pt x="90674" y="14698"/>
                  <a:pt x="93578" y="13278"/>
                  <a:pt x="96089" y="11846"/>
                </a:cubicBezTo>
                <a:cubicBezTo>
                  <a:pt x="98594" y="10414"/>
                  <a:pt x="104773" y="6941"/>
                  <a:pt x="107078" y="4993"/>
                </a:cubicBezTo>
                <a:cubicBezTo>
                  <a:pt x="107882" y="4314"/>
                  <a:pt x="107141" y="3268"/>
                  <a:pt x="106294" y="3268"/>
                </a:cubicBezTo>
                <a:cubicBezTo>
                  <a:pt x="106065" y="3268"/>
                  <a:pt x="105828" y="3345"/>
                  <a:pt x="105612" y="3526"/>
                </a:cubicBezTo>
                <a:cubicBezTo>
                  <a:pt x="100800" y="7569"/>
                  <a:pt x="90005" y="11201"/>
                  <a:pt x="86361" y="16546"/>
                </a:cubicBezTo>
                <a:cubicBezTo>
                  <a:pt x="85839" y="17308"/>
                  <a:pt x="85575" y="18007"/>
                  <a:pt x="85510" y="18658"/>
                </a:cubicBezTo>
                <a:cubicBezTo>
                  <a:pt x="84929" y="18318"/>
                  <a:pt x="84378" y="17930"/>
                  <a:pt x="83862" y="17502"/>
                </a:cubicBezTo>
                <a:cubicBezTo>
                  <a:pt x="82254" y="16135"/>
                  <a:pt x="80805" y="14674"/>
                  <a:pt x="78992" y="13577"/>
                </a:cubicBezTo>
                <a:cubicBezTo>
                  <a:pt x="78118" y="13055"/>
                  <a:pt x="77196" y="12621"/>
                  <a:pt x="76240" y="12280"/>
                </a:cubicBezTo>
                <a:cubicBezTo>
                  <a:pt x="76146" y="12122"/>
                  <a:pt x="76052" y="11969"/>
                  <a:pt x="75970" y="11811"/>
                </a:cubicBezTo>
                <a:cubicBezTo>
                  <a:pt x="76639" y="11318"/>
                  <a:pt x="76375" y="10174"/>
                  <a:pt x="75601" y="9974"/>
                </a:cubicBezTo>
                <a:cubicBezTo>
                  <a:pt x="75630" y="7029"/>
                  <a:pt x="78106" y="3515"/>
                  <a:pt x="79942" y="1760"/>
                </a:cubicBezTo>
                <a:cubicBezTo>
                  <a:pt x="80703" y="1045"/>
                  <a:pt x="79989" y="1"/>
                  <a:pt x="7917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3" name="Google Shape;2133;p37"/>
          <p:cNvGrpSpPr/>
          <p:nvPr/>
        </p:nvGrpSpPr>
        <p:grpSpPr>
          <a:xfrm>
            <a:off x="5332279" y="1034222"/>
            <a:ext cx="2335851" cy="2285261"/>
            <a:chOff x="6816275" y="3178227"/>
            <a:chExt cx="1614495" cy="1579528"/>
          </a:xfrm>
        </p:grpSpPr>
        <p:sp>
          <p:nvSpPr>
            <p:cNvPr id="2134" name="Google Shape;2134;p37"/>
            <p:cNvSpPr/>
            <p:nvPr/>
          </p:nvSpPr>
          <p:spPr>
            <a:xfrm>
              <a:off x="6833698" y="3178227"/>
              <a:ext cx="1579520" cy="1579528"/>
            </a:xfrm>
            <a:custGeom>
              <a:avLst/>
              <a:gdLst/>
              <a:ahLst/>
              <a:cxnLst/>
              <a:rect l="l" t="t" r="r" b="b"/>
              <a:pathLst>
                <a:path w="209416" h="209417" extrusionOk="0">
                  <a:moveTo>
                    <a:pt x="104711" y="1"/>
                  </a:moveTo>
                  <a:cubicBezTo>
                    <a:pt x="76937" y="1"/>
                    <a:pt x="50306" y="11036"/>
                    <a:pt x="30668" y="30669"/>
                  </a:cubicBezTo>
                  <a:cubicBezTo>
                    <a:pt x="11036" y="50306"/>
                    <a:pt x="1" y="76937"/>
                    <a:pt x="1" y="104711"/>
                  </a:cubicBezTo>
                  <a:cubicBezTo>
                    <a:pt x="1" y="132480"/>
                    <a:pt x="11036" y="159110"/>
                    <a:pt x="30668" y="178748"/>
                  </a:cubicBezTo>
                  <a:cubicBezTo>
                    <a:pt x="50306" y="198386"/>
                    <a:pt x="76937" y="209416"/>
                    <a:pt x="104711" y="209416"/>
                  </a:cubicBezTo>
                  <a:cubicBezTo>
                    <a:pt x="132480" y="209416"/>
                    <a:pt x="159110" y="198386"/>
                    <a:pt x="178748" y="178748"/>
                  </a:cubicBezTo>
                  <a:cubicBezTo>
                    <a:pt x="198385" y="159110"/>
                    <a:pt x="209415" y="132480"/>
                    <a:pt x="209415" y="104711"/>
                  </a:cubicBezTo>
                  <a:cubicBezTo>
                    <a:pt x="209415" y="76937"/>
                    <a:pt x="198385" y="50306"/>
                    <a:pt x="178748" y="30669"/>
                  </a:cubicBezTo>
                  <a:cubicBezTo>
                    <a:pt x="159110" y="11036"/>
                    <a:pt x="132480" y="1"/>
                    <a:pt x="1047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7"/>
            <p:cNvSpPr/>
            <p:nvPr/>
          </p:nvSpPr>
          <p:spPr>
            <a:xfrm>
              <a:off x="6816275" y="3183431"/>
              <a:ext cx="1614495" cy="1569202"/>
            </a:xfrm>
            <a:custGeom>
              <a:avLst/>
              <a:gdLst/>
              <a:ahLst/>
              <a:cxnLst/>
              <a:rect l="l" t="t" r="r" b="b"/>
              <a:pathLst>
                <a:path w="214053" h="208048" extrusionOk="0">
                  <a:moveTo>
                    <a:pt x="94993" y="0"/>
                  </a:moveTo>
                  <a:lnTo>
                    <a:pt x="94993" y="0"/>
                  </a:lnTo>
                  <a:cubicBezTo>
                    <a:pt x="72484" y="2580"/>
                    <a:pt x="51910" y="12376"/>
                    <a:pt x="35889" y="27203"/>
                  </a:cubicBezTo>
                  <a:lnTo>
                    <a:pt x="70611" y="30427"/>
                  </a:lnTo>
                  <a:lnTo>
                    <a:pt x="86946" y="65940"/>
                  </a:lnTo>
                  <a:lnTo>
                    <a:pt x="64370" y="97836"/>
                  </a:lnTo>
                  <a:lnTo>
                    <a:pt x="25431" y="94230"/>
                  </a:lnTo>
                  <a:lnTo>
                    <a:pt x="10862" y="62559"/>
                  </a:lnTo>
                  <a:cubicBezTo>
                    <a:pt x="2086" y="82937"/>
                    <a:pt x="0" y="105574"/>
                    <a:pt x="4913" y="127214"/>
                  </a:cubicBezTo>
                  <a:lnTo>
                    <a:pt x="25094" y="98705"/>
                  </a:lnTo>
                  <a:lnTo>
                    <a:pt x="64028" y="102316"/>
                  </a:lnTo>
                  <a:lnTo>
                    <a:pt x="80346" y="137801"/>
                  </a:lnTo>
                  <a:lnTo>
                    <a:pt x="57753" y="169725"/>
                  </a:lnTo>
                  <a:lnTo>
                    <a:pt x="23003" y="166501"/>
                  </a:lnTo>
                  <a:lnTo>
                    <a:pt x="23003" y="166501"/>
                  </a:lnTo>
                  <a:cubicBezTo>
                    <a:pt x="36029" y="183997"/>
                    <a:pt x="54433" y="197393"/>
                    <a:pt x="76050" y="204061"/>
                  </a:cubicBezTo>
                  <a:lnTo>
                    <a:pt x="61442" y="172294"/>
                  </a:lnTo>
                  <a:lnTo>
                    <a:pt x="84013" y="140414"/>
                  </a:lnTo>
                  <a:lnTo>
                    <a:pt x="122969" y="144026"/>
                  </a:lnTo>
                  <a:lnTo>
                    <a:pt x="139287" y="179499"/>
                  </a:lnTo>
                  <a:lnTo>
                    <a:pt x="119071" y="208048"/>
                  </a:lnTo>
                  <a:cubicBezTo>
                    <a:pt x="141541" y="205468"/>
                    <a:pt x="162098" y="195688"/>
                    <a:pt x="178108" y="180884"/>
                  </a:cubicBezTo>
                  <a:lnTo>
                    <a:pt x="143392" y="177671"/>
                  </a:lnTo>
                  <a:lnTo>
                    <a:pt x="127051" y="142153"/>
                  </a:lnTo>
                  <a:lnTo>
                    <a:pt x="149638" y="110257"/>
                  </a:lnTo>
                  <a:lnTo>
                    <a:pt x="188566" y="113868"/>
                  </a:lnTo>
                  <a:lnTo>
                    <a:pt x="203146" y="145557"/>
                  </a:lnTo>
                  <a:cubicBezTo>
                    <a:pt x="211955" y="125162"/>
                    <a:pt x="214053" y="102490"/>
                    <a:pt x="209135" y="80828"/>
                  </a:cubicBezTo>
                  <a:lnTo>
                    <a:pt x="209135" y="80828"/>
                  </a:lnTo>
                  <a:lnTo>
                    <a:pt x="188903" y="109388"/>
                  </a:lnTo>
                  <a:lnTo>
                    <a:pt x="150020" y="105788"/>
                  </a:lnTo>
                  <a:lnTo>
                    <a:pt x="133685" y="70269"/>
                  </a:lnTo>
                  <a:lnTo>
                    <a:pt x="156278" y="38367"/>
                  </a:lnTo>
                  <a:lnTo>
                    <a:pt x="191078" y="41597"/>
                  </a:lnTo>
                  <a:cubicBezTo>
                    <a:pt x="178052" y="24074"/>
                    <a:pt x="159631" y="10660"/>
                    <a:pt x="137986" y="3987"/>
                  </a:cubicBezTo>
                  <a:lnTo>
                    <a:pt x="137986" y="3987"/>
                  </a:lnTo>
                  <a:lnTo>
                    <a:pt x="152594" y="35738"/>
                  </a:lnTo>
                  <a:lnTo>
                    <a:pt x="129989" y="67678"/>
                  </a:lnTo>
                  <a:lnTo>
                    <a:pt x="91095" y="64067"/>
                  </a:lnTo>
                  <a:lnTo>
                    <a:pt x="74772" y="28565"/>
                  </a:lnTo>
                  <a:lnTo>
                    <a:pt x="949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6" name="Google Shape;2136;p37"/>
          <p:cNvSpPr/>
          <p:nvPr/>
        </p:nvSpPr>
        <p:spPr>
          <a:xfrm>
            <a:off x="5332275" y="-259741"/>
            <a:ext cx="4752653" cy="6387214"/>
          </a:xfrm>
          <a:custGeom>
            <a:avLst/>
            <a:gdLst/>
            <a:ahLst/>
            <a:cxnLst/>
            <a:rect l="l" t="t" r="r" b="b"/>
            <a:pathLst>
              <a:path w="155138" h="208494" extrusionOk="0">
                <a:moveTo>
                  <a:pt x="78311" y="10897"/>
                </a:moveTo>
                <a:cubicBezTo>
                  <a:pt x="80107" y="12206"/>
                  <a:pt x="82900" y="12405"/>
                  <a:pt x="84947" y="12599"/>
                </a:cubicBezTo>
                <a:cubicBezTo>
                  <a:pt x="86736" y="12777"/>
                  <a:pt x="88530" y="12833"/>
                  <a:pt x="90325" y="12833"/>
                </a:cubicBezTo>
                <a:cubicBezTo>
                  <a:pt x="93361" y="12833"/>
                  <a:pt x="96402" y="12673"/>
                  <a:pt x="99434" y="12673"/>
                </a:cubicBezTo>
                <a:cubicBezTo>
                  <a:pt x="99925" y="12673"/>
                  <a:pt x="100416" y="12677"/>
                  <a:pt x="100906" y="12687"/>
                </a:cubicBezTo>
                <a:cubicBezTo>
                  <a:pt x="104415" y="12763"/>
                  <a:pt x="108094" y="12963"/>
                  <a:pt x="111403" y="14224"/>
                </a:cubicBezTo>
                <a:cubicBezTo>
                  <a:pt x="112430" y="14611"/>
                  <a:pt x="113527" y="15292"/>
                  <a:pt x="113808" y="16413"/>
                </a:cubicBezTo>
                <a:cubicBezTo>
                  <a:pt x="114084" y="17539"/>
                  <a:pt x="112582" y="19141"/>
                  <a:pt x="111960" y="19886"/>
                </a:cubicBezTo>
                <a:cubicBezTo>
                  <a:pt x="109473" y="22825"/>
                  <a:pt x="106357" y="25255"/>
                  <a:pt x="103447" y="27748"/>
                </a:cubicBezTo>
                <a:cubicBezTo>
                  <a:pt x="101024" y="29819"/>
                  <a:pt x="98442" y="31855"/>
                  <a:pt x="97110" y="34818"/>
                </a:cubicBezTo>
                <a:cubicBezTo>
                  <a:pt x="96224" y="36778"/>
                  <a:pt x="96119" y="38444"/>
                  <a:pt x="96518" y="39876"/>
                </a:cubicBezTo>
                <a:cubicBezTo>
                  <a:pt x="95849" y="38057"/>
                  <a:pt x="94006" y="36555"/>
                  <a:pt x="92387" y="35739"/>
                </a:cubicBezTo>
                <a:cubicBezTo>
                  <a:pt x="90263" y="34677"/>
                  <a:pt x="87799" y="34378"/>
                  <a:pt x="85493" y="34009"/>
                </a:cubicBezTo>
                <a:cubicBezTo>
                  <a:pt x="82600" y="33545"/>
                  <a:pt x="79819" y="32677"/>
                  <a:pt x="77056" y="31744"/>
                </a:cubicBezTo>
                <a:cubicBezTo>
                  <a:pt x="74539" y="30911"/>
                  <a:pt x="72045" y="30013"/>
                  <a:pt x="69481" y="29373"/>
                </a:cubicBezTo>
                <a:cubicBezTo>
                  <a:pt x="67439" y="28869"/>
                  <a:pt x="65280" y="28681"/>
                  <a:pt x="63420" y="27643"/>
                </a:cubicBezTo>
                <a:cubicBezTo>
                  <a:pt x="60305" y="25900"/>
                  <a:pt x="66342" y="21951"/>
                  <a:pt x="67645" y="21030"/>
                </a:cubicBezTo>
                <a:cubicBezTo>
                  <a:pt x="69986" y="19364"/>
                  <a:pt x="72309" y="17744"/>
                  <a:pt x="74580" y="15967"/>
                </a:cubicBezTo>
                <a:cubicBezTo>
                  <a:pt x="76352" y="14576"/>
                  <a:pt x="77959" y="12992"/>
                  <a:pt x="78311" y="10897"/>
                </a:cubicBezTo>
                <a:close/>
                <a:moveTo>
                  <a:pt x="46505" y="13056"/>
                </a:moveTo>
                <a:cubicBezTo>
                  <a:pt x="47004" y="14506"/>
                  <a:pt x="48195" y="15808"/>
                  <a:pt x="49626" y="16882"/>
                </a:cubicBezTo>
                <a:cubicBezTo>
                  <a:pt x="52431" y="18988"/>
                  <a:pt x="58756" y="20396"/>
                  <a:pt x="58985" y="24504"/>
                </a:cubicBezTo>
                <a:cubicBezTo>
                  <a:pt x="59096" y="26481"/>
                  <a:pt x="57459" y="28376"/>
                  <a:pt x="56245" y="29737"/>
                </a:cubicBezTo>
                <a:cubicBezTo>
                  <a:pt x="54608" y="31568"/>
                  <a:pt x="52671" y="33258"/>
                  <a:pt x="50688" y="34707"/>
                </a:cubicBezTo>
                <a:cubicBezTo>
                  <a:pt x="47890" y="36760"/>
                  <a:pt x="43542" y="39131"/>
                  <a:pt x="42445" y="42774"/>
                </a:cubicBezTo>
                <a:cubicBezTo>
                  <a:pt x="42228" y="42481"/>
                  <a:pt x="41981" y="42205"/>
                  <a:pt x="41711" y="41959"/>
                </a:cubicBezTo>
                <a:cubicBezTo>
                  <a:pt x="38924" y="39453"/>
                  <a:pt x="34835" y="40474"/>
                  <a:pt x="31784" y="38808"/>
                </a:cubicBezTo>
                <a:cubicBezTo>
                  <a:pt x="30904" y="38327"/>
                  <a:pt x="31344" y="36555"/>
                  <a:pt x="31461" y="35827"/>
                </a:cubicBezTo>
                <a:cubicBezTo>
                  <a:pt x="31807" y="33703"/>
                  <a:pt x="32729" y="31667"/>
                  <a:pt x="33703" y="29772"/>
                </a:cubicBezTo>
                <a:cubicBezTo>
                  <a:pt x="34682" y="27871"/>
                  <a:pt x="35744" y="26240"/>
                  <a:pt x="36883" y="24550"/>
                </a:cubicBezTo>
                <a:cubicBezTo>
                  <a:pt x="37164" y="24187"/>
                  <a:pt x="37458" y="23835"/>
                  <a:pt x="37751" y="23483"/>
                </a:cubicBezTo>
                <a:cubicBezTo>
                  <a:pt x="40620" y="19962"/>
                  <a:pt x="43560" y="16512"/>
                  <a:pt x="46505" y="13056"/>
                </a:cubicBezTo>
                <a:close/>
                <a:moveTo>
                  <a:pt x="115645" y="17970"/>
                </a:moveTo>
                <a:cubicBezTo>
                  <a:pt x="115851" y="20303"/>
                  <a:pt x="119672" y="22545"/>
                  <a:pt x="121817" y="23905"/>
                </a:cubicBezTo>
                <a:cubicBezTo>
                  <a:pt x="124927" y="25876"/>
                  <a:pt x="128412" y="27349"/>
                  <a:pt x="131921" y="28394"/>
                </a:cubicBezTo>
                <a:cubicBezTo>
                  <a:pt x="134983" y="29303"/>
                  <a:pt x="139536" y="30095"/>
                  <a:pt x="140663" y="33574"/>
                </a:cubicBezTo>
                <a:cubicBezTo>
                  <a:pt x="142012" y="37734"/>
                  <a:pt x="138369" y="41929"/>
                  <a:pt x="135822" y="44710"/>
                </a:cubicBezTo>
                <a:cubicBezTo>
                  <a:pt x="133282" y="47492"/>
                  <a:pt x="130677" y="50484"/>
                  <a:pt x="130155" y="54386"/>
                </a:cubicBezTo>
                <a:cubicBezTo>
                  <a:pt x="130031" y="55289"/>
                  <a:pt x="130002" y="56204"/>
                  <a:pt x="130061" y="57114"/>
                </a:cubicBezTo>
                <a:cubicBezTo>
                  <a:pt x="129187" y="55776"/>
                  <a:pt x="127984" y="54626"/>
                  <a:pt x="126775" y="53711"/>
                </a:cubicBezTo>
                <a:cubicBezTo>
                  <a:pt x="121113" y="49410"/>
                  <a:pt x="113891" y="47298"/>
                  <a:pt x="107190" y="45192"/>
                </a:cubicBezTo>
                <a:cubicBezTo>
                  <a:pt x="104192" y="44247"/>
                  <a:pt x="100220" y="43103"/>
                  <a:pt x="98671" y="40081"/>
                </a:cubicBezTo>
                <a:cubicBezTo>
                  <a:pt x="97063" y="36942"/>
                  <a:pt x="100167" y="33498"/>
                  <a:pt x="102273" y="31538"/>
                </a:cubicBezTo>
                <a:cubicBezTo>
                  <a:pt x="105125" y="28892"/>
                  <a:pt x="108199" y="26498"/>
                  <a:pt x="111027" y="23829"/>
                </a:cubicBezTo>
                <a:cubicBezTo>
                  <a:pt x="112619" y="22323"/>
                  <a:pt x="114916" y="20267"/>
                  <a:pt x="115645" y="17970"/>
                </a:cubicBezTo>
                <a:close/>
                <a:moveTo>
                  <a:pt x="30264" y="32448"/>
                </a:moveTo>
                <a:cubicBezTo>
                  <a:pt x="30153" y="32747"/>
                  <a:pt x="30047" y="33046"/>
                  <a:pt x="29942" y="33357"/>
                </a:cubicBezTo>
                <a:cubicBezTo>
                  <a:pt x="29020" y="36168"/>
                  <a:pt x="28416" y="39870"/>
                  <a:pt x="31790" y="41055"/>
                </a:cubicBezTo>
                <a:cubicBezTo>
                  <a:pt x="35011" y="42188"/>
                  <a:pt x="41330" y="41437"/>
                  <a:pt x="41430" y="46236"/>
                </a:cubicBezTo>
                <a:cubicBezTo>
                  <a:pt x="41477" y="49029"/>
                  <a:pt x="39212" y="51493"/>
                  <a:pt x="37399" y="53365"/>
                </a:cubicBezTo>
                <a:cubicBezTo>
                  <a:pt x="32688" y="58211"/>
                  <a:pt x="26920" y="61902"/>
                  <a:pt x="22115" y="66660"/>
                </a:cubicBezTo>
                <a:cubicBezTo>
                  <a:pt x="18665" y="70081"/>
                  <a:pt x="15268" y="74727"/>
                  <a:pt x="16564" y="79703"/>
                </a:cubicBezTo>
                <a:cubicBezTo>
                  <a:pt x="16136" y="79292"/>
                  <a:pt x="15684" y="78882"/>
                  <a:pt x="15209" y="78494"/>
                </a:cubicBezTo>
                <a:cubicBezTo>
                  <a:pt x="12222" y="76041"/>
                  <a:pt x="8454" y="73893"/>
                  <a:pt x="4519" y="73893"/>
                </a:cubicBezTo>
                <a:cubicBezTo>
                  <a:pt x="4125" y="73893"/>
                  <a:pt x="3730" y="73914"/>
                  <a:pt x="3334" y="73959"/>
                </a:cubicBezTo>
                <a:cubicBezTo>
                  <a:pt x="4067" y="67646"/>
                  <a:pt x="6197" y="61526"/>
                  <a:pt x="9371" y="56034"/>
                </a:cubicBezTo>
                <a:cubicBezTo>
                  <a:pt x="12903" y="49921"/>
                  <a:pt x="18055" y="45068"/>
                  <a:pt x="23048" y="40169"/>
                </a:cubicBezTo>
                <a:cubicBezTo>
                  <a:pt x="25588" y="37670"/>
                  <a:pt x="27964" y="35088"/>
                  <a:pt x="30264" y="32448"/>
                </a:cubicBezTo>
                <a:close/>
                <a:moveTo>
                  <a:pt x="43401" y="47298"/>
                </a:moveTo>
                <a:cubicBezTo>
                  <a:pt x="44956" y="48788"/>
                  <a:pt x="47690" y="49351"/>
                  <a:pt x="49703" y="49956"/>
                </a:cubicBezTo>
                <a:cubicBezTo>
                  <a:pt x="53992" y="51241"/>
                  <a:pt x="58427" y="52068"/>
                  <a:pt x="62440" y="54145"/>
                </a:cubicBezTo>
                <a:cubicBezTo>
                  <a:pt x="73189" y="59725"/>
                  <a:pt x="66964" y="73126"/>
                  <a:pt x="63743" y="81563"/>
                </a:cubicBezTo>
                <a:cubicBezTo>
                  <a:pt x="61889" y="86444"/>
                  <a:pt x="59665" y="91144"/>
                  <a:pt x="57694" y="95979"/>
                </a:cubicBezTo>
                <a:cubicBezTo>
                  <a:pt x="56403" y="99130"/>
                  <a:pt x="54942" y="102832"/>
                  <a:pt x="54866" y="106411"/>
                </a:cubicBezTo>
                <a:cubicBezTo>
                  <a:pt x="51228" y="100385"/>
                  <a:pt x="43988" y="96689"/>
                  <a:pt x="37769" y="93667"/>
                </a:cubicBezTo>
                <a:cubicBezTo>
                  <a:pt x="32781" y="91238"/>
                  <a:pt x="27671" y="88920"/>
                  <a:pt x="23323" y="85418"/>
                </a:cubicBezTo>
                <a:cubicBezTo>
                  <a:pt x="20818" y="83393"/>
                  <a:pt x="18360" y="80783"/>
                  <a:pt x="18319" y="77379"/>
                </a:cubicBezTo>
                <a:cubicBezTo>
                  <a:pt x="18242" y="71489"/>
                  <a:pt x="25066" y="66560"/>
                  <a:pt x="29085" y="63239"/>
                </a:cubicBezTo>
                <a:cubicBezTo>
                  <a:pt x="33714" y="59402"/>
                  <a:pt x="39464" y="55671"/>
                  <a:pt x="42404" y="50255"/>
                </a:cubicBezTo>
                <a:cubicBezTo>
                  <a:pt x="42902" y="49334"/>
                  <a:pt x="43237" y="48336"/>
                  <a:pt x="43401" y="47298"/>
                </a:cubicBezTo>
                <a:close/>
                <a:moveTo>
                  <a:pt x="4637" y="75934"/>
                </a:moveTo>
                <a:cubicBezTo>
                  <a:pt x="9435" y="75934"/>
                  <a:pt x="14564" y="79885"/>
                  <a:pt x="17239" y="83446"/>
                </a:cubicBezTo>
                <a:cubicBezTo>
                  <a:pt x="20355" y="87600"/>
                  <a:pt x="20906" y="93227"/>
                  <a:pt x="21188" y="98232"/>
                </a:cubicBezTo>
                <a:cubicBezTo>
                  <a:pt x="21469" y="103424"/>
                  <a:pt x="21516" y="108552"/>
                  <a:pt x="22379" y="113704"/>
                </a:cubicBezTo>
                <a:cubicBezTo>
                  <a:pt x="23124" y="118134"/>
                  <a:pt x="24374" y="122458"/>
                  <a:pt x="26040" y="126624"/>
                </a:cubicBezTo>
                <a:cubicBezTo>
                  <a:pt x="24837" y="125057"/>
                  <a:pt x="23628" y="123490"/>
                  <a:pt x="22420" y="121924"/>
                </a:cubicBezTo>
                <a:cubicBezTo>
                  <a:pt x="18612" y="117025"/>
                  <a:pt x="14505" y="112354"/>
                  <a:pt x="11037" y="107191"/>
                </a:cubicBezTo>
                <a:cubicBezTo>
                  <a:pt x="4771" y="97874"/>
                  <a:pt x="2295" y="87160"/>
                  <a:pt x="3134" y="76071"/>
                </a:cubicBezTo>
                <a:cubicBezTo>
                  <a:pt x="3629" y="75978"/>
                  <a:pt x="4131" y="75934"/>
                  <a:pt x="4637" y="75934"/>
                </a:cubicBezTo>
                <a:close/>
                <a:moveTo>
                  <a:pt x="60504" y="26944"/>
                </a:moveTo>
                <a:cubicBezTo>
                  <a:pt x="60622" y="27672"/>
                  <a:pt x="61026" y="28388"/>
                  <a:pt x="61824" y="29039"/>
                </a:cubicBezTo>
                <a:cubicBezTo>
                  <a:pt x="63156" y="30130"/>
                  <a:pt x="65004" y="30517"/>
                  <a:pt x="66641" y="30887"/>
                </a:cubicBezTo>
                <a:cubicBezTo>
                  <a:pt x="69059" y="31409"/>
                  <a:pt x="71441" y="32061"/>
                  <a:pt x="73794" y="32829"/>
                </a:cubicBezTo>
                <a:cubicBezTo>
                  <a:pt x="76563" y="33745"/>
                  <a:pt x="79315" y="34713"/>
                  <a:pt x="82149" y="35446"/>
                </a:cubicBezTo>
                <a:cubicBezTo>
                  <a:pt x="84683" y="36109"/>
                  <a:pt x="87318" y="36285"/>
                  <a:pt x="89852" y="36989"/>
                </a:cubicBezTo>
                <a:cubicBezTo>
                  <a:pt x="91742" y="37517"/>
                  <a:pt x="93977" y="38738"/>
                  <a:pt x="94605" y="40744"/>
                </a:cubicBezTo>
                <a:cubicBezTo>
                  <a:pt x="95051" y="42141"/>
                  <a:pt x="93807" y="43461"/>
                  <a:pt x="92886" y="44329"/>
                </a:cubicBezTo>
                <a:cubicBezTo>
                  <a:pt x="87547" y="49346"/>
                  <a:pt x="79761" y="49721"/>
                  <a:pt x="73571" y="53036"/>
                </a:cubicBezTo>
                <a:cubicBezTo>
                  <a:pt x="64517" y="57900"/>
                  <a:pt x="75648" y="68185"/>
                  <a:pt x="80019" y="71993"/>
                </a:cubicBezTo>
                <a:cubicBezTo>
                  <a:pt x="84155" y="75596"/>
                  <a:pt x="88702" y="78682"/>
                  <a:pt x="92809" y="82314"/>
                </a:cubicBezTo>
                <a:cubicBezTo>
                  <a:pt x="96500" y="85576"/>
                  <a:pt x="99563" y="89085"/>
                  <a:pt x="99662" y="94230"/>
                </a:cubicBezTo>
                <a:cubicBezTo>
                  <a:pt x="99739" y="98678"/>
                  <a:pt x="97732" y="103031"/>
                  <a:pt x="95761" y="106904"/>
                </a:cubicBezTo>
                <a:cubicBezTo>
                  <a:pt x="93713" y="110899"/>
                  <a:pt x="91302" y="114701"/>
                  <a:pt x="89236" y="118685"/>
                </a:cubicBezTo>
                <a:cubicBezTo>
                  <a:pt x="84906" y="127034"/>
                  <a:pt x="84173" y="137079"/>
                  <a:pt x="85792" y="146244"/>
                </a:cubicBezTo>
                <a:cubicBezTo>
                  <a:pt x="86168" y="148395"/>
                  <a:pt x="86764" y="150512"/>
                  <a:pt x="87589" y="152535"/>
                </a:cubicBezTo>
                <a:lnTo>
                  <a:pt x="87589" y="152535"/>
                </a:lnTo>
                <a:cubicBezTo>
                  <a:pt x="85403" y="148587"/>
                  <a:pt x="82433" y="144859"/>
                  <a:pt x="80183" y="141086"/>
                </a:cubicBezTo>
                <a:cubicBezTo>
                  <a:pt x="77003" y="135759"/>
                  <a:pt x="73800" y="130291"/>
                  <a:pt x="70062" y="125333"/>
                </a:cubicBezTo>
                <a:cubicBezTo>
                  <a:pt x="67310" y="121707"/>
                  <a:pt x="63802" y="118691"/>
                  <a:pt x="60880" y="115200"/>
                </a:cubicBezTo>
                <a:cubicBezTo>
                  <a:pt x="59395" y="113434"/>
                  <a:pt x="58034" y="111474"/>
                  <a:pt x="57283" y="109280"/>
                </a:cubicBezTo>
                <a:cubicBezTo>
                  <a:pt x="56479" y="106933"/>
                  <a:pt x="57154" y="104322"/>
                  <a:pt x="57776" y="102004"/>
                </a:cubicBezTo>
                <a:cubicBezTo>
                  <a:pt x="59190" y="96759"/>
                  <a:pt x="61777" y="91889"/>
                  <a:pt x="63878" y="86914"/>
                </a:cubicBezTo>
                <a:cubicBezTo>
                  <a:pt x="65820" y="82314"/>
                  <a:pt x="67656" y="77567"/>
                  <a:pt x="69106" y="72791"/>
                </a:cubicBezTo>
                <a:cubicBezTo>
                  <a:pt x="70508" y="68209"/>
                  <a:pt x="71341" y="63104"/>
                  <a:pt x="69599" y="58499"/>
                </a:cubicBezTo>
                <a:cubicBezTo>
                  <a:pt x="68185" y="54767"/>
                  <a:pt x="64300" y="52573"/>
                  <a:pt x="60833" y="51135"/>
                </a:cubicBezTo>
                <a:cubicBezTo>
                  <a:pt x="56802" y="49463"/>
                  <a:pt x="52419" y="48583"/>
                  <a:pt x="48236" y="47374"/>
                </a:cubicBezTo>
                <a:cubicBezTo>
                  <a:pt x="46071" y="46752"/>
                  <a:pt x="43695" y="46031"/>
                  <a:pt x="44492" y="43326"/>
                </a:cubicBezTo>
                <a:cubicBezTo>
                  <a:pt x="45261" y="40738"/>
                  <a:pt x="48330" y="38902"/>
                  <a:pt x="50389" y="37447"/>
                </a:cubicBezTo>
                <a:cubicBezTo>
                  <a:pt x="53546" y="35229"/>
                  <a:pt x="58873" y="31180"/>
                  <a:pt x="60504" y="26944"/>
                </a:cubicBezTo>
                <a:close/>
                <a:moveTo>
                  <a:pt x="21053" y="86227"/>
                </a:moveTo>
                <a:lnTo>
                  <a:pt x="21053" y="86227"/>
                </a:lnTo>
                <a:cubicBezTo>
                  <a:pt x="22203" y="87225"/>
                  <a:pt x="23435" y="88128"/>
                  <a:pt x="24649" y="88967"/>
                </a:cubicBezTo>
                <a:cubicBezTo>
                  <a:pt x="29126" y="92077"/>
                  <a:pt x="34225" y="94195"/>
                  <a:pt x="39083" y="96612"/>
                </a:cubicBezTo>
                <a:cubicBezTo>
                  <a:pt x="43935" y="99036"/>
                  <a:pt x="49151" y="101922"/>
                  <a:pt x="52449" y="106405"/>
                </a:cubicBezTo>
                <a:cubicBezTo>
                  <a:pt x="55165" y="110095"/>
                  <a:pt x="55382" y="114584"/>
                  <a:pt x="55024" y="118984"/>
                </a:cubicBezTo>
                <a:cubicBezTo>
                  <a:pt x="54614" y="123983"/>
                  <a:pt x="53634" y="128853"/>
                  <a:pt x="53945" y="133899"/>
                </a:cubicBezTo>
                <a:cubicBezTo>
                  <a:pt x="54232" y="138352"/>
                  <a:pt x="55453" y="142641"/>
                  <a:pt x="57230" y="146713"/>
                </a:cubicBezTo>
                <a:cubicBezTo>
                  <a:pt x="60856" y="155015"/>
                  <a:pt x="66958" y="161962"/>
                  <a:pt x="71511" y="169736"/>
                </a:cubicBezTo>
                <a:cubicBezTo>
                  <a:pt x="71717" y="170083"/>
                  <a:pt x="71910" y="170435"/>
                  <a:pt x="72098" y="170787"/>
                </a:cubicBezTo>
                <a:cubicBezTo>
                  <a:pt x="71975" y="170628"/>
                  <a:pt x="71852" y="170482"/>
                  <a:pt x="71717" y="170335"/>
                </a:cubicBezTo>
                <a:cubicBezTo>
                  <a:pt x="64353" y="161956"/>
                  <a:pt x="56074" y="154757"/>
                  <a:pt x="46740" y="148685"/>
                </a:cubicBezTo>
                <a:cubicBezTo>
                  <a:pt x="43847" y="146807"/>
                  <a:pt x="41236" y="144900"/>
                  <a:pt x="38860" y="142682"/>
                </a:cubicBezTo>
                <a:cubicBezTo>
                  <a:pt x="37305" y="140863"/>
                  <a:pt x="35774" y="139033"/>
                  <a:pt x="34283" y="137202"/>
                </a:cubicBezTo>
                <a:cubicBezTo>
                  <a:pt x="33773" y="136563"/>
                  <a:pt x="33263" y="135917"/>
                  <a:pt x="32758" y="135272"/>
                </a:cubicBezTo>
                <a:cubicBezTo>
                  <a:pt x="30065" y="131083"/>
                  <a:pt x="28005" y="126500"/>
                  <a:pt x="26474" y="121771"/>
                </a:cubicBezTo>
                <a:cubicBezTo>
                  <a:pt x="24685" y="116238"/>
                  <a:pt x="23752" y="110453"/>
                  <a:pt x="23482" y="104651"/>
                </a:cubicBezTo>
                <a:cubicBezTo>
                  <a:pt x="23253" y="99781"/>
                  <a:pt x="23282" y="94929"/>
                  <a:pt x="22273" y="90129"/>
                </a:cubicBezTo>
                <a:cubicBezTo>
                  <a:pt x="21992" y="88791"/>
                  <a:pt x="21581" y="87489"/>
                  <a:pt x="21053" y="86227"/>
                </a:cubicBezTo>
                <a:close/>
                <a:moveTo>
                  <a:pt x="96653" y="40292"/>
                </a:moveTo>
                <a:cubicBezTo>
                  <a:pt x="98008" y="44006"/>
                  <a:pt x="102977" y="46036"/>
                  <a:pt x="107067" y="47327"/>
                </a:cubicBezTo>
                <a:cubicBezTo>
                  <a:pt x="113773" y="49439"/>
                  <a:pt x="121571" y="51552"/>
                  <a:pt x="126834" y="56468"/>
                </a:cubicBezTo>
                <a:cubicBezTo>
                  <a:pt x="130307" y="59719"/>
                  <a:pt x="129439" y="63286"/>
                  <a:pt x="126892" y="66824"/>
                </a:cubicBezTo>
                <a:cubicBezTo>
                  <a:pt x="123642" y="71319"/>
                  <a:pt x="119130" y="74892"/>
                  <a:pt x="115070" y="78612"/>
                </a:cubicBezTo>
                <a:cubicBezTo>
                  <a:pt x="111374" y="81997"/>
                  <a:pt x="105119" y="85664"/>
                  <a:pt x="103019" y="90293"/>
                </a:cubicBezTo>
                <a:cubicBezTo>
                  <a:pt x="101047" y="94641"/>
                  <a:pt x="101481" y="99646"/>
                  <a:pt x="103787" y="103782"/>
                </a:cubicBezTo>
                <a:cubicBezTo>
                  <a:pt x="107319" y="110107"/>
                  <a:pt x="113867" y="110882"/>
                  <a:pt x="117628" y="122065"/>
                </a:cubicBezTo>
                <a:cubicBezTo>
                  <a:pt x="120521" y="130643"/>
                  <a:pt x="118232" y="140306"/>
                  <a:pt x="116208" y="148960"/>
                </a:cubicBezTo>
                <a:cubicBezTo>
                  <a:pt x="114178" y="157615"/>
                  <a:pt x="111690" y="165958"/>
                  <a:pt x="110077" y="174606"/>
                </a:cubicBezTo>
                <a:cubicBezTo>
                  <a:pt x="109772" y="176196"/>
                  <a:pt x="109555" y="177798"/>
                  <a:pt x="109414" y="179382"/>
                </a:cubicBezTo>
                <a:cubicBezTo>
                  <a:pt x="109408" y="179353"/>
                  <a:pt x="109408" y="179312"/>
                  <a:pt x="109402" y="179282"/>
                </a:cubicBezTo>
                <a:cubicBezTo>
                  <a:pt x="108440" y="174999"/>
                  <a:pt x="107712" y="170446"/>
                  <a:pt x="104925" y="166902"/>
                </a:cubicBezTo>
                <a:cubicBezTo>
                  <a:pt x="101775" y="162895"/>
                  <a:pt x="96952" y="161082"/>
                  <a:pt x="93285" y="157679"/>
                </a:cubicBezTo>
                <a:cubicBezTo>
                  <a:pt x="89330" y="154024"/>
                  <a:pt x="87951" y="147957"/>
                  <a:pt x="87365" y="142817"/>
                </a:cubicBezTo>
                <a:cubicBezTo>
                  <a:pt x="86760" y="137484"/>
                  <a:pt x="87142" y="131992"/>
                  <a:pt x="88350" y="126770"/>
                </a:cubicBezTo>
                <a:cubicBezTo>
                  <a:pt x="90310" y="118280"/>
                  <a:pt x="96412" y="111251"/>
                  <a:pt x="99709" y="103272"/>
                </a:cubicBezTo>
                <a:cubicBezTo>
                  <a:pt x="101247" y="99564"/>
                  <a:pt x="102109" y="95603"/>
                  <a:pt x="101493" y="91596"/>
                </a:cubicBezTo>
                <a:cubicBezTo>
                  <a:pt x="100807" y="87084"/>
                  <a:pt x="97509" y="83769"/>
                  <a:pt x="94276" y="80847"/>
                </a:cubicBezTo>
                <a:cubicBezTo>
                  <a:pt x="90204" y="77180"/>
                  <a:pt x="85651" y="74082"/>
                  <a:pt x="81486" y="70526"/>
                </a:cubicBezTo>
                <a:cubicBezTo>
                  <a:pt x="79456" y="68796"/>
                  <a:pt x="77572" y="66912"/>
                  <a:pt x="75835" y="64888"/>
                </a:cubicBezTo>
                <a:cubicBezTo>
                  <a:pt x="74269" y="63040"/>
                  <a:pt x="72221" y="60646"/>
                  <a:pt x="72110" y="58088"/>
                </a:cubicBezTo>
                <a:cubicBezTo>
                  <a:pt x="71963" y="54315"/>
                  <a:pt x="78728" y="53271"/>
                  <a:pt x="81245" y="52426"/>
                </a:cubicBezTo>
                <a:cubicBezTo>
                  <a:pt x="84273" y="51399"/>
                  <a:pt x="87265" y="50202"/>
                  <a:pt x="90087" y="48700"/>
                </a:cubicBezTo>
                <a:cubicBezTo>
                  <a:pt x="92645" y="47333"/>
                  <a:pt x="95432" y="45526"/>
                  <a:pt x="96529" y="42716"/>
                </a:cubicBezTo>
                <a:cubicBezTo>
                  <a:pt x="96829" y="41941"/>
                  <a:pt x="96875" y="41096"/>
                  <a:pt x="96653" y="40292"/>
                </a:cubicBezTo>
                <a:close/>
                <a:moveTo>
                  <a:pt x="45637" y="150474"/>
                </a:moveTo>
                <a:cubicBezTo>
                  <a:pt x="46757" y="151190"/>
                  <a:pt x="47872" y="151900"/>
                  <a:pt x="48952" y="152633"/>
                </a:cubicBezTo>
                <a:cubicBezTo>
                  <a:pt x="53904" y="155989"/>
                  <a:pt x="58486" y="159715"/>
                  <a:pt x="62710" y="163951"/>
                </a:cubicBezTo>
                <a:cubicBezTo>
                  <a:pt x="64611" y="165846"/>
                  <a:pt x="66430" y="167830"/>
                  <a:pt x="68308" y="169742"/>
                </a:cubicBezTo>
                <a:cubicBezTo>
                  <a:pt x="70033" y="171502"/>
                  <a:pt x="71693" y="173280"/>
                  <a:pt x="72849" y="175469"/>
                </a:cubicBezTo>
                <a:cubicBezTo>
                  <a:pt x="75067" y="179705"/>
                  <a:pt x="73453" y="184446"/>
                  <a:pt x="72362" y="188741"/>
                </a:cubicBezTo>
                <a:cubicBezTo>
                  <a:pt x="72157" y="189533"/>
                  <a:pt x="71987" y="190325"/>
                  <a:pt x="71863" y="191105"/>
                </a:cubicBezTo>
                <a:cubicBezTo>
                  <a:pt x="67099" y="175498"/>
                  <a:pt x="56374" y="162784"/>
                  <a:pt x="45637" y="150474"/>
                </a:cubicBezTo>
                <a:close/>
                <a:moveTo>
                  <a:pt x="138556" y="0"/>
                </a:moveTo>
                <a:cubicBezTo>
                  <a:pt x="137931" y="0"/>
                  <a:pt x="137294" y="505"/>
                  <a:pt x="137524" y="1275"/>
                </a:cubicBezTo>
                <a:cubicBezTo>
                  <a:pt x="138832" y="5634"/>
                  <a:pt x="133810" y="8181"/>
                  <a:pt x="130618" y="9771"/>
                </a:cubicBezTo>
                <a:cubicBezTo>
                  <a:pt x="126828" y="11660"/>
                  <a:pt x="119922" y="12904"/>
                  <a:pt x="116695" y="15761"/>
                </a:cubicBezTo>
                <a:cubicBezTo>
                  <a:pt x="116309" y="16104"/>
                  <a:pt x="116040" y="16451"/>
                  <a:pt x="115869" y="16798"/>
                </a:cubicBezTo>
                <a:lnTo>
                  <a:pt x="115869" y="16798"/>
                </a:lnTo>
                <a:cubicBezTo>
                  <a:pt x="116086" y="13146"/>
                  <a:pt x="111433" y="11859"/>
                  <a:pt x="108669" y="11326"/>
                </a:cubicBezTo>
                <a:cubicBezTo>
                  <a:pt x="105603" y="10734"/>
                  <a:pt x="102456" y="10580"/>
                  <a:pt x="99317" y="10580"/>
                </a:cubicBezTo>
                <a:cubicBezTo>
                  <a:pt x="97788" y="10580"/>
                  <a:pt x="96260" y="10616"/>
                  <a:pt x="94746" y="10657"/>
                </a:cubicBezTo>
                <a:cubicBezTo>
                  <a:pt x="93217" y="10698"/>
                  <a:pt x="91690" y="10737"/>
                  <a:pt x="90163" y="10737"/>
                </a:cubicBezTo>
                <a:cubicBezTo>
                  <a:pt x="88666" y="10737"/>
                  <a:pt x="87168" y="10700"/>
                  <a:pt x="85669" y="10592"/>
                </a:cubicBezTo>
                <a:cubicBezTo>
                  <a:pt x="83774" y="10451"/>
                  <a:pt x="81720" y="10246"/>
                  <a:pt x="79984" y="9442"/>
                </a:cubicBezTo>
                <a:cubicBezTo>
                  <a:pt x="77995" y="8515"/>
                  <a:pt x="79221" y="7048"/>
                  <a:pt x="80388" y="5881"/>
                </a:cubicBezTo>
                <a:cubicBezTo>
                  <a:pt x="81123" y="5150"/>
                  <a:pt x="80413" y="4112"/>
                  <a:pt x="79617" y="4112"/>
                </a:cubicBezTo>
                <a:cubicBezTo>
                  <a:pt x="79383" y="4112"/>
                  <a:pt x="79142" y="4201"/>
                  <a:pt x="78928" y="4414"/>
                </a:cubicBezTo>
                <a:cubicBezTo>
                  <a:pt x="78235" y="5100"/>
                  <a:pt x="77578" y="5910"/>
                  <a:pt x="77179" y="6773"/>
                </a:cubicBezTo>
                <a:cubicBezTo>
                  <a:pt x="75695" y="5030"/>
                  <a:pt x="67627" y="2091"/>
                  <a:pt x="65638" y="1727"/>
                </a:cubicBezTo>
                <a:cubicBezTo>
                  <a:pt x="65566" y="1714"/>
                  <a:pt x="65496" y="1708"/>
                  <a:pt x="65428" y="1708"/>
                </a:cubicBezTo>
                <a:cubicBezTo>
                  <a:pt x="64273" y="1708"/>
                  <a:pt x="63840" y="3500"/>
                  <a:pt x="65087" y="3727"/>
                </a:cubicBezTo>
                <a:cubicBezTo>
                  <a:pt x="67275" y="4132"/>
                  <a:pt x="75536" y="7172"/>
                  <a:pt x="76270" y="9454"/>
                </a:cubicBezTo>
                <a:cubicBezTo>
                  <a:pt x="77003" y="11736"/>
                  <a:pt x="74069" y="13784"/>
                  <a:pt x="72515" y="14946"/>
                </a:cubicBezTo>
                <a:cubicBezTo>
                  <a:pt x="69552" y="17164"/>
                  <a:pt x="66407" y="19182"/>
                  <a:pt x="63579" y="21558"/>
                </a:cubicBezTo>
                <a:cubicBezTo>
                  <a:pt x="62599" y="22380"/>
                  <a:pt x="61584" y="23436"/>
                  <a:pt x="60985" y="24568"/>
                </a:cubicBezTo>
                <a:cubicBezTo>
                  <a:pt x="61003" y="22867"/>
                  <a:pt x="60240" y="21183"/>
                  <a:pt x="58333" y="19622"/>
                </a:cubicBezTo>
                <a:cubicBezTo>
                  <a:pt x="55810" y="17574"/>
                  <a:pt x="46722" y="14928"/>
                  <a:pt x="48629" y="10563"/>
                </a:cubicBezTo>
                <a:cubicBezTo>
                  <a:pt x="50102" y="8826"/>
                  <a:pt x="51563" y="7084"/>
                  <a:pt x="53024" y="5335"/>
                </a:cubicBezTo>
                <a:cubicBezTo>
                  <a:pt x="53670" y="4559"/>
                  <a:pt x="52981" y="3515"/>
                  <a:pt x="52240" y="3515"/>
                </a:cubicBezTo>
                <a:cubicBezTo>
                  <a:pt x="52006" y="3515"/>
                  <a:pt x="51767" y="3619"/>
                  <a:pt x="51563" y="3868"/>
                </a:cubicBezTo>
                <a:cubicBezTo>
                  <a:pt x="50307" y="5376"/>
                  <a:pt x="49045" y="6872"/>
                  <a:pt x="47778" y="8369"/>
                </a:cubicBezTo>
                <a:cubicBezTo>
                  <a:pt x="47561" y="8445"/>
                  <a:pt x="47379" y="8586"/>
                  <a:pt x="47250" y="8773"/>
                </a:cubicBezTo>
                <a:cubicBezTo>
                  <a:pt x="47086" y="9014"/>
                  <a:pt x="46933" y="9266"/>
                  <a:pt x="46798" y="9530"/>
                </a:cubicBezTo>
                <a:cubicBezTo>
                  <a:pt x="44252" y="12534"/>
                  <a:pt x="41688" y="15527"/>
                  <a:pt x="39171" y="18542"/>
                </a:cubicBezTo>
                <a:cubicBezTo>
                  <a:pt x="39109" y="18531"/>
                  <a:pt x="39046" y="18525"/>
                  <a:pt x="38985" y="18525"/>
                </a:cubicBezTo>
                <a:cubicBezTo>
                  <a:pt x="38639" y="18525"/>
                  <a:pt x="38311" y="18702"/>
                  <a:pt x="38127" y="19006"/>
                </a:cubicBezTo>
                <a:cubicBezTo>
                  <a:pt x="37135" y="20514"/>
                  <a:pt x="36108" y="22010"/>
                  <a:pt x="35105" y="23524"/>
                </a:cubicBezTo>
                <a:cubicBezTo>
                  <a:pt x="32265" y="27073"/>
                  <a:pt x="29449" y="30629"/>
                  <a:pt x="26327" y="33921"/>
                </a:cubicBezTo>
                <a:cubicBezTo>
                  <a:pt x="18377" y="42305"/>
                  <a:pt x="9441" y="49539"/>
                  <a:pt x="4836" y="60452"/>
                </a:cubicBezTo>
                <a:cubicBezTo>
                  <a:pt x="635" y="70427"/>
                  <a:pt x="1" y="81369"/>
                  <a:pt x="2072" y="91936"/>
                </a:cubicBezTo>
                <a:cubicBezTo>
                  <a:pt x="4308" y="103330"/>
                  <a:pt x="12046" y="112131"/>
                  <a:pt x="19034" y="120950"/>
                </a:cubicBezTo>
                <a:cubicBezTo>
                  <a:pt x="23077" y="126043"/>
                  <a:pt x="26967" y="131253"/>
                  <a:pt x="30992" y="136357"/>
                </a:cubicBezTo>
                <a:cubicBezTo>
                  <a:pt x="32570" y="138822"/>
                  <a:pt x="34348" y="141151"/>
                  <a:pt x="36314" y="143316"/>
                </a:cubicBezTo>
                <a:cubicBezTo>
                  <a:pt x="36988" y="144049"/>
                  <a:pt x="37704" y="144742"/>
                  <a:pt x="38455" y="145393"/>
                </a:cubicBezTo>
                <a:cubicBezTo>
                  <a:pt x="41530" y="148943"/>
                  <a:pt x="44663" y="152440"/>
                  <a:pt x="47690" y="156030"/>
                </a:cubicBezTo>
                <a:cubicBezTo>
                  <a:pt x="57007" y="167043"/>
                  <a:pt x="66501" y="179224"/>
                  <a:pt x="70367" y="193376"/>
                </a:cubicBezTo>
                <a:cubicBezTo>
                  <a:pt x="70504" y="193883"/>
                  <a:pt x="70904" y="194109"/>
                  <a:pt x="71314" y="194109"/>
                </a:cubicBezTo>
                <a:cubicBezTo>
                  <a:pt x="71415" y="194109"/>
                  <a:pt x="71518" y="194095"/>
                  <a:pt x="71617" y="194068"/>
                </a:cubicBezTo>
                <a:cubicBezTo>
                  <a:pt x="71629" y="196309"/>
                  <a:pt x="72151" y="198480"/>
                  <a:pt x="73506" y="200534"/>
                </a:cubicBezTo>
                <a:cubicBezTo>
                  <a:pt x="73728" y="200869"/>
                  <a:pt x="74047" y="201008"/>
                  <a:pt x="74363" y="201008"/>
                </a:cubicBezTo>
                <a:cubicBezTo>
                  <a:pt x="75093" y="201008"/>
                  <a:pt x="75811" y="200267"/>
                  <a:pt x="75296" y="199489"/>
                </a:cubicBezTo>
                <a:cubicBezTo>
                  <a:pt x="71664" y="193998"/>
                  <a:pt x="75278" y="188207"/>
                  <a:pt x="75918" y="182421"/>
                </a:cubicBezTo>
                <a:cubicBezTo>
                  <a:pt x="76023" y="181471"/>
                  <a:pt x="76041" y="180509"/>
                  <a:pt x="75965" y="179558"/>
                </a:cubicBezTo>
                <a:lnTo>
                  <a:pt x="75965" y="179558"/>
                </a:lnTo>
                <a:cubicBezTo>
                  <a:pt x="77854" y="184939"/>
                  <a:pt x="79139" y="190530"/>
                  <a:pt x="80588" y="196139"/>
                </a:cubicBezTo>
                <a:cubicBezTo>
                  <a:pt x="80723" y="196655"/>
                  <a:pt x="81121" y="196879"/>
                  <a:pt x="81529" y="196879"/>
                </a:cubicBezTo>
                <a:cubicBezTo>
                  <a:pt x="82146" y="196879"/>
                  <a:pt x="82788" y="196368"/>
                  <a:pt x="82583" y="195588"/>
                </a:cubicBezTo>
                <a:cubicBezTo>
                  <a:pt x="81028" y="189568"/>
                  <a:pt x="79755" y="183460"/>
                  <a:pt x="77596" y="177604"/>
                </a:cubicBezTo>
                <a:cubicBezTo>
                  <a:pt x="75935" y="173092"/>
                  <a:pt x="73535" y="168886"/>
                  <a:pt x="70936" y="164849"/>
                </a:cubicBezTo>
                <a:cubicBezTo>
                  <a:pt x="66055" y="157251"/>
                  <a:pt x="60176" y="150151"/>
                  <a:pt x="57430" y="141403"/>
                </a:cubicBezTo>
                <a:cubicBezTo>
                  <a:pt x="55904" y="136533"/>
                  <a:pt x="55652" y="131423"/>
                  <a:pt x="56227" y="126371"/>
                </a:cubicBezTo>
                <a:cubicBezTo>
                  <a:pt x="56702" y="122217"/>
                  <a:pt x="57483" y="118022"/>
                  <a:pt x="57172" y="113833"/>
                </a:cubicBezTo>
                <a:lnTo>
                  <a:pt x="57172" y="113833"/>
                </a:lnTo>
                <a:cubicBezTo>
                  <a:pt x="58715" y="116192"/>
                  <a:pt x="60786" y="118304"/>
                  <a:pt x="62587" y="120211"/>
                </a:cubicBezTo>
                <a:cubicBezTo>
                  <a:pt x="64124" y="121842"/>
                  <a:pt x="65709" y="123444"/>
                  <a:pt x="67205" y="125116"/>
                </a:cubicBezTo>
                <a:cubicBezTo>
                  <a:pt x="69164" y="127322"/>
                  <a:pt x="70713" y="129898"/>
                  <a:pt x="72315" y="132356"/>
                </a:cubicBezTo>
                <a:cubicBezTo>
                  <a:pt x="75736" y="137584"/>
                  <a:pt x="78951" y="142958"/>
                  <a:pt x="82108" y="148344"/>
                </a:cubicBezTo>
                <a:cubicBezTo>
                  <a:pt x="84941" y="153161"/>
                  <a:pt x="87681" y="154300"/>
                  <a:pt x="89418" y="163687"/>
                </a:cubicBezTo>
                <a:cubicBezTo>
                  <a:pt x="90721" y="170710"/>
                  <a:pt x="88438" y="177886"/>
                  <a:pt x="88532" y="184944"/>
                </a:cubicBezTo>
                <a:cubicBezTo>
                  <a:pt x="88591" y="189286"/>
                  <a:pt x="88826" y="197401"/>
                  <a:pt x="94576" y="198011"/>
                </a:cubicBezTo>
                <a:cubicBezTo>
                  <a:pt x="94618" y="198015"/>
                  <a:pt x="94658" y="198017"/>
                  <a:pt x="94698" y="198017"/>
                </a:cubicBezTo>
                <a:cubicBezTo>
                  <a:pt x="95911" y="198017"/>
                  <a:pt x="95854" y="196070"/>
                  <a:pt x="94576" y="195934"/>
                </a:cubicBezTo>
                <a:cubicBezTo>
                  <a:pt x="91859" y="195646"/>
                  <a:pt x="91255" y="191827"/>
                  <a:pt x="90932" y="189697"/>
                </a:cubicBezTo>
                <a:cubicBezTo>
                  <a:pt x="90380" y="186112"/>
                  <a:pt x="90568" y="182392"/>
                  <a:pt x="90744" y="178795"/>
                </a:cubicBezTo>
                <a:cubicBezTo>
                  <a:pt x="90891" y="175932"/>
                  <a:pt x="91202" y="173063"/>
                  <a:pt x="91214" y="170206"/>
                </a:cubicBezTo>
                <a:cubicBezTo>
                  <a:pt x="91225" y="165243"/>
                  <a:pt x="90998" y="160327"/>
                  <a:pt x="89145" y="155754"/>
                </a:cubicBezTo>
                <a:lnTo>
                  <a:pt x="89145" y="155754"/>
                </a:lnTo>
                <a:cubicBezTo>
                  <a:pt x="90820" y="158649"/>
                  <a:pt x="93430" y="160646"/>
                  <a:pt x="96201" y="162437"/>
                </a:cubicBezTo>
                <a:cubicBezTo>
                  <a:pt x="99416" y="164526"/>
                  <a:pt x="102526" y="166562"/>
                  <a:pt x="104474" y="169977"/>
                </a:cubicBezTo>
                <a:cubicBezTo>
                  <a:pt x="106122" y="172875"/>
                  <a:pt x="106950" y="177775"/>
                  <a:pt x="107484" y="180321"/>
                </a:cubicBezTo>
                <a:cubicBezTo>
                  <a:pt x="109009" y="187661"/>
                  <a:pt x="108821" y="195318"/>
                  <a:pt x="107677" y="202499"/>
                </a:cubicBezTo>
                <a:cubicBezTo>
                  <a:pt x="107554" y="203285"/>
                  <a:pt x="108224" y="203800"/>
                  <a:pt x="108825" y="203800"/>
                </a:cubicBezTo>
                <a:cubicBezTo>
                  <a:pt x="109225" y="203800"/>
                  <a:pt x="109594" y="203572"/>
                  <a:pt x="109678" y="203045"/>
                </a:cubicBezTo>
                <a:cubicBezTo>
                  <a:pt x="110177" y="199924"/>
                  <a:pt x="110711" y="196650"/>
                  <a:pt x="110963" y="193376"/>
                </a:cubicBezTo>
                <a:cubicBezTo>
                  <a:pt x="111573" y="195101"/>
                  <a:pt x="112359" y="196755"/>
                  <a:pt x="113310" y="198322"/>
                </a:cubicBezTo>
                <a:cubicBezTo>
                  <a:pt x="113520" y="198673"/>
                  <a:pt x="113835" y="198818"/>
                  <a:pt x="114151" y="198818"/>
                </a:cubicBezTo>
                <a:cubicBezTo>
                  <a:pt x="114864" y="198818"/>
                  <a:pt x="115579" y="198075"/>
                  <a:pt x="115099" y="197277"/>
                </a:cubicBezTo>
                <a:cubicBezTo>
                  <a:pt x="108199" y="185866"/>
                  <a:pt x="112430" y="172828"/>
                  <a:pt x="115352" y="160859"/>
                </a:cubicBezTo>
                <a:cubicBezTo>
                  <a:pt x="118191" y="149236"/>
                  <a:pt x="121647" y="137760"/>
                  <a:pt x="120286" y="125655"/>
                </a:cubicBezTo>
                <a:cubicBezTo>
                  <a:pt x="119676" y="120228"/>
                  <a:pt x="117769" y="115992"/>
                  <a:pt x="114489" y="111662"/>
                </a:cubicBezTo>
                <a:cubicBezTo>
                  <a:pt x="111209" y="107338"/>
                  <a:pt x="104955" y="103442"/>
                  <a:pt x="103946" y="98003"/>
                </a:cubicBezTo>
                <a:cubicBezTo>
                  <a:pt x="102860" y="92165"/>
                  <a:pt x="109267" y="87448"/>
                  <a:pt x="112964" y="83528"/>
                </a:cubicBezTo>
                <a:cubicBezTo>
                  <a:pt x="116660" y="79615"/>
                  <a:pt x="120972" y="76247"/>
                  <a:pt x="124780" y="72398"/>
                </a:cubicBezTo>
                <a:cubicBezTo>
                  <a:pt x="127567" y="69576"/>
                  <a:pt x="130882" y="66067"/>
                  <a:pt x="131322" y="61937"/>
                </a:cubicBezTo>
                <a:cubicBezTo>
                  <a:pt x="133892" y="67346"/>
                  <a:pt x="139783" y="71113"/>
                  <a:pt x="144054" y="75449"/>
                </a:cubicBezTo>
                <a:cubicBezTo>
                  <a:pt x="147751" y="79198"/>
                  <a:pt x="150626" y="83669"/>
                  <a:pt x="151506" y="88920"/>
                </a:cubicBezTo>
                <a:cubicBezTo>
                  <a:pt x="152444" y="94500"/>
                  <a:pt x="150455" y="100045"/>
                  <a:pt x="147328" y="104586"/>
                </a:cubicBezTo>
                <a:cubicBezTo>
                  <a:pt x="141578" y="112935"/>
                  <a:pt x="132507" y="118351"/>
                  <a:pt x="125631" y="125667"/>
                </a:cubicBezTo>
                <a:cubicBezTo>
                  <a:pt x="123566" y="127856"/>
                  <a:pt x="121764" y="130390"/>
                  <a:pt x="121037" y="133342"/>
                </a:cubicBezTo>
                <a:cubicBezTo>
                  <a:pt x="120227" y="136639"/>
                  <a:pt x="121682" y="139543"/>
                  <a:pt x="123266" y="142336"/>
                </a:cubicBezTo>
                <a:cubicBezTo>
                  <a:pt x="126934" y="148784"/>
                  <a:pt x="132108" y="154229"/>
                  <a:pt x="136128" y="160448"/>
                </a:cubicBezTo>
                <a:cubicBezTo>
                  <a:pt x="140458" y="167161"/>
                  <a:pt x="142306" y="174483"/>
                  <a:pt x="141836" y="182451"/>
                </a:cubicBezTo>
                <a:cubicBezTo>
                  <a:pt x="141332" y="191005"/>
                  <a:pt x="138422" y="199613"/>
                  <a:pt x="134045" y="206947"/>
                </a:cubicBezTo>
                <a:cubicBezTo>
                  <a:pt x="133565" y="207748"/>
                  <a:pt x="134278" y="208493"/>
                  <a:pt x="134991" y="208493"/>
                </a:cubicBezTo>
                <a:cubicBezTo>
                  <a:pt x="135307" y="208493"/>
                  <a:pt x="135622" y="208348"/>
                  <a:pt x="135834" y="207997"/>
                </a:cubicBezTo>
                <a:cubicBezTo>
                  <a:pt x="141261" y="198903"/>
                  <a:pt x="144471" y="187954"/>
                  <a:pt x="143943" y="177329"/>
                </a:cubicBezTo>
                <a:cubicBezTo>
                  <a:pt x="143438" y="167161"/>
                  <a:pt x="138105" y="159199"/>
                  <a:pt x="132114" y="151378"/>
                </a:cubicBezTo>
                <a:cubicBezTo>
                  <a:pt x="129134" y="147494"/>
                  <a:pt x="126188" y="143574"/>
                  <a:pt x="123935" y="139209"/>
                </a:cubicBezTo>
                <a:cubicBezTo>
                  <a:pt x="121371" y="134245"/>
                  <a:pt x="124434" y="129868"/>
                  <a:pt x="127872" y="126313"/>
                </a:cubicBezTo>
                <a:cubicBezTo>
                  <a:pt x="134766" y="119196"/>
                  <a:pt x="143291" y="113763"/>
                  <a:pt x="149124" y="105636"/>
                </a:cubicBezTo>
                <a:cubicBezTo>
                  <a:pt x="155079" y="97317"/>
                  <a:pt x="155137" y="86867"/>
                  <a:pt x="149317" y="78506"/>
                </a:cubicBezTo>
                <a:cubicBezTo>
                  <a:pt x="146583" y="74575"/>
                  <a:pt x="142922" y="71676"/>
                  <a:pt x="139355" y="68561"/>
                </a:cubicBezTo>
                <a:cubicBezTo>
                  <a:pt x="135781" y="65445"/>
                  <a:pt x="132384" y="61638"/>
                  <a:pt x="132097" y="56562"/>
                </a:cubicBezTo>
                <a:cubicBezTo>
                  <a:pt x="131850" y="51945"/>
                  <a:pt x="135060" y="48636"/>
                  <a:pt x="137935" y="45473"/>
                </a:cubicBezTo>
                <a:cubicBezTo>
                  <a:pt x="140581" y="42551"/>
                  <a:pt x="142623" y="39442"/>
                  <a:pt x="142922" y="35417"/>
                </a:cubicBezTo>
                <a:cubicBezTo>
                  <a:pt x="143509" y="27601"/>
                  <a:pt x="132678" y="26897"/>
                  <a:pt x="127573" y="24586"/>
                </a:cubicBezTo>
                <a:cubicBezTo>
                  <a:pt x="125883" y="23817"/>
                  <a:pt x="117299" y="20831"/>
                  <a:pt x="118326" y="17950"/>
                </a:cubicBezTo>
                <a:cubicBezTo>
                  <a:pt x="118655" y="16999"/>
                  <a:pt x="119013" y="16547"/>
                  <a:pt x="119811" y="16072"/>
                </a:cubicBezTo>
                <a:cubicBezTo>
                  <a:pt x="121313" y="15175"/>
                  <a:pt x="125285" y="14470"/>
                  <a:pt x="126887" y="13761"/>
                </a:cubicBezTo>
                <a:cubicBezTo>
                  <a:pt x="131909" y="11507"/>
                  <a:pt x="141707" y="8016"/>
                  <a:pt x="139531" y="729"/>
                </a:cubicBezTo>
                <a:cubicBezTo>
                  <a:pt x="139379" y="220"/>
                  <a:pt x="138970" y="0"/>
                  <a:pt x="1385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37"/>
          <p:cNvSpPr/>
          <p:nvPr/>
        </p:nvSpPr>
        <p:spPr>
          <a:xfrm>
            <a:off x="8475" y="-2650"/>
            <a:ext cx="4572045" cy="5143315"/>
          </a:xfrm>
          <a:custGeom>
            <a:avLst/>
            <a:gdLst/>
            <a:ahLst/>
            <a:cxnLst/>
            <a:rect l="l" t="t" r="r" b="b"/>
            <a:pathLst>
              <a:path w="57122" h="190405" extrusionOk="0">
                <a:moveTo>
                  <a:pt x="0" y="0"/>
                </a:moveTo>
                <a:lnTo>
                  <a:pt x="57122" y="0"/>
                </a:lnTo>
                <a:lnTo>
                  <a:pt x="57122" y="190404"/>
                </a:lnTo>
                <a:lnTo>
                  <a:pt x="0" y="1904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0464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4">
  <p:cSld name="Background 2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8"/>
          <p:cNvGrpSpPr/>
          <p:nvPr/>
        </p:nvGrpSpPr>
        <p:grpSpPr>
          <a:xfrm>
            <a:off x="-7720269" y="539619"/>
            <a:ext cx="24584538" cy="8776802"/>
            <a:chOff x="4168525" y="2572625"/>
            <a:chExt cx="3211650" cy="1146575"/>
          </a:xfrm>
        </p:grpSpPr>
        <p:sp>
          <p:nvSpPr>
            <p:cNvPr id="2140" name="Google Shape;2140;p38"/>
            <p:cNvSpPr/>
            <p:nvPr/>
          </p:nvSpPr>
          <p:spPr>
            <a:xfrm>
              <a:off x="4168525" y="2683475"/>
              <a:ext cx="3211650" cy="1035725"/>
            </a:xfrm>
            <a:custGeom>
              <a:avLst/>
              <a:gdLst/>
              <a:ahLst/>
              <a:cxnLst/>
              <a:rect l="l" t="t" r="r" b="b"/>
              <a:pathLst>
                <a:path w="128466" h="41429" extrusionOk="0">
                  <a:moveTo>
                    <a:pt x="64233" y="556"/>
                  </a:moveTo>
                  <a:cubicBezTo>
                    <a:pt x="81288" y="556"/>
                    <a:pt x="97321" y="2678"/>
                    <a:pt x="109373" y="6529"/>
                  </a:cubicBezTo>
                  <a:cubicBezTo>
                    <a:pt x="115218" y="8398"/>
                    <a:pt x="119799" y="10568"/>
                    <a:pt x="122996" y="12981"/>
                  </a:cubicBezTo>
                  <a:cubicBezTo>
                    <a:pt x="126255" y="15446"/>
                    <a:pt x="127910" y="18047"/>
                    <a:pt x="127910" y="20714"/>
                  </a:cubicBezTo>
                  <a:cubicBezTo>
                    <a:pt x="127910" y="23382"/>
                    <a:pt x="126255" y="25981"/>
                    <a:pt x="122996" y="28445"/>
                  </a:cubicBezTo>
                  <a:cubicBezTo>
                    <a:pt x="119799" y="30861"/>
                    <a:pt x="115218" y="33033"/>
                    <a:pt x="109373" y="34897"/>
                  </a:cubicBezTo>
                  <a:cubicBezTo>
                    <a:pt x="97321" y="38750"/>
                    <a:pt x="81286" y="40869"/>
                    <a:pt x="64233" y="40869"/>
                  </a:cubicBezTo>
                  <a:cubicBezTo>
                    <a:pt x="47179" y="40869"/>
                    <a:pt x="31149" y="38750"/>
                    <a:pt x="19095" y="34897"/>
                  </a:cubicBezTo>
                  <a:cubicBezTo>
                    <a:pt x="13252" y="33033"/>
                    <a:pt x="8669" y="30861"/>
                    <a:pt x="5472" y="28445"/>
                  </a:cubicBezTo>
                  <a:cubicBezTo>
                    <a:pt x="2211" y="25981"/>
                    <a:pt x="558" y="23382"/>
                    <a:pt x="558" y="20714"/>
                  </a:cubicBezTo>
                  <a:cubicBezTo>
                    <a:pt x="558" y="18047"/>
                    <a:pt x="2211" y="15446"/>
                    <a:pt x="5472" y="12981"/>
                  </a:cubicBezTo>
                  <a:cubicBezTo>
                    <a:pt x="8669" y="10568"/>
                    <a:pt x="13252" y="8398"/>
                    <a:pt x="19095" y="6529"/>
                  </a:cubicBezTo>
                  <a:cubicBezTo>
                    <a:pt x="31149" y="2678"/>
                    <a:pt x="47179" y="556"/>
                    <a:pt x="64233" y="556"/>
                  </a:cubicBezTo>
                  <a:close/>
                  <a:moveTo>
                    <a:pt x="64233" y="0"/>
                  </a:moveTo>
                  <a:cubicBezTo>
                    <a:pt x="55590" y="0"/>
                    <a:pt x="47199" y="543"/>
                    <a:pt x="39301" y="1608"/>
                  </a:cubicBezTo>
                  <a:cubicBezTo>
                    <a:pt x="31672" y="2640"/>
                    <a:pt x="24817" y="4118"/>
                    <a:pt x="18927" y="5999"/>
                  </a:cubicBezTo>
                  <a:cubicBezTo>
                    <a:pt x="6721" y="9899"/>
                    <a:pt x="0" y="15127"/>
                    <a:pt x="0" y="20714"/>
                  </a:cubicBezTo>
                  <a:cubicBezTo>
                    <a:pt x="0" y="26301"/>
                    <a:pt x="6721" y="31529"/>
                    <a:pt x="18927" y="35429"/>
                  </a:cubicBezTo>
                  <a:cubicBezTo>
                    <a:pt x="24817" y="37311"/>
                    <a:pt x="31672" y="38789"/>
                    <a:pt x="39301" y="39818"/>
                  </a:cubicBezTo>
                  <a:cubicBezTo>
                    <a:pt x="47199" y="40886"/>
                    <a:pt x="55590" y="41428"/>
                    <a:pt x="64233" y="41428"/>
                  </a:cubicBezTo>
                  <a:cubicBezTo>
                    <a:pt x="72880" y="41428"/>
                    <a:pt x="81267" y="40886"/>
                    <a:pt x="89165" y="39818"/>
                  </a:cubicBezTo>
                  <a:cubicBezTo>
                    <a:pt x="96798" y="38786"/>
                    <a:pt x="103651" y="37311"/>
                    <a:pt x="109541" y="35429"/>
                  </a:cubicBezTo>
                  <a:cubicBezTo>
                    <a:pt x="121747" y="31529"/>
                    <a:pt x="128466" y="26303"/>
                    <a:pt x="128466" y="20714"/>
                  </a:cubicBezTo>
                  <a:cubicBezTo>
                    <a:pt x="128466" y="15125"/>
                    <a:pt x="121747" y="9899"/>
                    <a:pt x="109541" y="5999"/>
                  </a:cubicBezTo>
                  <a:cubicBezTo>
                    <a:pt x="103653" y="4118"/>
                    <a:pt x="96798" y="2640"/>
                    <a:pt x="89165" y="1608"/>
                  </a:cubicBezTo>
                  <a:cubicBezTo>
                    <a:pt x="81267" y="543"/>
                    <a:pt x="72878" y="0"/>
                    <a:pt x="64233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8"/>
            <p:cNvSpPr/>
            <p:nvPr/>
          </p:nvSpPr>
          <p:spPr>
            <a:xfrm>
              <a:off x="4463250" y="2655875"/>
              <a:ext cx="2622300" cy="983275"/>
            </a:xfrm>
            <a:custGeom>
              <a:avLst/>
              <a:gdLst/>
              <a:ahLst/>
              <a:cxnLst/>
              <a:rect l="l" t="t" r="r" b="b"/>
              <a:pathLst>
                <a:path w="104892" h="39331" extrusionOk="0">
                  <a:moveTo>
                    <a:pt x="52444" y="372"/>
                  </a:moveTo>
                  <a:cubicBezTo>
                    <a:pt x="66381" y="372"/>
                    <a:pt x="79482" y="2392"/>
                    <a:pt x="89334" y="6066"/>
                  </a:cubicBezTo>
                  <a:cubicBezTo>
                    <a:pt x="94111" y="7847"/>
                    <a:pt x="97859" y="9918"/>
                    <a:pt x="100475" y="12221"/>
                  </a:cubicBezTo>
                  <a:cubicBezTo>
                    <a:pt x="103158" y="14587"/>
                    <a:pt x="104520" y="17094"/>
                    <a:pt x="104520" y="19668"/>
                  </a:cubicBezTo>
                  <a:cubicBezTo>
                    <a:pt x="104520" y="22241"/>
                    <a:pt x="103158" y="24744"/>
                    <a:pt x="100475" y="27111"/>
                  </a:cubicBezTo>
                  <a:cubicBezTo>
                    <a:pt x="97859" y="29413"/>
                    <a:pt x="94111" y="31484"/>
                    <a:pt x="89334" y="33268"/>
                  </a:cubicBezTo>
                  <a:cubicBezTo>
                    <a:pt x="79482" y="36939"/>
                    <a:pt x="66379" y="38959"/>
                    <a:pt x="52444" y="38959"/>
                  </a:cubicBezTo>
                  <a:cubicBezTo>
                    <a:pt x="38509" y="38959"/>
                    <a:pt x="25406" y="36939"/>
                    <a:pt x="15556" y="33268"/>
                  </a:cubicBezTo>
                  <a:cubicBezTo>
                    <a:pt x="10779" y="31484"/>
                    <a:pt x="7029" y="29413"/>
                    <a:pt x="4415" y="27111"/>
                  </a:cubicBezTo>
                  <a:cubicBezTo>
                    <a:pt x="1732" y="24744"/>
                    <a:pt x="372" y="22243"/>
                    <a:pt x="372" y="19668"/>
                  </a:cubicBezTo>
                  <a:cubicBezTo>
                    <a:pt x="372" y="17090"/>
                    <a:pt x="1732" y="14587"/>
                    <a:pt x="4415" y="12221"/>
                  </a:cubicBezTo>
                  <a:cubicBezTo>
                    <a:pt x="7029" y="9918"/>
                    <a:pt x="10779" y="7847"/>
                    <a:pt x="15556" y="6066"/>
                  </a:cubicBezTo>
                  <a:cubicBezTo>
                    <a:pt x="25406" y="2392"/>
                    <a:pt x="38509" y="372"/>
                    <a:pt x="52444" y="372"/>
                  </a:cubicBezTo>
                  <a:close/>
                  <a:moveTo>
                    <a:pt x="52444" y="0"/>
                  </a:moveTo>
                  <a:cubicBezTo>
                    <a:pt x="38464" y="0"/>
                    <a:pt x="25319" y="2031"/>
                    <a:pt x="15428" y="5717"/>
                  </a:cubicBezTo>
                  <a:cubicBezTo>
                    <a:pt x="10606" y="7516"/>
                    <a:pt x="6817" y="9611"/>
                    <a:pt x="4169" y="11943"/>
                  </a:cubicBezTo>
                  <a:cubicBezTo>
                    <a:pt x="1403" y="14384"/>
                    <a:pt x="0" y="16981"/>
                    <a:pt x="0" y="19668"/>
                  </a:cubicBezTo>
                  <a:cubicBezTo>
                    <a:pt x="0" y="22352"/>
                    <a:pt x="1403" y="24949"/>
                    <a:pt x="4169" y="27388"/>
                  </a:cubicBezTo>
                  <a:cubicBezTo>
                    <a:pt x="6817" y="29722"/>
                    <a:pt x="10606" y="31815"/>
                    <a:pt x="15428" y="33616"/>
                  </a:cubicBezTo>
                  <a:cubicBezTo>
                    <a:pt x="25319" y="37302"/>
                    <a:pt x="38464" y="39331"/>
                    <a:pt x="52444" y="39331"/>
                  </a:cubicBezTo>
                  <a:cubicBezTo>
                    <a:pt x="66424" y="39331"/>
                    <a:pt x="79573" y="37302"/>
                    <a:pt x="89464" y="33616"/>
                  </a:cubicBezTo>
                  <a:cubicBezTo>
                    <a:pt x="94284" y="31815"/>
                    <a:pt x="98071" y="29722"/>
                    <a:pt x="100721" y="27388"/>
                  </a:cubicBezTo>
                  <a:cubicBezTo>
                    <a:pt x="103487" y="24949"/>
                    <a:pt x="104892" y="22352"/>
                    <a:pt x="104892" y="19668"/>
                  </a:cubicBezTo>
                  <a:cubicBezTo>
                    <a:pt x="104892" y="16981"/>
                    <a:pt x="103487" y="14384"/>
                    <a:pt x="100721" y="11943"/>
                  </a:cubicBezTo>
                  <a:cubicBezTo>
                    <a:pt x="98071" y="9611"/>
                    <a:pt x="94284" y="7516"/>
                    <a:pt x="89464" y="5717"/>
                  </a:cubicBezTo>
                  <a:cubicBezTo>
                    <a:pt x="79573" y="2031"/>
                    <a:pt x="66424" y="0"/>
                    <a:pt x="52444" y="0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8"/>
            <p:cNvSpPr/>
            <p:nvPr/>
          </p:nvSpPr>
          <p:spPr>
            <a:xfrm>
              <a:off x="4744550" y="2572625"/>
              <a:ext cx="2059700" cy="983300"/>
            </a:xfrm>
            <a:custGeom>
              <a:avLst/>
              <a:gdLst/>
              <a:ahLst/>
              <a:cxnLst/>
              <a:rect l="l" t="t" r="r" b="b"/>
              <a:pathLst>
                <a:path w="82388" h="39332" extrusionOk="0">
                  <a:moveTo>
                    <a:pt x="41192" y="372"/>
                  </a:moveTo>
                  <a:cubicBezTo>
                    <a:pt x="63702" y="372"/>
                    <a:pt x="82015" y="9028"/>
                    <a:pt x="82015" y="19668"/>
                  </a:cubicBezTo>
                  <a:cubicBezTo>
                    <a:pt x="82015" y="30306"/>
                    <a:pt x="63702" y="38960"/>
                    <a:pt x="41192" y="38960"/>
                  </a:cubicBezTo>
                  <a:cubicBezTo>
                    <a:pt x="18682" y="38960"/>
                    <a:pt x="368" y="30308"/>
                    <a:pt x="368" y="19668"/>
                  </a:cubicBezTo>
                  <a:cubicBezTo>
                    <a:pt x="368" y="9026"/>
                    <a:pt x="18682" y="372"/>
                    <a:pt x="41192" y="372"/>
                  </a:cubicBezTo>
                  <a:close/>
                  <a:moveTo>
                    <a:pt x="41192" y="1"/>
                  </a:moveTo>
                  <a:cubicBezTo>
                    <a:pt x="30212" y="1"/>
                    <a:pt x="19886" y="2032"/>
                    <a:pt x="12115" y="5724"/>
                  </a:cubicBezTo>
                  <a:cubicBezTo>
                    <a:pt x="8326" y="7525"/>
                    <a:pt x="5351" y="9622"/>
                    <a:pt x="3269" y="11960"/>
                  </a:cubicBezTo>
                  <a:cubicBezTo>
                    <a:pt x="1101" y="14397"/>
                    <a:pt x="1" y="16992"/>
                    <a:pt x="1" y="19668"/>
                  </a:cubicBezTo>
                  <a:cubicBezTo>
                    <a:pt x="1" y="22342"/>
                    <a:pt x="1101" y="24937"/>
                    <a:pt x="3269" y="27372"/>
                  </a:cubicBezTo>
                  <a:cubicBezTo>
                    <a:pt x="5351" y="29710"/>
                    <a:pt x="8326" y="31809"/>
                    <a:pt x="12115" y="33608"/>
                  </a:cubicBezTo>
                  <a:cubicBezTo>
                    <a:pt x="19886" y="37300"/>
                    <a:pt x="30212" y="39331"/>
                    <a:pt x="41192" y="39331"/>
                  </a:cubicBezTo>
                  <a:cubicBezTo>
                    <a:pt x="52176" y="39331"/>
                    <a:pt x="62502" y="37300"/>
                    <a:pt x="70269" y="33608"/>
                  </a:cubicBezTo>
                  <a:cubicBezTo>
                    <a:pt x="74058" y="31809"/>
                    <a:pt x="77035" y="29710"/>
                    <a:pt x="79117" y="27372"/>
                  </a:cubicBezTo>
                  <a:cubicBezTo>
                    <a:pt x="81287" y="24937"/>
                    <a:pt x="82387" y="22344"/>
                    <a:pt x="82387" y="19668"/>
                  </a:cubicBezTo>
                  <a:cubicBezTo>
                    <a:pt x="82387" y="16990"/>
                    <a:pt x="81287" y="14397"/>
                    <a:pt x="79117" y="11960"/>
                  </a:cubicBezTo>
                  <a:cubicBezTo>
                    <a:pt x="77035" y="9622"/>
                    <a:pt x="74058" y="7525"/>
                    <a:pt x="70269" y="5724"/>
                  </a:cubicBezTo>
                  <a:cubicBezTo>
                    <a:pt x="62502" y="2032"/>
                    <a:pt x="52171" y="1"/>
                    <a:pt x="41192" y="1"/>
                  </a:cubicBezTo>
                  <a:close/>
                </a:path>
              </a:pathLst>
            </a:custGeom>
            <a:solidFill>
              <a:srgbClr val="FFFFFF">
                <a:alpha val="11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3" name="Google Shape;2143;p38"/>
          <p:cNvGrpSpPr/>
          <p:nvPr/>
        </p:nvGrpSpPr>
        <p:grpSpPr>
          <a:xfrm>
            <a:off x="-6857120" y="3625370"/>
            <a:ext cx="22858240" cy="5705346"/>
            <a:chOff x="-66925" y="2844990"/>
            <a:chExt cx="9208863" cy="2298504"/>
          </a:xfrm>
        </p:grpSpPr>
        <p:sp>
          <p:nvSpPr>
            <p:cNvPr id="2144" name="Google Shape;2144;p38"/>
            <p:cNvSpPr/>
            <p:nvPr/>
          </p:nvSpPr>
          <p:spPr>
            <a:xfrm>
              <a:off x="4127853" y="2844990"/>
              <a:ext cx="819334" cy="317914"/>
            </a:xfrm>
            <a:custGeom>
              <a:avLst/>
              <a:gdLst/>
              <a:ahLst/>
              <a:cxnLst/>
              <a:rect l="l" t="t" r="r" b="b"/>
              <a:pathLst>
                <a:path w="21543" h="8359" extrusionOk="0">
                  <a:moveTo>
                    <a:pt x="20894" y="645"/>
                  </a:moveTo>
                  <a:lnTo>
                    <a:pt x="20894" y="7715"/>
                  </a:lnTo>
                  <a:lnTo>
                    <a:pt x="644" y="7715"/>
                  </a:lnTo>
                  <a:lnTo>
                    <a:pt x="644" y="645"/>
                  </a:lnTo>
                  <a:close/>
                  <a:moveTo>
                    <a:pt x="0" y="1"/>
                  </a:moveTo>
                  <a:lnTo>
                    <a:pt x="0" y="8359"/>
                  </a:lnTo>
                  <a:lnTo>
                    <a:pt x="21542" y="8359"/>
                  </a:lnTo>
                  <a:lnTo>
                    <a:pt x="215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8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242118" y="10936"/>
                  </a:moveTo>
                  <a:lnTo>
                    <a:pt x="242110" y="27874"/>
                  </a:lnTo>
                  <a:lnTo>
                    <a:pt x="242085" y="53323"/>
                  </a:lnTo>
                  <a:lnTo>
                    <a:pt x="29" y="53323"/>
                  </a:lnTo>
                  <a:lnTo>
                    <a:pt x="17" y="27874"/>
                  </a:lnTo>
                  <a:lnTo>
                    <a:pt x="0" y="10936"/>
                  </a:lnTo>
                  <a:lnTo>
                    <a:pt x="71176" y="1"/>
                  </a:lnTo>
                  <a:lnTo>
                    <a:pt x="1709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8"/>
            <p:cNvSpPr/>
            <p:nvPr/>
          </p:nvSpPr>
          <p:spPr>
            <a:xfrm>
              <a:off x="-66316" y="3115294"/>
              <a:ext cx="9207440" cy="2028159"/>
            </a:xfrm>
            <a:custGeom>
              <a:avLst/>
              <a:gdLst/>
              <a:ahLst/>
              <a:cxnLst/>
              <a:rect l="l" t="t" r="r" b="b"/>
              <a:pathLst>
                <a:path w="242094" h="53327" extrusionOk="0">
                  <a:moveTo>
                    <a:pt x="98122" y="0"/>
                  </a:moveTo>
                  <a:lnTo>
                    <a:pt x="1" y="27759"/>
                  </a:lnTo>
                  <a:lnTo>
                    <a:pt x="13" y="53327"/>
                  </a:lnTo>
                  <a:lnTo>
                    <a:pt x="242069" y="53327"/>
                  </a:lnTo>
                  <a:lnTo>
                    <a:pt x="242094" y="27759"/>
                  </a:lnTo>
                  <a:lnTo>
                    <a:pt x="1439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8"/>
            <p:cNvSpPr/>
            <p:nvPr/>
          </p:nvSpPr>
          <p:spPr>
            <a:xfrm>
              <a:off x="-66925" y="3115446"/>
              <a:ext cx="9208353" cy="2028007"/>
            </a:xfrm>
            <a:custGeom>
              <a:avLst/>
              <a:gdLst/>
              <a:ahLst/>
              <a:cxnLst/>
              <a:rect l="l" t="t" r="r" b="b"/>
              <a:pathLst>
                <a:path w="242118" h="53323" extrusionOk="0">
                  <a:moveTo>
                    <a:pt x="107937" y="1"/>
                  </a:moveTo>
                  <a:lnTo>
                    <a:pt x="0" y="53323"/>
                  </a:lnTo>
                  <a:lnTo>
                    <a:pt x="242118" y="53323"/>
                  </a:lnTo>
                  <a:lnTo>
                    <a:pt x="1341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8"/>
            <p:cNvSpPr/>
            <p:nvPr/>
          </p:nvSpPr>
          <p:spPr>
            <a:xfrm>
              <a:off x="2135550" y="3115446"/>
              <a:ext cx="4803353" cy="2028007"/>
            </a:xfrm>
            <a:custGeom>
              <a:avLst/>
              <a:gdLst/>
              <a:ahLst/>
              <a:cxnLst/>
              <a:rect l="l" t="t" r="r" b="b"/>
              <a:pathLst>
                <a:path w="126296" h="53323" extrusionOk="0">
                  <a:moveTo>
                    <a:pt x="56306" y="1"/>
                  </a:moveTo>
                  <a:lnTo>
                    <a:pt x="1" y="53323"/>
                  </a:lnTo>
                  <a:lnTo>
                    <a:pt x="126295" y="53323"/>
                  </a:lnTo>
                  <a:lnTo>
                    <a:pt x="699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8"/>
            <p:cNvSpPr/>
            <p:nvPr/>
          </p:nvSpPr>
          <p:spPr>
            <a:xfrm>
              <a:off x="3647491" y="3115446"/>
              <a:ext cx="1779883" cy="2028007"/>
            </a:xfrm>
            <a:custGeom>
              <a:avLst/>
              <a:gdLst/>
              <a:ahLst/>
              <a:cxnLst/>
              <a:rect l="l" t="t" r="r" b="b"/>
              <a:pathLst>
                <a:path w="46799" h="53323" extrusionOk="0">
                  <a:moveTo>
                    <a:pt x="20861" y="1"/>
                  </a:moveTo>
                  <a:lnTo>
                    <a:pt x="0" y="53323"/>
                  </a:lnTo>
                  <a:lnTo>
                    <a:pt x="46798" y="53323"/>
                  </a:lnTo>
                  <a:lnTo>
                    <a:pt x="259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8"/>
            <p:cNvSpPr/>
            <p:nvPr/>
          </p:nvSpPr>
          <p:spPr>
            <a:xfrm>
              <a:off x="5409467" y="3115446"/>
              <a:ext cx="3732472" cy="1055630"/>
            </a:xfrm>
            <a:custGeom>
              <a:avLst/>
              <a:gdLst/>
              <a:ahLst/>
              <a:cxnLst/>
              <a:rect l="l" t="t" r="r" b="b"/>
              <a:pathLst>
                <a:path w="98139" h="27756" extrusionOk="0">
                  <a:moveTo>
                    <a:pt x="1" y="1"/>
                  </a:moveTo>
                  <a:lnTo>
                    <a:pt x="98122" y="27755"/>
                  </a:lnTo>
                  <a:lnTo>
                    <a:pt x="98138" y="10936"/>
                  </a:lnTo>
                  <a:lnTo>
                    <a:pt x="26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8"/>
            <p:cNvSpPr/>
            <p:nvPr/>
          </p:nvSpPr>
          <p:spPr>
            <a:xfrm>
              <a:off x="-66925" y="3115294"/>
              <a:ext cx="3732472" cy="1060308"/>
            </a:xfrm>
            <a:custGeom>
              <a:avLst/>
              <a:gdLst/>
              <a:ahLst/>
              <a:cxnLst/>
              <a:rect l="l" t="t" r="r" b="b"/>
              <a:pathLst>
                <a:path w="98139" h="27879" extrusionOk="0">
                  <a:moveTo>
                    <a:pt x="98138" y="0"/>
                  </a:moveTo>
                  <a:lnTo>
                    <a:pt x="71176" y="5"/>
                  </a:lnTo>
                  <a:lnTo>
                    <a:pt x="0" y="10940"/>
                  </a:lnTo>
                  <a:lnTo>
                    <a:pt x="17" y="27878"/>
                  </a:lnTo>
                  <a:lnTo>
                    <a:pt x="98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8"/>
            <p:cNvSpPr/>
            <p:nvPr/>
          </p:nvSpPr>
          <p:spPr>
            <a:xfrm>
              <a:off x="-66925" y="3529021"/>
              <a:ext cx="9208353" cy="18446"/>
            </a:xfrm>
            <a:custGeom>
              <a:avLst/>
              <a:gdLst/>
              <a:ahLst/>
              <a:cxnLst/>
              <a:rect l="l" t="t" r="r" b="b"/>
              <a:pathLst>
                <a:path w="242118" h="485" extrusionOk="0">
                  <a:moveTo>
                    <a:pt x="0" y="0"/>
                  </a:moveTo>
                  <a:lnTo>
                    <a:pt x="0" y="484"/>
                  </a:lnTo>
                  <a:lnTo>
                    <a:pt x="242118" y="484"/>
                  </a:lnTo>
                  <a:lnTo>
                    <a:pt x="242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8"/>
            <p:cNvSpPr/>
            <p:nvPr/>
          </p:nvSpPr>
          <p:spPr>
            <a:xfrm>
              <a:off x="3050557" y="3329726"/>
              <a:ext cx="2850878" cy="417026"/>
            </a:xfrm>
            <a:custGeom>
              <a:avLst/>
              <a:gdLst/>
              <a:ahLst/>
              <a:cxnLst/>
              <a:rect l="l" t="t" r="r" b="b"/>
              <a:pathLst>
                <a:path w="74959" h="10965" extrusionOk="0">
                  <a:moveTo>
                    <a:pt x="37480" y="480"/>
                  </a:moveTo>
                  <a:cubicBezTo>
                    <a:pt x="59613" y="480"/>
                    <a:pt x="74475" y="3066"/>
                    <a:pt x="74475" y="5482"/>
                  </a:cubicBezTo>
                  <a:cubicBezTo>
                    <a:pt x="74475" y="7899"/>
                    <a:pt x="59604" y="10484"/>
                    <a:pt x="37480" y="10484"/>
                  </a:cubicBezTo>
                  <a:cubicBezTo>
                    <a:pt x="15351" y="10484"/>
                    <a:pt x="489" y="7899"/>
                    <a:pt x="489" y="5482"/>
                  </a:cubicBezTo>
                  <a:cubicBezTo>
                    <a:pt x="489" y="3066"/>
                    <a:pt x="15351" y="480"/>
                    <a:pt x="37480" y="480"/>
                  </a:cubicBezTo>
                  <a:close/>
                  <a:moveTo>
                    <a:pt x="37480" y="0"/>
                  </a:moveTo>
                  <a:cubicBezTo>
                    <a:pt x="19060" y="0"/>
                    <a:pt x="0" y="2052"/>
                    <a:pt x="0" y="5482"/>
                  </a:cubicBezTo>
                  <a:cubicBezTo>
                    <a:pt x="0" y="8913"/>
                    <a:pt x="19060" y="10964"/>
                    <a:pt x="37480" y="10964"/>
                  </a:cubicBezTo>
                  <a:cubicBezTo>
                    <a:pt x="55903" y="10964"/>
                    <a:pt x="74959" y="8913"/>
                    <a:pt x="74959" y="5482"/>
                  </a:cubicBezTo>
                  <a:cubicBezTo>
                    <a:pt x="74959" y="2052"/>
                    <a:pt x="55899" y="0"/>
                    <a:pt x="37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8"/>
            <p:cNvSpPr/>
            <p:nvPr/>
          </p:nvSpPr>
          <p:spPr>
            <a:xfrm>
              <a:off x="2078120" y="4892974"/>
              <a:ext cx="4918363" cy="250520"/>
            </a:xfrm>
            <a:custGeom>
              <a:avLst/>
              <a:gdLst/>
              <a:ahLst/>
              <a:cxnLst/>
              <a:rect l="l" t="t" r="r" b="b"/>
              <a:pathLst>
                <a:path w="129320" h="6587" extrusionOk="0">
                  <a:moveTo>
                    <a:pt x="64664" y="1"/>
                  </a:moveTo>
                  <a:cubicBezTo>
                    <a:pt x="41587" y="1"/>
                    <a:pt x="19434" y="2295"/>
                    <a:pt x="1" y="6587"/>
                  </a:cubicBezTo>
                  <a:lnTo>
                    <a:pt x="2389" y="6587"/>
                  </a:lnTo>
                  <a:cubicBezTo>
                    <a:pt x="20850" y="2701"/>
                    <a:pt x="42084" y="485"/>
                    <a:pt x="64664" y="485"/>
                  </a:cubicBezTo>
                  <a:cubicBezTo>
                    <a:pt x="87236" y="485"/>
                    <a:pt x="108471" y="2701"/>
                    <a:pt x="126931" y="6587"/>
                  </a:cubicBezTo>
                  <a:lnTo>
                    <a:pt x="129319" y="6587"/>
                  </a:lnTo>
                  <a:cubicBezTo>
                    <a:pt x="109886" y="2295"/>
                    <a:pt x="87737" y="1"/>
                    <a:pt x="64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872256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5">
  <p:cSld name="Background 2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39"/>
          <p:cNvSpPr/>
          <p:nvPr/>
        </p:nvSpPr>
        <p:spPr>
          <a:xfrm>
            <a:off x="-1497475" y="4292900"/>
            <a:ext cx="12138900" cy="40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7" name="Google Shape;2157;p39"/>
          <p:cNvGrpSpPr/>
          <p:nvPr/>
        </p:nvGrpSpPr>
        <p:grpSpPr>
          <a:xfrm>
            <a:off x="-1497475" y="4292878"/>
            <a:ext cx="12138951" cy="4091574"/>
            <a:chOff x="713225" y="2300518"/>
            <a:chExt cx="7717560" cy="2600963"/>
          </a:xfrm>
        </p:grpSpPr>
        <p:sp>
          <p:nvSpPr>
            <p:cNvPr id="2158" name="Google Shape;2158;p39"/>
            <p:cNvSpPr/>
            <p:nvPr/>
          </p:nvSpPr>
          <p:spPr>
            <a:xfrm>
              <a:off x="6173758" y="2300518"/>
              <a:ext cx="455766" cy="79512"/>
            </a:xfrm>
            <a:custGeom>
              <a:avLst/>
              <a:gdLst/>
              <a:ahLst/>
              <a:cxnLst/>
              <a:rect l="l" t="t" r="r" b="b"/>
              <a:pathLst>
                <a:path w="16835" h="2937" extrusionOk="0">
                  <a:moveTo>
                    <a:pt x="1" y="0"/>
                  </a:moveTo>
                  <a:lnTo>
                    <a:pt x="529" y="2936"/>
                  </a:lnTo>
                  <a:lnTo>
                    <a:pt x="16835" y="2936"/>
                  </a:lnTo>
                  <a:lnTo>
                    <a:pt x="160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9"/>
            <p:cNvSpPr/>
            <p:nvPr/>
          </p:nvSpPr>
          <p:spPr>
            <a:xfrm>
              <a:off x="4351820" y="2300518"/>
              <a:ext cx="440388" cy="79512"/>
            </a:xfrm>
            <a:custGeom>
              <a:avLst/>
              <a:gdLst/>
              <a:ahLst/>
              <a:cxnLst/>
              <a:rect l="l" t="t" r="r" b="b"/>
              <a:pathLst>
                <a:path w="16267" h="2937" extrusionOk="0">
                  <a:moveTo>
                    <a:pt x="79" y="0"/>
                  </a:moveTo>
                  <a:lnTo>
                    <a:pt x="0" y="2936"/>
                  </a:lnTo>
                  <a:lnTo>
                    <a:pt x="16267" y="2936"/>
                  </a:lnTo>
                  <a:lnTo>
                    <a:pt x="16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9"/>
            <p:cNvSpPr/>
            <p:nvPr/>
          </p:nvSpPr>
          <p:spPr>
            <a:xfrm>
              <a:off x="5263317" y="2300518"/>
              <a:ext cx="447292" cy="79512"/>
            </a:xfrm>
            <a:custGeom>
              <a:avLst/>
              <a:gdLst/>
              <a:ahLst/>
              <a:cxnLst/>
              <a:rect l="l" t="t" r="r" b="b"/>
              <a:pathLst>
                <a:path w="16522" h="2937" extrusionOk="0">
                  <a:moveTo>
                    <a:pt x="1" y="0"/>
                  </a:moveTo>
                  <a:lnTo>
                    <a:pt x="255" y="2936"/>
                  </a:lnTo>
                  <a:lnTo>
                    <a:pt x="16521" y="2936"/>
                  </a:lnTo>
                  <a:lnTo>
                    <a:pt x="16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9"/>
            <p:cNvSpPr/>
            <p:nvPr/>
          </p:nvSpPr>
          <p:spPr>
            <a:xfrm>
              <a:off x="3433420" y="2300518"/>
              <a:ext cx="446750" cy="79512"/>
            </a:xfrm>
            <a:custGeom>
              <a:avLst/>
              <a:gdLst/>
              <a:ahLst/>
              <a:cxnLst/>
              <a:rect l="l" t="t" r="r" b="b"/>
              <a:pathLst>
                <a:path w="16502" h="2937" extrusionOk="0">
                  <a:moveTo>
                    <a:pt x="392" y="0"/>
                  </a:moveTo>
                  <a:lnTo>
                    <a:pt x="0" y="2936"/>
                  </a:lnTo>
                  <a:lnTo>
                    <a:pt x="16267" y="2936"/>
                  </a:lnTo>
                  <a:lnTo>
                    <a:pt x="165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9"/>
            <p:cNvSpPr/>
            <p:nvPr/>
          </p:nvSpPr>
          <p:spPr>
            <a:xfrm>
              <a:off x="2515020" y="2300518"/>
              <a:ext cx="455766" cy="79512"/>
            </a:xfrm>
            <a:custGeom>
              <a:avLst/>
              <a:gdLst/>
              <a:ahLst/>
              <a:cxnLst/>
              <a:rect l="l" t="t" r="r" b="b"/>
              <a:pathLst>
                <a:path w="16835" h="2937" extrusionOk="0">
                  <a:moveTo>
                    <a:pt x="705" y="0"/>
                  </a:moveTo>
                  <a:lnTo>
                    <a:pt x="1" y="2936"/>
                  </a:lnTo>
                  <a:lnTo>
                    <a:pt x="16267" y="2936"/>
                  </a:lnTo>
                  <a:lnTo>
                    <a:pt x="168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9"/>
            <p:cNvSpPr/>
            <p:nvPr/>
          </p:nvSpPr>
          <p:spPr>
            <a:xfrm>
              <a:off x="7241602" y="2398008"/>
              <a:ext cx="166956" cy="81651"/>
            </a:xfrm>
            <a:custGeom>
              <a:avLst/>
              <a:gdLst/>
              <a:ahLst/>
              <a:cxnLst/>
              <a:rect l="l" t="t" r="r" b="b"/>
              <a:pathLst>
                <a:path w="6167" h="3016" extrusionOk="0">
                  <a:moveTo>
                    <a:pt x="0" y="1"/>
                  </a:moveTo>
                  <a:cubicBezTo>
                    <a:pt x="216" y="431"/>
                    <a:pt x="509" y="803"/>
                    <a:pt x="901" y="1097"/>
                  </a:cubicBezTo>
                  <a:cubicBezTo>
                    <a:pt x="1332" y="1469"/>
                    <a:pt x="1801" y="1782"/>
                    <a:pt x="2330" y="2036"/>
                  </a:cubicBezTo>
                  <a:cubicBezTo>
                    <a:pt x="2898" y="2311"/>
                    <a:pt x="3504" y="2526"/>
                    <a:pt x="4131" y="2682"/>
                  </a:cubicBezTo>
                  <a:cubicBezTo>
                    <a:pt x="4796" y="2859"/>
                    <a:pt x="5481" y="2956"/>
                    <a:pt x="6166" y="3015"/>
                  </a:cubicBezTo>
                  <a:lnTo>
                    <a:pt x="51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1735477" y="2398008"/>
              <a:ext cx="166956" cy="81651"/>
            </a:xfrm>
            <a:custGeom>
              <a:avLst/>
              <a:gdLst/>
              <a:ahLst/>
              <a:cxnLst/>
              <a:rect l="l" t="t" r="r" b="b"/>
              <a:pathLst>
                <a:path w="6167" h="3016" extrusionOk="0">
                  <a:moveTo>
                    <a:pt x="999" y="1"/>
                  </a:moveTo>
                  <a:lnTo>
                    <a:pt x="0" y="3015"/>
                  </a:lnTo>
                  <a:cubicBezTo>
                    <a:pt x="686" y="2956"/>
                    <a:pt x="1371" y="2859"/>
                    <a:pt x="2056" y="2682"/>
                  </a:cubicBezTo>
                  <a:cubicBezTo>
                    <a:pt x="2682" y="2526"/>
                    <a:pt x="3289" y="2311"/>
                    <a:pt x="3857" y="2036"/>
                  </a:cubicBezTo>
                  <a:cubicBezTo>
                    <a:pt x="4366" y="1782"/>
                    <a:pt x="4855" y="1469"/>
                    <a:pt x="5286" y="1097"/>
                  </a:cubicBezTo>
                  <a:cubicBezTo>
                    <a:pt x="5657" y="803"/>
                    <a:pt x="5951" y="412"/>
                    <a:pt x="6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9"/>
            <p:cNvSpPr/>
            <p:nvPr/>
          </p:nvSpPr>
          <p:spPr>
            <a:xfrm>
              <a:off x="1650143" y="2398008"/>
              <a:ext cx="381587" cy="339706"/>
            </a:xfrm>
            <a:custGeom>
              <a:avLst/>
              <a:gdLst/>
              <a:ahLst/>
              <a:cxnLst/>
              <a:rect l="l" t="t" r="r" b="b"/>
              <a:pathLst>
                <a:path w="14095" h="12548" extrusionOk="0">
                  <a:moveTo>
                    <a:pt x="10473" y="1"/>
                  </a:moveTo>
                  <a:cubicBezTo>
                    <a:pt x="10219" y="529"/>
                    <a:pt x="9866" y="999"/>
                    <a:pt x="9416" y="1371"/>
                  </a:cubicBezTo>
                  <a:cubicBezTo>
                    <a:pt x="8888" y="1821"/>
                    <a:pt x="8301" y="2193"/>
                    <a:pt x="7674" y="2487"/>
                  </a:cubicBezTo>
                  <a:cubicBezTo>
                    <a:pt x="6969" y="2839"/>
                    <a:pt x="6226" y="3113"/>
                    <a:pt x="5443" y="3309"/>
                  </a:cubicBezTo>
                  <a:cubicBezTo>
                    <a:pt x="4620" y="3505"/>
                    <a:pt x="3779" y="3642"/>
                    <a:pt x="2937" y="3661"/>
                  </a:cubicBezTo>
                  <a:lnTo>
                    <a:pt x="1" y="12548"/>
                  </a:lnTo>
                  <a:lnTo>
                    <a:pt x="10336" y="12548"/>
                  </a:lnTo>
                  <a:lnTo>
                    <a:pt x="140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9"/>
            <p:cNvSpPr/>
            <p:nvPr/>
          </p:nvSpPr>
          <p:spPr>
            <a:xfrm>
              <a:off x="7112301" y="2398008"/>
              <a:ext cx="381560" cy="339706"/>
            </a:xfrm>
            <a:custGeom>
              <a:avLst/>
              <a:gdLst/>
              <a:ahLst/>
              <a:cxnLst/>
              <a:rect l="l" t="t" r="r" b="b"/>
              <a:pathLst>
                <a:path w="14094" h="12548" extrusionOk="0">
                  <a:moveTo>
                    <a:pt x="0" y="1"/>
                  </a:moveTo>
                  <a:lnTo>
                    <a:pt x="3739" y="12548"/>
                  </a:lnTo>
                  <a:lnTo>
                    <a:pt x="14094" y="12548"/>
                  </a:lnTo>
                  <a:lnTo>
                    <a:pt x="11158" y="3661"/>
                  </a:lnTo>
                  <a:cubicBezTo>
                    <a:pt x="10316" y="3622"/>
                    <a:pt x="9455" y="3505"/>
                    <a:pt x="8633" y="3309"/>
                  </a:cubicBezTo>
                  <a:cubicBezTo>
                    <a:pt x="7869" y="3113"/>
                    <a:pt x="7125" y="2839"/>
                    <a:pt x="6421" y="2487"/>
                  </a:cubicBezTo>
                  <a:cubicBezTo>
                    <a:pt x="5794" y="2193"/>
                    <a:pt x="5207" y="1821"/>
                    <a:pt x="4679" y="1371"/>
                  </a:cubicBezTo>
                  <a:cubicBezTo>
                    <a:pt x="4228" y="979"/>
                    <a:pt x="3876" y="529"/>
                    <a:pt x="3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9"/>
            <p:cNvSpPr/>
            <p:nvPr/>
          </p:nvSpPr>
          <p:spPr>
            <a:xfrm>
              <a:off x="7219862" y="2757837"/>
              <a:ext cx="337080" cy="172262"/>
            </a:xfrm>
            <a:custGeom>
              <a:avLst/>
              <a:gdLst/>
              <a:ahLst/>
              <a:cxnLst/>
              <a:rect l="l" t="t" r="r" b="b"/>
              <a:pathLst>
                <a:path w="12451" h="6363" extrusionOk="0">
                  <a:moveTo>
                    <a:pt x="1" y="1"/>
                  </a:moveTo>
                  <a:lnTo>
                    <a:pt x="1880" y="6363"/>
                  </a:lnTo>
                  <a:lnTo>
                    <a:pt x="12450" y="6363"/>
                  </a:lnTo>
                  <a:lnTo>
                    <a:pt x="103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1587090" y="2757837"/>
              <a:ext cx="337594" cy="172262"/>
            </a:xfrm>
            <a:custGeom>
              <a:avLst/>
              <a:gdLst/>
              <a:ahLst/>
              <a:cxnLst/>
              <a:rect l="l" t="t" r="r" b="b"/>
              <a:pathLst>
                <a:path w="12470" h="6363" extrusionOk="0">
                  <a:moveTo>
                    <a:pt x="2095" y="1"/>
                  </a:moveTo>
                  <a:lnTo>
                    <a:pt x="1" y="6363"/>
                  </a:lnTo>
                  <a:lnTo>
                    <a:pt x="10571" y="6363"/>
                  </a:lnTo>
                  <a:lnTo>
                    <a:pt x="12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4588710" y="3029163"/>
              <a:ext cx="240593" cy="831505"/>
            </a:xfrm>
            <a:custGeom>
              <a:avLst/>
              <a:gdLst/>
              <a:ahLst/>
              <a:cxnLst/>
              <a:rect l="l" t="t" r="r" b="b"/>
              <a:pathLst>
                <a:path w="8887" h="30714" extrusionOk="0">
                  <a:moveTo>
                    <a:pt x="0" y="1"/>
                  </a:moveTo>
                  <a:lnTo>
                    <a:pt x="59" y="30713"/>
                  </a:lnTo>
                  <a:cubicBezTo>
                    <a:pt x="842" y="30694"/>
                    <a:pt x="1625" y="30635"/>
                    <a:pt x="2388" y="30596"/>
                  </a:cubicBezTo>
                  <a:cubicBezTo>
                    <a:pt x="3152" y="30537"/>
                    <a:pt x="3915" y="30439"/>
                    <a:pt x="4639" y="30341"/>
                  </a:cubicBezTo>
                  <a:lnTo>
                    <a:pt x="6812" y="29950"/>
                  </a:lnTo>
                  <a:cubicBezTo>
                    <a:pt x="7517" y="29813"/>
                    <a:pt x="8202" y="29637"/>
                    <a:pt x="8887" y="29441"/>
                  </a:cubicBezTo>
                  <a:lnTo>
                    <a:pt x="8163" y="1078"/>
                  </a:lnTo>
                  <a:lnTo>
                    <a:pt x="6225" y="647"/>
                  </a:lnTo>
                  <a:lnTo>
                    <a:pt x="4189" y="314"/>
                  </a:lnTo>
                  <a:cubicBezTo>
                    <a:pt x="3543" y="216"/>
                    <a:pt x="2819" y="158"/>
                    <a:pt x="2134" y="9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4314189" y="3029163"/>
              <a:ext cx="241135" cy="831505"/>
            </a:xfrm>
            <a:custGeom>
              <a:avLst/>
              <a:gdLst/>
              <a:ahLst/>
              <a:cxnLst/>
              <a:rect l="l" t="t" r="r" b="b"/>
              <a:pathLst>
                <a:path w="8907" h="30714" extrusionOk="0">
                  <a:moveTo>
                    <a:pt x="8907" y="1"/>
                  </a:moveTo>
                  <a:lnTo>
                    <a:pt x="6773" y="99"/>
                  </a:lnTo>
                  <a:cubicBezTo>
                    <a:pt x="6069" y="158"/>
                    <a:pt x="5383" y="216"/>
                    <a:pt x="4698" y="314"/>
                  </a:cubicBezTo>
                  <a:lnTo>
                    <a:pt x="2663" y="647"/>
                  </a:lnTo>
                  <a:lnTo>
                    <a:pt x="744" y="1078"/>
                  </a:lnTo>
                  <a:lnTo>
                    <a:pt x="0" y="29441"/>
                  </a:lnTo>
                  <a:cubicBezTo>
                    <a:pt x="686" y="29637"/>
                    <a:pt x="1371" y="29813"/>
                    <a:pt x="2075" y="29950"/>
                  </a:cubicBezTo>
                  <a:lnTo>
                    <a:pt x="4268" y="30341"/>
                  </a:lnTo>
                  <a:cubicBezTo>
                    <a:pt x="4992" y="30439"/>
                    <a:pt x="5736" y="30518"/>
                    <a:pt x="6519" y="30596"/>
                  </a:cubicBezTo>
                  <a:cubicBezTo>
                    <a:pt x="7302" y="30655"/>
                    <a:pt x="8046" y="30694"/>
                    <a:pt x="8829" y="30713"/>
                  </a:cubicBezTo>
                  <a:lnTo>
                    <a:pt x="89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4590280" y="3852699"/>
              <a:ext cx="263415" cy="885541"/>
            </a:xfrm>
            <a:custGeom>
              <a:avLst/>
              <a:gdLst/>
              <a:ahLst/>
              <a:cxnLst/>
              <a:rect l="l" t="t" r="r" b="b"/>
              <a:pathLst>
                <a:path w="9730" h="32710" extrusionOk="0">
                  <a:moveTo>
                    <a:pt x="8868" y="1"/>
                  </a:moveTo>
                  <a:lnTo>
                    <a:pt x="6754" y="490"/>
                  </a:lnTo>
                  <a:cubicBezTo>
                    <a:pt x="6049" y="627"/>
                    <a:pt x="5325" y="745"/>
                    <a:pt x="4581" y="862"/>
                  </a:cubicBezTo>
                  <a:lnTo>
                    <a:pt x="2330" y="1097"/>
                  </a:lnTo>
                  <a:cubicBezTo>
                    <a:pt x="1547" y="1156"/>
                    <a:pt x="784" y="1195"/>
                    <a:pt x="1" y="1195"/>
                  </a:cubicBezTo>
                  <a:lnTo>
                    <a:pt x="59" y="32710"/>
                  </a:lnTo>
                  <a:lnTo>
                    <a:pt x="9729" y="32710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4588710" y="2398008"/>
              <a:ext cx="220993" cy="638072"/>
            </a:xfrm>
            <a:custGeom>
              <a:avLst/>
              <a:gdLst/>
              <a:ahLst/>
              <a:cxnLst/>
              <a:rect l="l" t="t" r="r" b="b"/>
              <a:pathLst>
                <a:path w="8163" h="23569" extrusionOk="0">
                  <a:moveTo>
                    <a:pt x="0" y="1"/>
                  </a:moveTo>
                  <a:lnTo>
                    <a:pt x="0" y="22551"/>
                  </a:lnTo>
                  <a:lnTo>
                    <a:pt x="2134" y="22648"/>
                  </a:lnTo>
                  <a:lnTo>
                    <a:pt x="4228" y="22844"/>
                  </a:lnTo>
                  <a:lnTo>
                    <a:pt x="6225" y="23177"/>
                  </a:lnTo>
                  <a:lnTo>
                    <a:pt x="8163" y="23568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335387" y="2398008"/>
              <a:ext cx="220478" cy="638072"/>
            </a:xfrm>
            <a:custGeom>
              <a:avLst/>
              <a:gdLst/>
              <a:ahLst/>
              <a:cxnLst/>
              <a:rect l="l" t="t" r="r" b="b"/>
              <a:pathLst>
                <a:path w="8144" h="23569" extrusionOk="0">
                  <a:moveTo>
                    <a:pt x="607" y="1"/>
                  </a:moveTo>
                  <a:lnTo>
                    <a:pt x="0" y="23568"/>
                  </a:lnTo>
                  <a:lnTo>
                    <a:pt x="1938" y="23177"/>
                  </a:lnTo>
                  <a:lnTo>
                    <a:pt x="3974" y="22844"/>
                  </a:lnTo>
                  <a:lnTo>
                    <a:pt x="6029" y="22648"/>
                  </a:lnTo>
                  <a:lnTo>
                    <a:pt x="8143" y="22551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6369307" y="3349248"/>
              <a:ext cx="33407" cy="156912"/>
            </a:xfrm>
            <a:custGeom>
              <a:avLst/>
              <a:gdLst/>
              <a:ahLst/>
              <a:cxnLst/>
              <a:rect l="l" t="t" r="r" b="b"/>
              <a:pathLst>
                <a:path w="1234" h="5796" extrusionOk="0">
                  <a:moveTo>
                    <a:pt x="138" y="1"/>
                  </a:moveTo>
                  <a:cubicBezTo>
                    <a:pt x="79" y="216"/>
                    <a:pt x="40" y="451"/>
                    <a:pt x="40" y="686"/>
                  </a:cubicBezTo>
                  <a:cubicBezTo>
                    <a:pt x="20" y="921"/>
                    <a:pt x="1" y="1156"/>
                    <a:pt x="1" y="1391"/>
                  </a:cubicBezTo>
                  <a:cubicBezTo>
                    <a:pt x="1" y="1645"/>
                    <a:pt x="1" y="1880"/>
                    <a:pt x="20" y="2135"/>
                  </a:cubicBezTo>
                  <a:cubicBezTo>
                    <a:pt x="40" y="2369"/>
                    <a:pt x="99" y="2624"/>
                    <a:pt x="138" y="2859"/>
                  </a:cubicBezTo>
                  <a:cubicBezTo>
                    <a:pt x="177" y="3113"/>
                    <a:pt x="236" y="3368"/>
                    <a:pt x="314" y="3622"/>
                  </a:cubicBezTo>
                  <a:cubicBezTo>
                    <a:pt x="392" y="3857"/>
                    <a:pt x="451" y="4112"/>
                    <a:pt x="549" y="4347"/>
                  </a:cubicBezTo>
                  <a:cubicBezTo>
                    <a:pt x="647" y="4601"/>
                    <a:pt x="745" y="4836"/>
                    <a:pt x="882" y="5090"/>
                  </a:cubicBezTo>
                  <a:cubicBezTo>
                    <a:pt x="979" y="5325"/>
                    <a:pt x="1097" y="5560"/>
                    <a:pt x="1234" y="5795"/>
                  </a:cubicBezTo>
                  <a:lnTo>
                    <a:pt x="138" y="1"/>
                  </a:lnTo>
                  <a:close/>
                </a:path>
              </a:pathLst>
            </a:custGeom>
            <a:solidFill>
              <a:srgbClr val="0299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6373016" y="3155297"/>
              <a:ext cx="306867" cy="560157"/>
            </a:xfrm>
            <a:custGeom>
              <a:avLst/>
              <a:gdLst/>
              <a:ahLst/>
              <a:cxnLst/>
              <a:rect l="l" t="t" r="r" b="b"/>
              <a:pathLst>
                <a:path w="11335" h="20691" extrusionOk="0">
                  <a:moveTo>
                    <a:pt x="6871" y="1"/>
                  </a:moveTo>
                  <a:cubicBezTo>
                    <a:pt x="5971" y="353"/>
                    <a:pt x="5090" y="823"/>
                    <a:pt x="4288" y="1371"/>
                  </a:cubicBezTo>
                  <a:cubicBezTo>
                    <a:pt x="3524" y="1821"/>
                    <a:pt x="2839" y="2389"/>
                    <a:pt x="2232" y="3035"/>
                  </a:cubicBezTo>
                  <a:cubicBezTo>
                    <a:pt x="1665" y="3602"/>
                    <a:pt x="1175" y="4268"/>
                    <a:pt x="784" y="4992"/>
                  </a:cubicBezTo>
                  <a:cubicBezTo>
                    <a:pt x="412" y="5658"/>
                    <a:pt x="157" y="6402"/>
                    <a:pt x="1" y="7165"/>
                  </a:cubicBezTo>
                  <a:lnTo>
                    <a:pt x="1097" y="12959"/>
                  </a:lnTo>
                  <a:cubicBezTo>
                    <a:pt x="1567" y="13781"/>
                    <a:pt x="2134" y="14545"/>
                    <a:pt x="2761" y="15230"/>
                  </a:cubicBezTo>
                  <a:cubicBezTo>
                    <a:pt x="3465" y="15993"/>
                    <a:pt x="4229" y="16698"/>
                    <a:pt x="5071" y="17324"/>
                  </a:cubicBezTo>
                  <a:cubicBezTo>
                    <a:pt x="5971" y="18009"/>
                    <a:pt x="6950" y="18636"/>
                    <a:pt x="7948" y="19184"/>
                  </a:cubicBezTo>
                  <a:cubicBezTo>
                    <a:pt x="9044" y="19771"/>
                    <a:pt x="10160" y="20260"/>
                    <a:pt x="11334" y="20691"/>
                  </a:cubicBezTo>
                  <a:lnTo>
                    <a:pt x="68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6192303" y="2398008"/>
              <a:ext cx="523068" cy="883944"/>
            </a:xfrm>
            <a:custGeom>
              <a:avLst/>
              <a:gdLst/>
              <a:ahLst/>
              <a:cxnLst/>
              <a:rect l="l" t="t" r="r" b="b"/>
              <a:pathLst>
                <a:path w="19321" h="32651" extrusionOk="0">
                  <a:moveTo>
                    <a:pt x="1" y="1"/>
                  </a:moveTo>
                  <a:lnTo>
                    <a:pt x="6206" y="32651"/>
                  </a:lnTo>
                  <a:cubicBezTo>
                    <a:pt x="6539" y="32064"/>
                    <a:pt x="6930" y="31496"/>
                    <a:pt x="7380" y="30968"/>
                  </a:cubicBezTo>
                  <a:cubicBezTo>
                    <a:pt x="7870" y="30420"/>
                    <a:pt x="8398" y="29911"/>
                    <a:pt x="8986" y="29460"/>
                  </a:cubicBezTo>
                  <a:cubicBezTo>
                    <a:pt x="9612" y="28951"/>
                    <a:pt x="10277" y="28521"/>
                    <a:pt x="10982" y="28129"/>
                  </a:cubicBezTo>
                  <a:cubicBezTo>
                    <a:pt x="11746" y="27718"/>
                    <a:pt x="12548" y="27366"/>
                    <a:pt x="13351" y="27053"/>
                  </a:cubicBezTo>
                  <a:lnTo>
                    <a:pt x="10258" y="12548"/>
                  </a:lnTo>
                  <a:lnTo>
                    <a:pt x="19321" y="12548"/>
                  </a:lnTo>
                  <a:lnTo>
                    <a:pt x="162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9"/>
            <p:cNvSpPr/>
            <p:nvPr/>
          </p:nvSpPr>
          <p:spPr>
            <a:xfrm>
              <a:off x="2428115" y="2398008"/>
              <a:ext cx="524124" cy="883944"/>
            </a:xfrm>
            <a:custGeom>
              <a:avLst/>
              <a:gdLst/>
              <a:ahLst/>
              <a:cxnLst/>
              <a:rect l="l" t="t" r="r" b="b"/>
              <a:pathLst>
                <a:path w="19360" h="32651" extrusionOk="0">
                  <a:moveTo>
                    <a:pt x="3034" y="1"/>
                  </a:moveTo>
                  <a:lnTo>
                    <a:pt x="0" y="12548"/>
                  </a:lnTo>
                  <a:lnTo>
                    <a:pt x="9083" y="12548"/>
                  </a:lnTo>
                  <a:lnTo>
                    <a:pt x="5971" y="27053"/>
                  </a:lnTo>
                  <a:cubicBezTo>
                    <a:pt x="6793" y="27366"/>
                    <a:pt x="7576" y="27718"/>
                    <a:pt x="8359" y="28129"/>
                  </a:cubicBezTo>
                  <a:cubicBezTo>
                    <a:pt x="9063" y="28521"/>
                    <a:pt x="9729" y="28951"/>
                    <a:pt x="10355" y="29460"/>
                  </a:cubicBezTo>
                  <a:cubicBezTo>
                    <a:pt x="10943" y="29911"/>
                    <a:pt x="11471" y="30420"/>
                    <a:pt x="11941" y="30968"/>
                  </a:cubicBezTo>
                  <a:cubicBezTo>
                    <a:pt x="12411" y="31477"/>
                    <a:pt x="12822" y="32044"/>
                    <a:pt x="13155" y="32651"/>
                  </a:cubicBezTo>
                  <a:lnTo>
                    <a:pt x="193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9"/>
            <p:cNvSpPr/>
            <p:nvPr/>
          </p:nvSpPr>
          <p:spPr>
            <a:xfrm>
              <a:off x="1943209" y="3575552"/>
              <a:ext cx="784344" cy="1162683"/>
            </a:xfrm>
            <a:custGeom>
              <a:avLst/>
              <a:gdLst/>
              <a:ahLst/>
              <a:cxnLst/>
              <a:rect l="l" t="t" r="r" b="b"/>
              <a:pathLst>
                <a:path w="28972" h="42947" extrusionOk="0">
                  <a:moveTo>
                    <a:pt x="28971" y="0"/>
                  </a:moveTo>
                  <a:lnTo>
                    <a:pt x="28971" y="0"/>
                  </a:lnTo>
                  <a:cubicBezTo>
                    <a:pt x="28384" y="666"/>
                    <a:pt x="27757" y="1273"/>
                    <a:pt x="27072" y="1840"/>
                  </a:cubicBezTo>
                  <a:cubicBezTo>
                    <a:pt x="26328" y="2447"/>
                    <a:pt x="25565" y="3015"/>
                    <a:pt x="24743" y="3504"/>
                  </a:cubicBezTo>
                  <a:cubicBezTo>
                    <a:pt x="23921" y="4013"/>
                    <a:pt x="23001" y="4542"/>
                    <a:pt x="22061" y="4972"/>
                  </a:cubicBezTo>
                  <a:cubicBezTo>
                    <a:pt x="21102" y="5422"/>
                    <a:pt x="20104" y="5833"/>
                    <a:pt x="19047" y="6205"/>
                  </a:cubicBezTo>
                  <a:lnTo>
                    <a:pt x="15151" y="24253"/>
                  </a:lnTo>
                  <a:lnTo>
                    <a:pt x="4542" y="24253"/>
                  </a:lnTo>
                  <a:lnTo>
                    <a:pt x="1" y="42947"/>
                  </a:lnTo>
                  <a:lnTo>
                    <a:pt x="20808" y="42947"/>
                  </a:lnTo>
                  <a:lnTo>
                    <a:pt x="28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9"/>
            <p:cNvSpPr/>
            <p:nvPr/>
          </p:nvSpPr>
          <p:spPr>
            <a:xfrm>
              <a:off x="2464691" y="3155297"/>
              <a:ext cx="306840" cy="560157"/>
            </a:xfrm>
            <a:custGeom>
              <a:avLst/>
              <a:gdLst/>
              <a:ahLst/>
              <a:cxnLst/>
              <a:rect l="l" t="t" r="r" b="b"/>
              <a:pathLst>
                <a:path w="11334" h="20691" extrusionOk="0">
                  <a:moveTo>
                    <a:pt x="4424" y="1"/>
                  </a:moveTo>
                  <a:lnTo>
                    <a:pt x="0" y="20691"/>
                  </a:lnTo>
                  <a:cubicBezTo>
                    <a:pt x="1155" y="20260"/>
                    <a:pt x="2290" y="19751"/>
                    <a:pt x="3386" y="19184"/>
                  </a:cubicBezTo>
                  <a:cubicBezTo>
                    <a:pt x="4385" y="18636"/>
                    <a:pt x="5344" y="18009"/>
                    <a:pt x="6244" y="17324"/>
                  </a:cubicBezTo>
                  <a:cubicBezTo>
                    <a:pt x="7066" y="16698"/>
                    <a:pt x="7849" y="15993"/>
                    <a:pt x="8535" y="15230"/>
                  </a:cubicBezTo>
                  <a:cubicBezTo>
                    <a:pt x="9181" y="14545"/>
                    <a:pt x="9729" y="13781"/>
                    <a:pt x="10198" y="12959"/>
                  </a:cubicBezTo>
                  <a:lnTo>
                    <a:pt x="11334" y="7165"/>
                  </a:lnTo>
                  <a:cubicBezTo>
                    <a:pt x="11177" y="6402"/>
                    <a:pt x="10903" y="5658"/>
                    <a:pt x="10512" y="4992"/>
                  </a:cubicBezTo>
                  <a:cubicBezTo>
                    <a:pt x="10140" y="4268"/>
                    <a:pt x="9650" y="3602"/>
                    <a:pt x="9083" y="3035"/>
                  </a:cubicBezTo>
                  <a:cubicBezTo>
                    <a:pt x="8476" y="2389"/>
                    <a:pt x="7791" y="1821"/>
                    <a:pt x="7047" y="1371"/>
                  </a:cubicBezTo>
                  <a:cubicBezTo>
                    <a:pt x="6225" y="823"/>
                    <a:pt x="5344" y="373"/>
                    <a:pt x="44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9"/>
            <p:cNvSpPr/>
            <p:nvPr/>
          </p:nvSpPr>
          <p:spPr>
            <a:xfrm>
              <a:off x="1247918" y="2950218"/>
              <a:ext cx="619527" cy="1006366"/>
            </a:xfrm>
            <a:custGeom>
              <a:avLst/>
              <a:gdLst/>
              <a:ahLst/>
              <a:cxnLst/>
              <a:rect l="l" t="t" r="r" b="b"/>
              <a:pathLst>
                <a:path w="22884" h="37173" extrusionOk="0">
                  <a:moveTo>
                    <a:pt x="12274" y="0"/>
                  </a:moveTo>
                  <a:lnTo>
                    <a:pt x="1" y="37172"/>
                  </a:lnTo>
                  <a:lnTo>
                    <a:pt x="11765" y="37172"/>
                  </a:lnTo>
                  <a:lnTo>
                    <a:pt x="22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9"/>
            <p:cNvSpPr/>
            <p:nvPr/>
          </p:nvSpPr>
          <p:spPr>
            <a:xfrm>
              <a:off x="7276580" y="2950218"/>
              <a:ext cx="619527" cy="1006366"/>
            </a:xfrm>
            <a:custGeom>
              <a:avLst/>
              <a:gdLst/>
              <a:ahLst/>
              <a:cxnLst/>
              <a:rect l="l" t="t" r="r" b="b"/>
              <a:pathLst>
                <a:path w="22884" h="37173" extrusionOk="0">
                  <a:moveTo>
                    <a:pt x="0" y="0"/>
                  </a:moveTo>
                  <a:lnTo>
                    <a:pt x="11119" y="37172"/>
                  </a:lnTo>
                  <a:lnTo>
                    <a:pt x="22883" y="37172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9"/>
            <p:cNvSpPr/>
            <p:nvPr/>
          </p:nvSpPr>
          <p:spPr>
            <a:xfrm>
              <a:off x="6507109" y="2757837"/>
              <a:ext cx="564407" cy="1447810"/>
            </a:xfrm>
            <a:custGeom>
              <a:avLst/>
              <a:gdLst/>
              <a:ahLst/>
              <a:cxnLst/>
              <a:rect l="l" t="t" r="r" b="b"/>
              <a:pathLst>
                <a:path w="20848" h="53479" extrusionOk="0">
                  <a:moveTo>
                    <a:pt x="0" y="1"/>
                  </a:moveTo>
                  <a:lnTo>
                    <a:pt x="2897" y="13351"/>
                  </a:lnTo>
                  <a:lnTo>
                    <a:pt x="8026" y="36860"/>
                  </a:lnTo>
                  <a:lnTo>
                    <a:pt x="11667" y="53478"/>
                  </a:lnTo>
                  <a:lnTo>
                    <a:pt x="20847" y="53478"/>
                  </a:lnTo>
                  <a:lnTo>
                    <a:pt x="7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9"/>
            <p:cNvSpPr/>
            <p:nvPr/>
          </p:nvSpPr>
          <p:spPr>
            <a:xfrm>
              <a:off x="1165778" y="3982001"/>
              <a:ext cx="393255" cy="223673"/>
            </a:xfrm>
            <a:custGeom>
              <a:avLst/>
              <a:gdLst/>
              <a:ahLst/>
              <a:cxnLst/>
              <a:rect l="l" t="t" r="r" b="b"/>
              <a:pathLst>
                <a:path w="14526" h="8262" extrusionOk="0">
                  <a:moveTo>
                    <a:pt x="2741" y="1"/>
                  </a:moveTo>
                  <a:lnTo>
                    <a:pt x="1" y="8261"/>
                  </a:lnTo>
                  <a:lnTo>
                    <a:pt x="12059" y="8261"/>
                  </a:lnTo>
                  <a:lnTo>
                    <a:pt x="14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9"/>
            <p:cNvSpPr/>
            <p:nvPr/>
          </p:nvSpPr>
          <p:spPr>
            <a:xfrm>
              <a:off x="7584482" y="3982001"/>
              <a:ext cx="393770" cy="223673"/>
            </a:xfrm>
            <a:custGeom>
              <a:avLst/>
              <a:gdLst/>
              <a:ahLst/>
              <a:cxnLst/>
              <a:rect l="l" t="t" r="r" b="b"/>
              <a:pathLst>
                <a:path w="14545" h="8262" extrusionOk="0">
                  <a:moveTo>
                    <a:pt x="0" y="1"/>
                  </a:moveTo>
                  <a:lnTo>
                    <a:pt x="2486" y="8261"/>
                  </a:lnTo>
                  <a:lnTo>
                    <a:pt x="14544" y="8261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9"/>
            <p:cNvSpPr/>
            <p:nvPr/>
          </p:nvSpPr>
          <p:spPr>
            <a:xfrm>
              <a:off x="2072510" y="2757837"/>
              <a:ext cx="564949" cy="1447810"/>
            </a:xfrm>
            <a:custGeom>
              <a:avLst/>
              <a:gdLst/>
              <a:ahLst/>
              <a:cxnLst/>
              <a:rect l="l" t="t" r="r" b="b"/>
              <a:pathLst>
                <a:path w="20868" h="53479" extrusionOk="0">
                  <a:moveTo>
                    <a:pt x="12979" y="1"/>
                  </a:moveTo>
                  <a:lnTo>
                    <a:pt x="1" y="53478"/>
                  </a:lnTo>
                  <a:lnTo>
                    <a:pt x="9201" y="53478"/>
                  </a:lnTo>
                  <a:lnTo>
                    <a:pt x="20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9"/>
            <p:cNvSpPr/>
            <p:nvPr/>
          </p:nvSpPr>
          <p:spPr>
            <a:xfrm>
              <a:off x="1041784" y="4232156"/>
              <a:ext cx="442527" cy="506093"/>
            </a:xfrm>
            <a:custGeom>
              <a:avLst/>
              <a:gdLst/>
              <a:ahLst/>
              <a:cxnLst/>
              <a:rect l="l" t="t" r="r" b="b"/>
              <a:pathLst>
                <a:path w="16346" h="18694" extrusionOk="0">
                  <a:moveTo>
                    <a:pt x="4268" y="0"/>
                  </a:moveTo>
                  <a:lnTo>
                    <a:pt x="0" y="12900"/>
                  </a:lnTo>
                  <a:cubicBezTo>
                    <a:pt x="959" y="12939"/>
                    <a:pt x="1899" y="13115"/>
                    <a:pt x="2799" y="13467"/>
                  </a:cubicBezTo>
                  <a:cubicBezTo>
                    <a:pt x="3543" y="13741"/>
                    <a:pt x="4248" y="14152"/>
                    <a:pt x="4855" y="14701"/>
                  </a:cubicBezTo>
                  <a:cubicBezTo>
                    <a:pt x="5383" y="15190"/>
                    <a:pt x="5794" y="15816"/>
                    <a:pt x="6029" y="16521"/>
                  </a:cubicBezTo>
                  <a:cubicBezTo>
                    <a:pt x="6264" y="17206"/>
                    <a:pt x="6303" y="17970"/>
                    <a:pt x="6147" y="18694"/>
                  </a:cubicBezTo>
                  <a:lnTo>
                    <a:pt x="10766" y="18694"/>
                  </a:lnTo>
                  <a:lnTo>
                    <a:pt x="163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9"/>
            <p:cNvSpPr/>
            <p:nvPr/>
          </p:nvSpPr>
          <p:spPr>
            <a:xfrm>
              <a:off x="713225" y="2300518"/>
              <a:ext cx="1347642" cy="2600909"/>
            </a:xfrm>
            <a:custGeom>
              <a:avLst/>
              <a:gdLst/>
              <a:ahLst/>
              <a:cxnLst/>
              <a:rect l="l" t="t" r="r" b="b"/>
              <a:pathLst>
                <a:path w="49779" h="96072" extrusionOk="0">
                  <a:moveTo>
                    <a:pt x="33668" y="0"/>
                  </a:moveTo>
                  <a:lnTo>
                    <a:pt x="0" y="96072"/>
                  </a:lnTo>
                  <a:lnTo>
                    <a:pt x="21121" y="96072"/>
                  </a:lnTo>
                  <a:lnTo>
                    <a:pt x="22589" y="91119"/>
                  </a:lnTo>
                  <a:lnTo>
                    <a:pt x="8398" y="91119"/>
                  </a:lnTo>
                  <a:lnTo>
                    <a:pt x="37838" y="2936"/>
                  </a:lnTo>
                  <a:lnTo>
                    <a:pt x="48897" y="2936"/>
                  </a:lnTo>
                  <a:lnTo>
                    <a:pt x="497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9"/>
            <p:cNvSpPr/>
            <p:nvPr/>
          </p:nvSpPr>
          <p:spPr>
            <a:xfrm>
              <a:off x="7659204" y="4232156"/>
              <a:ext cx="443041" cy="506093"/>
            </a:xfrm>
            <a:custGeom>
              <a:avLst/>
              <a:gdLst/>
              <a:ahLst/>
              <a:cxnLst/>
              <a:rect l="l" t="t" r="r" b="b"/>
              <a:pathLst>
                <a:path w="16365" h="18694" extrusionOk="0">
                  <a:moveTo>
                    <a:pt x="0" y="0"/>
                  </a:moveTo>
                  <a:lnTo>
                    <a:pt x="5579" y="18694"/>
                  </a:lnTo>
                  <a:lnTo>
                    <a:pt x="10218" y="18694"/>
                  </a:lnTo>
                  <a:cubicBezTo>
                    <a:pt x="10062" y="17970"/>
                    <a:pt x="10101" y="17226"/>
                    <a:pt x="10336" y="16521"/>
                  </a:cubicBezTo>
                  <a:cubicBezTo>
                    <a:pt x="10571" y="15816"/>
                    <a:pt x="10982" y="15209"/>
                    <a:pt x="11510" y="14701"/>
                  </a:cubicBezTo>
                  <a:cubicBezTo>
                    <a:pt x="12117" y="14152"/>
                    <a:pt x="12802" y="13741"/>
                    <a:pt x="13565" y="13467"/>
                  </a:cubicBezTo>
                  <a:cubicBezTo>
                    <a:pt x="14466" y="13115"/>
                    <a:pt x="15405" y="12939"/>
                    <a:pt x="16365" y="12900"/>
                  </a:cubicBezTo>
                  <a:lnTo>
                    <a:pt x="120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9"/>
            <p:cNvSpPr/>
            <p:nvPr/>
          </p:nvSpPr>
          <p:spPr>
            <a:xfrm>
              <a:off x="7972927" y="4609988"/>
              <a:ext cx="181250" cy="128270"/>
            </a:xfrm>
            <a:custGeom>
              <a:avLst/>
              <a:gdLst/>
              <a:ahLst/>
              <a:cxnLst/>
              <a:rect l="l" t="t" r="r" b="b"/>
              <a:pathLst>
                <a:path w="6695" h="4738" extrusionOk="0">
                  <a:moveTo>
                    <a:pt x="5129" y="1"/>
                  </a:moveTo>
                  <a:cubicBezTo>
                    <a:pt x="4346" y="20"/>
                    <a:pt x="3583" y="196"/>
                    <a:pt x="2858" y="490"/>
                  </a:cubicBezTo>
                  <a:cubicBezTo>
                    <a:pt x="2252" y="725"/>
                    <a:pt x="1684" y="1058"/>
                    <a:pt x="1195" y="1508"/>
                  </a:cubicBezTo>
                  <a:cubicBezTo>
                    <a:pt x="744" y="1899"/>
                    <a:pt x="431" y="2408"/>
                    <a:pt x="235" y="2976"/>
                  </a:cubicBezTo>
                  <a:cubicBezTo>
                    <a:pt x="40" y="3544"/>
                    <a:pt x="0" y="4151"/>
                    <a:pt x="98" y="4738"/>
                  </a:cubicBezTo>
                  <a:lnTo>
                    <a:pt x="6695" y="4738"/>
                  </a:lnTo>
                  <a:lnTo>
                    <a:pt x="51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9"/>
            <p:cNvSpPr/>
            <p:nvPr/>
          </p:nvSpPr>
          <p:spPr>
            <a:xfrm>
              <a:off x="3117044" y="2398008"/>
              <a:ext cx="755187" cy="2340201"/>
            </a:xfrm>
            <a:custGeom>
              <a:avLst/>
              <a:gdLst/>
              <a:ahLst/>
              <a:cxnLst/>
              <a:rect l="l" t="t" r="r" b="b"/>
              <a:pathLst>
                <a:path w="27895" h="86442" extrusionOk="0">
                  <a:moveTo>
                    <a:pt x="11589" y="1"/>
                  </a:moveTo>
                  <a:lnTo>
                    <a:pt x="0" y="86442"/>
                  </a:lnTo>
                  <a:lnTo>
                    <a:pt x="20808" y="86442"/>
                  </a:lnTo>
                  <a:lnTo>
                    <a:pt x="27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9"/>
            <p:cNvSpPr/>
            <p:nvPr/>
          </p:nvSpPr>
          <p:spPr>
            <a:xfrm>
              <a:off x="5271277" y="2398008"/>
              <a:ext cx="755160" cy="2340201"/>
            </a:xfrm>
            <a:custGeom>
              <a:avLst/>
              <a:gdLst/>
              <a:ahLst/>
              <a:cxnLst/>
              <a:rect l="l" t="t" r="r" b="b"/>
              <a:pathLst>
                <a:path w="27894" h="86442" extrusionOk="0">
                  <a:moveTo>
                    <a:pt x="0" y="1"/>
                  </a:moveTo>
                  <a:lnTo>
                    <a:pt x="7125" y="86442"/>
                  </a:lnTo>
                  <a:lnTo>
                    <a:pt x="27894" y="86442"/>
                  </a:lnTo>
                  <a:lnTo>
                    <a:pt x="163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9"/>
            <p:cNvSpPr/>
            <p:nvPr/>
          </p:nvSpPr>
          <p:spPr>
            <a:xfrm>
              <a:off x="989316" y="4609988"/>
              <a:ext cx="181792" cy="128270"/>
            </a:xfrm>
            <a:custGeom>
              <a:avLst/>
              <a:gdLst/>
              <a:ahLst/>
              <a:cxnLst/>
              <a:rect l="l" t="t" r="r" b="b"/>
              <a:pathLst>
                <a:path w="6715" h="4738" extrusionOk="0">
                  <a:moveTo>
                    <a:pt x="1605" y="1"/>
                  </a:moveTo>
                  <a:lnTo>
                    <a:pt x="0" y="4738"/>
                  </a:lnTo>
                  <a:lnTo>
                    <a:pt x="6617" y="4738"/>
                  </a:lnTo>
                  <a:cubicBezTo>
                    <a:pt x="6714" y="4151"/>
                    <a:pt x="6675" y="3544"/>
                    <a:pt x="6499" y="2976"/>
                  </a:cubicBezTo>
                  <a:cubicBezTo>
                    <a:pt x="6284" y="2408"/>
                    <a:pt x="5951" y="1919"/>
                    <a:pt x="5520" y="1508"/>
                  </a:cubicBezTo>
                  <a:cubicBezTo>
                    <a:pt x="5031" y="1058"/>
                    <a:pt x="4463" y="725"/>
                    <a:pt x="3857" y="490"/>
                  </a:cubicBezTo>
                  <a:cubicBezTo>
                    <a:pt x="3132" y="196"/>
                    <a:pt x="2369" y="20"/>
                    <a:pt x="1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9"/>
            <p:cNvSpPr/>
            <p:nvPr/>
          </p:nvSpPr>
          <p:spPr>
            <a:xfrm>
              <a:off x="6415954" y="3575552"/>
              <a:ext cx="784317" cy="1162683"/>
            </a:xfrm>
            <a:custGeom>
              <a:avLst/>
              <a:gdLst/>
              <a:ahLst/>
              <a:cxnLst/>
              <a:rect l="l" t="t" r="r" b="b"/>
              <a:pathLst>
                <a:path w="28971" h="42947" extrusionOk="0">
                  <a:moveTo>
                    <a:pt x="0" y="0"/>
                  </a:moveTo>
                  <a:lnTo>
                    <a:pt x="8182" y="42947"/>
                  </a:lnTo>
                  <a:lnTo>
                    <a:pt x="28971" y="42947"/>
                  </a:lnTo>
                  <a:lnTo>
                    <a:pt x="24449" y="24253"/>
                  </a:lnTo>
                  <a:lnTo>
                    <a:pt x="13840" y="24253"/>
                  </a:lnTo>
                  <a:lnTo>
                    <a:pt x="9964" y="6205"/>
                  </a:lnTo>
                  <a:cubicBezTo>
                    <a:pt x="8926" y="5833"/>
                    <a:pt x="7928" y="5442"/>
                    <a:pt x="6930" y="4972"/>
                  </a:cubicBezTo>
                  <a:cubicBezTo>
                    <a:pt x="5971" y="4502"/>
                    <a:pt x="5070" y="4013"/>
                    <a:pt x="4248" y="3504"/>
                  </a:cubicBezTo>
                  <a:cubicBezTo>
                    <a:pt x="3426" y="2995"/>
                    <a:pt x="2643" y="2447"/>
                    <a:pt x="1919" y="1840"/>
                  </a:cubicBezTo>
                  <a:cubicBezTo>
                    <a:pt x="1233" y="1273"/>
                    <a:pt x="588" y="66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9"/>
            <p:cNvSpPr/>
            <p:nvPr/>
          </p:nvSpPr>
          <p:spPr>
            <a:xfrm>
              <a:off x="4290337" y="3852699"/>
              <a:ext cx="262874" cy="885541"/>
            </a:xfrm>
            <a:custGeom>
              <a:avLst/>
              <a:gdLst/>
              <a:ahLst/>
              <a:cxnLst/>
              <a:rect l="l" t="t" r="r" b="b"/>
              <a:pathLst>
                <a:path w="9710" h="32710" extrusionOk="0">
                  <a:moveTo>
                    <a:pt x="862" y="1"/>
                  </a:moveTo>
                  <a:lnTo>
                    <a:pt x="1" y="32710"/>
                  </a:lnTo>
                  <a:lnTo>
                    <a:pt x="9670" y="32710"/>
                  </a:lnTo>
                  <a:lnTo>
                    <a:pt x="9710" y="1195"/>
                  </a:lnTo>
                  <a:cubicBezTo>
                    <a:pt x="8927" y="1195"/>
                    <a:pt x="8183" y="1156"/>
                    <a:pt x="7400" y="1097"/>
                  </a:cubicBezTo>
                  <a:lnTo>
                    <a:pt x="5149" y="862"/>
                  </a:lnTo>
                  <a:cubicBezTo>
                    <a:pt x="4405" y="764"/>
                    <a:pt x="3681" y="627"/>
                    <a:pt x="2956" y="490"/>
                  </a:cubicBezTo>
                  <a:lnTo>
                    <a:pt x="8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9"/>
            <p:cNvSpPr/>
            <p:nvPr/>
          </p:nvSpPr>
          <p:spPr>
            <a:xfrm>
              <a:off x="7204512" y="2380005"/>
              <a:ext cx="241135" cy="117143"/>
            </a:xfrm>
            <a:custGeom>
              <a:avLst/>
              <a:gdLst/>
              <a:ahLst/>
              <a:cxnLst/>
              <a:rect l="l" t="t" r="r" b="b"/>
              <a:pathLst>
                <a:path w="8907" h="4327" extrusionOk="0">
                  <a:moveTo>
                    <a:pt x="6558" y="666"/>
                  </a:moveTo>
                  <a:lnTo>
                    <a:pt x="7536" y="3680"/>
                  </a:lnTo>
                  <a:cubicBezTo>
                    <a:pt x="6851" y="3621"/>
                    <a:pt x="6166" y="3524"/>
                    <a:pt x="5501" y="3347"/>
                  </a:cubicBezTo>
                  <a:cubicBezTo>
                    <a:pt x="4874" y="3191"/>
                    <a:pt x="4268" y="2976"/>
                    <a:pt x="3700" y="2701"/>
                  </a:cubicBezTo>
                  <a:cubicBezTo>
                    <a:pt x="3171" y="2447"/>
                    <a:pt x="2702" y="2134"/>
                    <a:pt x="2271" y="1762"/>
                  </a:cubicBezTo>
                  <a:cubicBezTo>
                    <a:pt x="1879" y="1468"/>
                    <a:pt x="1586" y="1096"/>
                    <a:pt x="1370" y="666"/>
                  </a:cubicBezTo>
                  <a:close/>
                  <a:moveTo>
                    <a:pt x="0" y="0"/>
                  </a:moveTo>
                  <a:lnTo>
                    <a:pt x="98" y="353"/>
                  </a:lnTo>
                  <a:cubicBezTo>
                    <a:pt x="98" y="372"/>
                    <a:pt x="98" y="392"/>
                    <a:pt x="118" y="411"/>
                  </a:cubicBezTo>
                  <a:cubicBezTo>
                    <a:pt x="118" y="450"/>
                    <a:pt x="137" y="470"/>
                    <a:pt x="137" y="509"/>
                  </a:cubicBezTo>
                  <a:lnTo>
                    <a:pt x="137" y="587"/>
                  </a:lnTo>
                  <a:lnTo>
                    <a:pt x="196" y="666"/>
                  </a:lnTo>
                  <a:cubicBezTo>
                    <a:pt x="450" y="1194"/>
                    <a:pt x="803" y="1644"/>
                    <a:pt x="1253" y="2036"/>
                  </a:cubicBezTo>
                  <a:cubicBezTo>
                    <a:pt x="1782" y="2486"/>
                    <a:pt x="2349" y="2858"/>
                    <a:pt x="2976" y="3152"/>
                  </a:cubicBezTo>
                  <a:cubicBezTo>
                    <a:pt x="3680" y="3504"/>
                    <a:pt x="4444" y="3778"/>
                    <a:pt x="5207" y="3974"/>
                  </a:cubicBezTo>
                  <a:cubicBezTo>
                    <a:pt x="6029" y="4170"/>
                    <a:pt x="6871" y="4287"/>
                    <a:pt x="7732" y="4326"/>
                  </a:cubicBezTo>
                  <a:lnTo>
                    <a:pt x="8907" y="4326"/>
                  </a:lnTo>
                  <a:lnTo>
                    <a:pt x="74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9"/>
            <p:cNvSpPr/>
            <p:nvPr/>
          </p:nvSpPr>
          <p:spPr>
            <a:xfrm>
              <a:off x="6333814" y="2497637"/>
              <a:ext cx="1807089" cy="2084258"/>
            </a:xfrm>
            <a:custGeom>
              <a:avLst/>
              <a:gdLst/>
              <a:ahLst/>
              <a:cxnLst/>
              <a:rect l="l" t="t" r="r" b="b"/>
              <a:pathLst>
                <a:path w="66750" h="76988" extrusionOk="0">
                  <a:moveTo>
                    <a:pt x="8319" y="24273"/>
                  </a:moveTo>
                  <a:lnTo>
                    <a:pt x="12782" y="44983"/>
                  </a:lnTo>
                  <a:cubicBezTo>
                    <a:pt x="11608" y="44552"/>
                    <a:pt x="10492" y="44063"/>
                    <a:pt x="9396" y="43476"/>
                  </a:cubicBezTo>
                  <a:cubicBezTo>
                    <a:pt x="8398" y="42928"/>
                    <a:pt x="7419" y="42301"/>
                    <a:pt x="6519" y="41616"/>
                  </a:cubicBezTo>
                  <a:cubicBezTo>
                    <a:pt x="5677" y="40990"/>
                    <a:pt x="4913" y="40285"/>
                    <a:pt x="4209" y="39522"/>
                  </a:cubicBezTo>
                  <a:cubicBezTo>
                    <a:pt x="3582" y="38837"/>
                    <a:pt x="3015" y="38073"/>
                    <a:pt x="2545" y="37251"/>
                  </a:cubicBezTo>
                  <a:cubicBezTo>
                    <a:pt x="2408" y="37016"/>
                    <a:pt x="2290" y="36781"/>
                    <a:pt x="2193" y="36546"/>
                  </a:cubicBezTo>
                  <a:cubicBezTo>
                    <a:pt x="2056" y="36292"/>
                    <a:pt x="1958" y="36057"/>
                    <a:pt x="1860" y="35803"/>
                  </a:cubicBezTo>
                  <a:cubicBezTo>
                    <a:pt x="1762" y="35568"/>
                    <a:pt x="1703" y="35313"/>
                    <a:pt x="1625" y="35078"/>
                  </a:cubicBezTo>
                  <a:cubicBezTo>
                    <a:pt x="1547" y="34824"/>
                    <a:pt x="1488" y="34569"/>
                    <a:pt x="1449" y="34315"/>
                  </a:cubicBezTo>
                  <a:cubicBezTo>
                    <a:pt x="1410" y="34080"/>
                    <a:pt x="1351" y="33825"/>
                    <a:pt x="1331" y="33591"/>
                  </a:cubicBezTo>
                  <a:cubicBezTo>
                    <a:pt x="1312" y="33336"/>
                    <a:pt x="1312" y="33101"/>
                    <a:pt x="1312" y="32847"/>
                  </a:cubicBezTo>
                  <a:cubicBezTo>
                    <a:pt x="1312" y="32612"/>
                    <a:pt x="1331" y="32377"/>
                    <a:pt x="1351" y="32142"/>
                  </a:cubicBezTo>
                  <a:cubicBezTo>
                    <a:pt x="1351" y="31907"/>
                    <a:pt x="1390" y="31672"/>
                    <a:pt x="1449" y="31457"/>
                  </a:cubicBezTo>
                  <a:cubicBezTo>
                    <a:pt x="1605" y="30694"/>
                    <a:pt x="1860" y="29950"/>
                    <a:pt x="2232" y="29265"/>
                  </a:cubicBezTo>
                  <a:cubicBezTo>
                    <a:pt x="2623" y="28560"/>
                    <a:pt x="3113" y="27894"/>
                    <a:pt x="3680" y="27307"/>
                  </a:cubicBezTo>
                  <a:cubicBezTo>
                    <a:pt x="4287" y="26681"/>
                    <a:pt x="4972" y="26113"/>
                    <a:pt x="5736" y="25643"/>
                  </a:cubicBezTo>
                  <a:cubicBezTo>
                    <a:pt x="6538" y="25115"/>
                    <a:pt x="7419" y="24645"/>
                    <a:pt x="8319" y="24273"/>
                  </a:cubicBezTo>
                  <a:close/>
                  <a:moveTo>
                    <a:pt x="45452" y="16717"/>
                  </a:moveTo>
                  <a:lnTo>
                    <a:pt x="57706" y="53889"/>
                  </a:lnTo>
                  <a:lnTo>
                    <a:pt x="29617" y="53889"/>
                  </a:lnTo>
                  <a:lnTo>
                    <a:pt x="20142" y="16717"/>
                  </a:lnTo>
                  <a:close/>
                  <a:moveTo>
                    <a:pt x="43084" y="9612"/>
                  </a:moveTo>
                  <a:lnTo>
                    <a:pt x="45178" y="15974"/>
                  </a:lnTo>
                  <a:lnTo>
                    <a:pt x="18733" y="15974"/>
                  </a:lnTo>
                  <a:lnTo>
                    <a:pt x="28462" y="54829"/>
                  </a:lnTo>
                  <a:lnTo>
                    <a:pt x="58019" y="54829"/>
                  </a:lnTo>
                  <a:lnTo>
                    <a:pt x="60740" y="63089"/>
                  </a:lnTo>
                  <a:lnTo>
                    <a:pt x="18068" y="63089"/>
                  </a:lnTo>
                  <a:lnTo>
                    <a:pt x="14427" y="46471"/>
                  </a:lnTo>
                  <a:lnTo>
                    <a:pt x="9298" y="22962"/>
                  </a:lnTo>
                  <a:lnTo>
                    <a:pt x="6401" y="9612"/>
                  </a:lnTo>
                  <a:close/>
                  <a:moveTo>
                    <a:pt x="41087" y="1"/>
                  </a:moveTo>
                  <a:lnTo>
                    <a:pt x="40500" y="20"/>
                  </a:lnTo>
                  <a:lnTo>
                    <a:pt x="39913" y="20"/>
                  </a:lnTo>
                  <a:lnTo>
                    <a:pt x="42849" y="8888"/>
                  </a:lnTo>
                  <a:lnTo>
                    <a:pt x="5031" y="8888"/>
                  </a:lnTo>
                  <a:lnTo>
                    <a:pt x="8124" y="23412"/>
                  </a:lnTo>
                  <a:cubicBezTo>
                    <a:pt x="7321" y="23705"/>
                    <a:pt x="6519" y="24058"/>
                    <a:pt x="5755" y="24469"/>
                  </a:cubicBezTo>
                  <a:cubicBezTo>
                    <a:pt x="5050" y="24860"/>
                    <a:pt x="4385" y="25291"/>
                    <a:pt x="3759" y="25800"/>
                  </a:cubicBezTo>
                  <a:cubicBezTo>
                    <a:pt x="3171" y="26250"/>
                    <a:pt x="2643" y="26759"/>
                    <a:pt x="2153" y="27307"/>
                  </a:cubicBezTo>
                  <a:cubicBezTo>
                    <a:pt x="1703" y="27836"/>
                    <a:pt x="1312" y="28403"/>
                    <a:pt x="979" y="29010"/>
                  </a:cubicBezTo>
                  <a:cubicBezTo>
                    <a:pt x="764" y="29402"/>
                    <a:pt x="587" y="29832"/>
                    <a:pt x="431" y="30243"/>
                  </a:cubicBezTo>
                  <a:cubicBezTo>
                    <a:pt x="274" y="30694"/>
                    <a:pt x="176" y="31124"/>
                    <a:pt x="98" y="31574"/>
                  </a:cubicBezTo>
                  <a:cubicBezTo>
                    <a:pt x="39" y="32025"/>
                    <a:pt x="0" y="32494"/>
                    <a:pt x="0" y="32945"/>
                  </a:cubicBezTo>
                  <a:cubicBezTo>
                    <a:pt x="0" y="33414"/>
                    <a:pt x="59" y="33884"/>
                    <a:pt x="157" y="34334"/>
                  </a:cubicBezTo>
                  <a:cubicBezTo>
                    <a:pt x="235" y="34824"/>
                    <a:pt x="353" y="35313"/>
                    <a:pt x="529" y="35783"/>
                  </a:cubicBezTo>
                  <a:cubicBezTo>
                    <a:pt x="685" y="36253"/>
                    <a:pt x="920" y="36723"/>
                    <a:pt x="1136" y="37173"/>
                  </a:cubicBezTo>
                  <a:cubicBezTo>
                    <a:pt x="1390" y="37643"/>
                    <a:pt x="1684" y="38112"/>
                    <a:pt x="1997" y="38543"/>
                  </a:cubicBezTo>
                  <a:cubicBezTo>
                    <a:pt x="2310" y="38993"/>
                    <a:pt x="2662" y="39443"/>
                    <a:pt x="3034" y="39835"/>
                  </a:cubicBezTo>
                  <a:cubicBezTo>
                    <a:pt x="3622" y="40500"/>
                    <a:pt x="4267" y="41127"/>
                    <a:pt x="4953" y="41675"/>
                  </a:cubicBezTo>
                  <a:cubicBezTo>
                    <a:pt x="5677" y="42282"/>
                    <a:pt x="6460" y="42849"/>
                    <a:pt x="7282" y="43339"/>
                  </a:cubicBezTo>
                  <a:cubicBezTo>
                    <a:pt x="8104" y="43848"/>
                    <a:pt x="9005" y="44337"/>
                    <a:pt x="9964" y="44807"/>
                  </a:cubicBezTo>
                  <a:cubicBezTo>
                    <a:pt x="10962" y="45277"/>
                    <a:pt x="11960" y="45688"/>
                    <a:pt x="12998" y="46040"/>
                  </a:cubicBezTo>
                  <a:lnTo>
                    <a:pt x="16874" y="64088"/>
                  </a:lnTo>
                  <a:lnTo>
                    <a:pt x="61053" y="64088"/>
                  </a:lnTo>
                  <a:lnTo>
                    <a:pt x="65321" y="76987"/>
                  </a:lnTo>
                  <a:lnTo>
                    <a:pt x="66750" y="76987"/>
                  </a:lnTo>
                  <a:lnTo>
                    <a:pt x="62482" y="64107"/>
                  </a:lnTo>
                  <a:lnTo>
                    <a:pt x="59390" y="54868"/>
                  </a:lnTo>
                  <a:lnTo>
                    <a:pt x="46431" y="15974"/>
                  </a:lnTo>
                  <a:lnTo>
                    <a:pt x="44043" y="8868"/>
                  </a:lnTo>
                  <a:lnTo>
                    <a:pt x="410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9"/>
            <p:cNvSpPr/>
            <p:nvPr/>
          </p:nvSpPr>
          <p:spPr>
            <a:xfrm>
              <a:off x="1002555" y="2497123"/>
              <a:ext cx="1807631" cy="2083716"/>
            </a:xfrm>
            <a:custGeom>
              <a:avLst/>
              <a:gdLst/>
              <a:ahLst/>
              <a:cxnLst/>
              <a:rect l="l" t="t" r="r" b="b"/>
              <a:pathLst>
                <a:path w="66770" h="76968" extrusionOk="0">
                  <a:moveTo>
                    <a:pt x="58431" y="24312"/>
                  </a:moveTo>
                  <a:cubicBezTo>
                    <a:pt x="59351" y="24684"/>
                    <a:pt x="60232" y="25134"/>
                    <a:pt x="61054" y="25682"/>
                  </a:cubicBezTo>
                  <a:cubicBezTo>
                    <a:pt x="61798" y="26132"/>
                    <a:pt x="62483" y="26700"/>
                    <a:pt x="63090" y="27346"/>
                  </a:cubicBezTo>
                  <a:cubicBezTo>
                    <a:pt x="63657" y="27913"/>
                    <a:pt x="64147" y="28579"/>
                    <a:pt x="64538" y="29303"/>
                  </a:cubicBezTo>
                  <a:cubicBezTo>
                    <a:pt x="64910" y="29969"/>
                    <a:pt x="65184" y="30713"/>
                    <a:pt x="65341" y="31476"/>
                  </a:cubicBezTo>
                  <a:cubicBezTo>
                    <a:pt x="65360" y="31691"/>
                    <a:pt x="65419" y="31946"/>
                    <a:pt x="65439" y="32161"/>
                  </a:cubicBezTo>
                  <a:cubicBezTo>
                    <a:pt x="65458" y="32376"/>
                    <a:pt x="65458" y="32650"/>
                    <a:pt x="65458" y="32866"/>
                  </a:cubicBezTo>
                  <a:cubicBezTo>
                    <a:pt x="65458" y="33081"/>
                    <a:pt x="65458" y="33355"/>
                    <a:pt x="65439" y="33610"/>
                  </a:cubicBezTo>
                  <a:cubicBezTo>
                    <a:pt x="65419" y="33844"/>
                    <a:pt x="65380" y="34099"/>
                    <a:pt x="65341" y="34334"/>
                  </a:cubicBezTo>
                  <a:cubicBezTo>
                    <a:pt x="65282" y="34588"/>
                    <a:pt x="65223" y="34843"/>
                    <a:pt x="65145" y="35097"/>
                  </a:cubicBezTo>
                  <a:cubicBezTo>
                    <a:pt x="65086" y="35352"/>
                    <a:pt x="65008" y="35587"/>
                    <a:pt x="64891" y="35822"/>
                  </a:cubicBezTo>
                  <a:cubicBezTo>
                    <a:pt x="64832" y="36076"/>
                    <a:pt x="64695" y="36311"/>
                    <a:pt x="64597" y="36565"/>
                  </a:cubicBezTo>
                  <a:lnTo>
                    <a:pt x="64205" y="37270"/>
                  </a:lnTo>
                  <a:cubicBezTo>
                    <a:pt x="63736" y="38092"/>
                    <a:pt x="63188" y="38856"/>
                    <a:pt x="62542" y="39541"/>
                  </a:cubicBezTo>
                  <a:cubicBezTo>
                    <a:pt x="61856" y="40304"/>
                    <a:pt x="61073" y="41009"/>
                    <a:pt x="60251" y="41635"/>
                  </a:cubicBezTo>
                  <a:cubicBezTo>
                    <a:pt x="59351" y="42320"/>
                    <a:pt x="58392" y="42947"/>
                    <a:pt x="57393" y="43495"/>
                  </a:cubicBezTo>
                  <a:cubicBezTo>
                    <a:pt x="56297" y="44062"/>
                    <a:pt x="55162" y="44571"/>
                    <a:pt x="54007" y="45002"/>
                  </a:cubicBezTo>
                  <a:lnTo>
                    <a:pt x="58431" y="24312"/>
                  </a:lnTo>
                  <a:close/>
                  <a:moveTo>
                    <a:pt x="46627" y="16736"/>
                  </a:moveTo>
                  <a:lnTo>
                    <a:pt x="37153" y="53908"/>
                  </a:lnTo>
                  <a:lnTo>
                    <a:pt x="9064" y="53908"/>
                  </a:lnTo>
                  <a:lnTo>
                    <a:pt x="21337" y="16736"/>
                  </a:lnTo>
                  <a:close/>
                  <a:moveTo>
                    <a:pt x="60388" y="9631"/>
                  </a:moveTo>
                  <a:lnTo>
                    <a:pt x="57491" y="22981"/>
                  </a:lnTo>
                  <a:lnTo>
                    <a:pt x="52343" y="46490"/>
                  </a:lnTo>
                  <a:lnTo>
                    <a:pt x="48722" y="63108"/>
                  </a:lnTo>
                  <a:lnTo>
                    <a:pt x="6030" y="63108"/>
                  </a:lnTo>
                  <a:lnTo>
                    <a:pt x="8770" y="54848"/>
                  </a:lnTo>
                  <a:lnTo>
                    <a:pt x="38308" y="54848"/>
                  </a:lnTo>
                  <a:lnTo>
                    <a:pt x="48056" y="15993"/>
                  </a:lnTo>
                  <a:lnTo>
                    <a:pt x="21592" y="15993"/>
                  </a:lnTo>
                  <a:lnTo>
                    <a:pt x="23686" y="9631"/>
                  </a:lnTo>
                  <a:close/>
                  <a:moveTo>
                    <a:pt x="25683" y="0"/>
                  </a:moveTo>
                  <a:lnTo>
                    <a:pt x="22707" y="8887"/>
                  </a:lnTo>
                  <a:lnTo>
                    <a:pt x="20358" y="15993"/>
                  </a:lnTo>
                  <a:lnTo>
                    <a:pt x="7400" y="54848"/>
                  </a:lnTo>
                  <a:lnTo>
                    <a:pt x="4288" y="64087"/>
                  </a:lnTo>
                  <a:lnTo>
                    <a:pt x="1" y="76967"/>
                  </a:lnTo>
                  <a:lnTo>
                    <a:pt x="1449" y="76967"/>
                  </a:lnTo>
                  <a:lnTo>
                    <a:pt x="5717" y="64087"/>
                  </a:lnTo>
                  <a:lnTo>
                    <a:pt x="49896" y="64087"/>
                  </a:lnTo>
                  <a:lnTo>
                    <a:pt x="53792" y="46039"/>
                  </a:lnTo>
                  <a:cubicBezTo>
                    <a:pt x="54849" y="45667"/>
                    <a:pt x="55847" y="45256"/>
                    <a:pt x="56806" y="44806"/>
                  </a:cubicBezTo>
                  <a:cubicBezTo>
                    <a:pt x="57746" y="44376"/>
                    <a:pt x="58666" y="43847"/>
                    <a:pt x="59488" y="43338"/>
                  </a:cubicBezTo>
                  <a:cubicBezTo>
                    <a:pt x="60310" y="42849"/>
                    <a:pt x="61073" y="42281"/>
                    <a:pt x="61817" y="41674"/>
                  </a:cubicBezTo>
                  <a:cubicBezTo>
                    <a:pt x="62502" y="41107"/>
                    <a:pt x="63129" y="40500"/>
                    <a:pt x="63716" y="39834"/>
                  </a:cubicBezTo>
                  <a:cubicBezTo>
                    <a:pt x="64108" y="39423"/>
                    <a:pt x="64460" y="38993"/>
                    <a:pt x="64773" y="38523"/>
                  </a:cubicBezTo>
                  <a:cubicBezTo>
                    <a:pt x="65086" y="38092"/>
                    <a:pt x="65380" y="37642"/>
                    <a:pt x="65634" y="37172"/>
                  </a:cubicBezTo>
                  <a:cubicBezTo>
                    <a:pt x="65869" y="36722"/>
                    <a:pt x="66065" y="36233"/>
                    <a:pt x="66241" y="35763"/>
                  </a:cubicBezTo>
                  <a:cubicBezTo>
                    <a:pt x="66417" y="35293"/>
                    <a:pt x="66535" y="34823"/>
                    <a:pt x="66633" y="34334"/>
                  </a:cubicBezTo>
                  <a:cubicBezTo>
                    <a:pt x="66711" y="33864"/>
                    <a:pt x="66750" y="33414"/>
                    <a:pt x="66750" y="32944"/>
                  </a:cubicBezTo>
                  <a:cubicBezTo>
                    <a:pt x="66770" y="32474"/>
                    <a:pt x="66731" y="32024"/>
                    <a:pt x="66652" y="31574"/>
                  </a:cubicBezTo>
                  <a:cubicBezTo>
                    <a:pt x="66594" y="31124"/>
                    <a:pt x="66476" y="30673"/>
                    <a:pt x="66339" y="30243"/>
                  </a:cubicBezTo>
                  <a:cubicBezTo>
                    <a:pt x="66182" y="29812"/>
                    <a:pt x="66006" y="29401"/>
                    <a:pt x="65811" y="29010"/>
                  </a:cubicBezTo>
                  <a:cubicBezTo>
                    <a:pt x="65478" y="28383"/>
                    <a:pt x="65067" y="27816"/>
                    <a:pt x="64597" y="27307"/>
                  </a:cubicBezTo>
                  <a:cubicBezTo>
                    <a:pt x="64127" y="26759"/>
                    <a:pt x="63599" y="26250"/>
                    <a:pt x="63011" y="25799"/>
                  </a:cubicBezTo>
                  <a:cubicBezTo>
                    <a:pt x="62385" y="25290"/>
                    <a:pt x="61719" y="24860"/>
                    <a:pt x="61015" y="24468"/>
                  </a:cubicBezTo>
                  <a:cubicBezTo>
                    <a:pt x="60232" y="24057"/>
                    <a:pt x="59449" y="23705"/>
                    <a:pt x="58627" y="23392"/>
                  </a:cubicBezTo>
                  <a:lnTo>
                    <a:pt x="61739" y="8887"/>
                  </a:lnTo>
                  <a:lnTo>
                    <a:pt x="23921" y="8887"/>
                  </a:lnTo>
                  <a:lnTo>
                    <a:pt x="268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9"/>
            <p:cNvSpPr/>
            <p:nvPr/>
          </p:nvSpPr>
          <p:spPr>
            <a:xfrm>
              <a:off x="7931586" y="4580857"/>
              <a:ext cx="272403" cy="186015"/>
            </a:xfrm>
            <a:custGeom>
              <a:avLst/>
              <a:gdLst/>
              <a:ahLst/>
              <a:cxnLst/>
              <a:rect l="l" t="t" r="r" b="b"/>
              <a:pathLst>
                <a:path w="10062" h="6871" extrusionOk="0">
                  <a:moveTo>
                    <a:pt x="6656" y="1077"/>
                  </a:moveTo>
                  <a:lnTo>
                    <a:pt x="8222" y="5814"/>
                  </a:lnTo>
                  <a:lnTo>
                    <a:pt x="1625" y="5814"/>
                  </a:lnTo>
                  <a:cubicBezTo>
                    <a:pt x="1527" y="5227"/>
                    <a:pt x="1567" y="4620"/>
                    <a:pt x="1762" y="4052"/>
                  </a:cubicBezTo>
                  <a:cubicBezTo>
                    <a:pt x="1958" y="3484"/>
                    <a:pt x="2271" y="2975"/>
                    <a:pt x="2722" y="2584"/>
                  </a:cubicBezTo>
                  <a:cubicBezTo>
                    <a:pt x="3211" y="2134"/>
                    <a:pt x="3779" y="1801"/>
                    <a:pt x="4385" y="1566"/>
                  </a:cubicBezTo>
                  <a:cubicBezTo>
                    <a:pt x="5110" y="1272"/>
                    <a:pt x="5873" y="1096"/>
                    <a:pt x="6656" y="1077"/>
                  </a:cubicBezTo>
                  <a:close/>
                  <a:moveTo>
                    <a:pt x="6284" y="0"/>
                  </a:moveTo>
                  <a:cubicBezTo>
                    <a:pt x="5344" y="20"/>
                    <a:pt x="4405" y="215"/>
                    <a:pt x="3504" y="548"/>
                  </a:cubicBezTo>
                  <a:cubicBezTo>
                    <a:pt x="2741" y="842"/>
                    <a:pt x="2056" y="1253"/>
                    <a:pt x="1449" y="1801"/>
                  </a:cubicBezTo>
                  <a:cubicBezTo>
                    <a:pt x="921" y="2290"/>
                    <a:pt x="510" y="2917"/>
                    <a:pt x="275" y="3621"/>
                  </a:cubicBezTo>
                  <a:cubicBezTo>
                    <a:pt x="40" y="4307"/>
                    <a:pt x="1" y="5070"/>
                    <a:pt x="157" y="5794"/>
                  </a:cubicBezTo>
                  <a:cubicBezTo>
                    <a:pt x="157" y="5833"/>
                    <a:pt x="177" y="5892"/>
                    <a:pt x="177" y="5931"/>
                  </a:cubicBezTo>
                  <a:cubicBezTo>
                    <a:pt x="196" y="5970"/>
                    <a:pt x="196" y="6010"/>
                    <a:pt x="196" y="6068"/>
                  </a:cubicBezTo>
                  <a:cubicBezTo>
                    <a:pt x="216" y="6107"/>
                    <a:pt x="216" y="6166"/>
                    <a:pt x="255" y="6205"/>
                  </a:cubicBezTo>
                  <a:cubicBezTo>
                    <a:pt x="255" y="6244"/>
                    <a:pt x="275" y="6303"/>
                    <a:pt x="294" y="6323"/>
                  </a:cubicBezTo>
                  <a:lnTo>
                    <a:pt x="451" y="6871"/>
                  </a:lnTo>
                  <a:lnTo>
                    <a:pt x="10062" y="6871"/>
                  </a:lnTo>
                  <a:lnTo>
                    <a:pt x="77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9"/>
            <p:cNvSpPr/>
            <p:nvPr/>
          </p:nvSpPr>
          <p:spPr>
            <a:xfrm>
              <a:off x="1904522" y="4767391"/>
              <a:ext cx="596732" cy="134090"/>
            </a:xfrm>
            <a:custGeom>
              <a:avLst/>
              <a:gdLst/>
              <a:ahLst/>
              <a:cxnLst/>
              <a:rect l="l" t="t" r="r" b="b"/>
              <a:pathLst>
                <a:path w="22042" h="4953" extrusionOk="0">
                  <a:moveTo>
                    <a:pt x="1195" y="0"/>
                  </a:moveTo>
                  <a:lnTo>
                    <a:pt x="1" y="4953"/>
                  </a:lnTo>
                  <a:lnTo>
                    <a:pt x="21102" y="4953"/>
                  </a:lnTo>
                  <a:lnTo>
                    <a:pt x="220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9"/>
            <p:cNvSpPr/>
            <p:nvPr/>
          </p:nvSpPr>
          <p:spPr>
            <a:xfrm>
              <a:off x="3095304" y="4767391"/>
              <a:ext cx="582438" cy="134090"/>
            </a:xfrm>
            <a:custGeom>
              <a:avLst/>
              <a:gdLst/>
              <a:ahLst/>
              <a:cxnLst/>
              <a:rect l="l" t="t" r="r" b="b"/>
              <a:pathLst>
                <a:path w="21514" h="4953" extrusionOk="0">
                  <a:moveTo>
                    <a:pt x="666" y="0"/>
                  </a:moveTo>
                  <a:lnTo>
                    <a:pt x="1" y="4953"/>
                  </a:lnTo>
                  <a:lnTo>
                    <a:pt x="21122" y="4953"/>
                  </a:lnTo>
                  <a:lnTo>
                    <a:pt x="215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9"/>
            <p:cNvSpPr/>
            <p:nvPr/>
          </p:nvSpPr>
          <p:spPr>
            <a:xfrm>
              <a:off x="7083143" y="2300518"/>
              <a:ext cx="1347642" cy="2600909"/>
            </a:xfrm>
            <a:custGeom>
              <a:avLst/>
              <a:gdLst/>
              <a:ahLst/>
              <a:cxnLst/>
              <a:rect l="l" t="t" r="r" b="b"/>
              <a:pathLst>
                <a:path w="49779" h="96072" extrusionOk="0">
                  <a:moveTo>
                    <a:pt x="1" y="0"/>
                  </a:moveTo>
                  <a:lnTo>
                    <a:pt x="882" y="2936"/>
                  </a:lnTo>
                  <a:lnTo>
                    <a:pt x="11961" y="2936"/>
                  </a:lnTo>
                  <a:lnTo>
                    <a:pt x="13409" y="7301"/>
                  </a:lnTo>
                  <a:lnTo>
                    <a:pt x="16365" y="16149"/>
                  </a:lnTo>
                  <a:lnTo>
                    <a:pt x="18753" y="23255"/>
                  </a:lnTo>
                  <a:lnTo>
                    <a:pt x="31712" y="62110"/>
                  </a:lnTo>
                  <a:lnTo>
                    <a:pt x="34804" y="71349"/>
                  </a:lnTo>
                  <a:lnTo>
                    <a:pt x="39072" y="84229"/>
                  </a:lnTo>
                  <a:lnTo>
                    <a:pt x="41401" y="91119"/>
                  </a:lnTo>
                  <a:lnTo>
                    <a:pt x="27190" y="91119"/>
                  </a:lnTo>
                  <a:lnTo>
                    <a:pt x="28677" y="96072"/>
                  </a:lnTo>
                  <a:lnTo>
                    <a:pt x="49779" y="96072"/>
                  </a:lnTo>
                  <a:lnTo>
                    <a:pt x="16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9"/>
            <p:cNvSpPr/>
            <p:nvPr/>
          </p:nvSpPr>
          <p:spPr>
            <a:xfrm>
              <a:off x="6642772" y="4767391"/>
              <a:ext cx="596732" cy="134090"/>
            </a:xfrm>
            <a:custGeom>
              <a:avLst/>
              <a:gdLst/>
              <a:ahLst/>
              <a:cxnLst/>
              <a:rect l="l" t="t" r="r" b="b"/>
              <a:pathLst>
                <a:path w="22042" h="4953" extrusionOk="0">
                  <a:moveTo>
                    <a:pt x="0" y="0"/>
                  </a:moveTo>
                  <a:lnTo>
                    <a:pt x="959" y="4953"/>
                  </a:lnTo>
                  <a:lnTo>
                    <a:pt x="22041" y="4953"/>
                  </a:lnTo>
                  <a:lnTo>
                    <a:pt x="208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9"/>
            <p:cNvSpPr/>
            <p:nvPr/>
          </p:nvSpPr>
          <p:spPr>
            <a:xfrm>
              <a:off x="5466284" y="4767391"/>
              <a:ext cx="582438" cy="134090"/>
            </a:xfrm>
            <a:custGeom>
              <a:avLst/>
              <a:gdLst/>
              <a:ahLst/>
              <a:cxnLst/>
              <a:rect l="l" t="t" r="r" b="b"/>
              <a:pathLst>
                <a:path w="21514" h="4953" extrusionOk="0">
                  <a:moveTo>
                    <a:pt x="1" y="0"/>
                  </a:moveTo>
                  <a:lnTo>
                    <a:pt x="412" y="4953"/>
                  </a:lnTo>
                  <a:lnTo>
                    <a:pt x="21513" y="4953"/>
                  </a:lnTo>
                  <a:lnTo>
                    <a:pt x="20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9"/>
            <p:cNvSpPr/>
            <p:nvPr/>
          </p:nvSpPr>
          <p:spPr>
            <a:xfrm>
              <a:off x="4286628" y="4767391"/>
              <a:ext cx="570770" cy="134090"/>
            </a:xfrm>
            <a:custGeom>
              <a:avLst/>
              <a:gdLst/>
              <a:ahLst/>
              <a:cxnLst/>
              <a:rect l="l" t="t" r="r" b="b"/>
              <a:pathLst>
                <a:path w="21083" h="4953" extrusionOk="0">
                  <a:moveTo>
                    <a:pt x="118" y="0"/>
                  </a:moveTo>
                  <a:lnTo>
                    <a:pt x="1" y="4953"/>
                  </a:lnTo>
                  <a:lnTo>
                    <a:pt x="21082" y="4953"/>
                  </a:lnTo>
                  <a:lnTo>
                    <a:pt x="209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9"/>
            <p:cNvSpPr/>
            <p:nvPr/>
          </p:nvSpPr>
          <p:spPr>
            <a:xfrm>
              <a:off x="940557" y="2380005"/>
              <a:ext cx="7003087" cy="2387876"/>
            </a:xfrm>
            <a:custGeom>
              <a:avLst/>
              <a:gdLst/>
              <a:ahLst/>
              <a:cxnLst/>
              <a:rect l="l" t="t" r="r" b="b"/>
              <a:pathLst>
                <a:path w="258679" h="88203" extrusionOk="0">
                  <a:moveTo>
                    <a:pt x="35528" y="666"/>
                  </a:moveTo>
                  <a:cubicBezTo>
                    <a:pt x="35313" y="1077"/>
                    <a:pt x="35019" y="1468"/>
                    <a:pt x="34648" y="1762"/>
                  </a:cubicBezTo>
                  <a:cubicBezTo>
                    <a:pt x="34217" y="2134"/>
                    <a:pt x="33728" y="2447"/>
                    <a:pt x="33219" y="2701"/>
                  </a:cubicBezTo>
                  <a:cubicBezTo>
                    <a:pt x="32651" y="2976"/>
                    <a:pt x="32044" y="3191"/>
                    <a:pt x="31418" y="3347"/>
                  </a:cubicBezTo>
                  <a:cubicBezTo>
                    <a:pt x="30733" y="3524"/>
                    <a:pt x="30048" y="3621"/>
                    <a:pt x="29362" y="3680"/>
                  </a:cubicBezTo>
                  <a:lnTo>
                    <a:pt x="30361" y="666"/>
                  </a:lnTo>
                  <a:close/>
                  <a:moveTo>
                    <a:pt x="133519" y="23979"/>
                  </a:moveTo>
                  <a:lnTo>
                    <a:pt x="133441" y="54691"/>
                  </a:lnTo>
                  <a:cubicBezTo>
                    <a:pt x="132658" y="54672"/>
                    <a:pt x="131914" y="54633"/>
                    <a:pt x="131131" y="54574"/>
                  </a:cubicBezTo>
                  <a:cubicBezTo>
                    <a:pt x="130367" y="54515"/>
                    <a:pt x="129604" y="54417"/>
                    <a:pt x="128880" y="54319"/>
                  </a:cubicBezTo>
                  <a:lnTo>
                    <a:pt x="126687" y="53928"/>
                  </a:lnTo>
                  <a:cubicBezTo>
                    <a:pt x="125983" y="53791"/>
                    <a:pt x="125298" y="53615"/>
                    <a:pt x="124612" y="53419"/>
                  </a:cubicBezTo>
                  <a:cubicBezTo>
                    <a:pt x="122498" y="52832"/>
                    <a:pt x="120463" y="51990"/>
                    <a:pt x="118544" y="50953"/>
                  </a:cubicBezTo>
                  <a:cubicBezTo>
                    <a:pt x="116841" y="50013"/>
                    <a:pt x="115295" y="48858"/>
                    <a:pt x="113925" y="47488"/>
                  </a:cubicBezTo>
                  <a:cubicBezTo>
                    <a:pt x="112711" y="46294"/>
                    <a:pt x="111752" y="44865"/>
                    <a:pt x="111086" y="43319"/>
                  </a:cubicBezTo>
                  <a:cubicBezTo>
                    <a:pt x="110460" y="41850"/>
                    <a:pt x="110186" y="40245"/>
                    <a:pt x="110303" y="38660"/>
                  </a:cubicBezTo>
                  <a:cubicBezTo>
                    <a:pt x="110421" y="37074"/>
                    <a:pt x="110891" y="35547"/>
                    <a:pt x="111674" y="34158"/>
                  </a:cubicBezTo>
                  <a:cubicBezTo>
                    <a:pt x="112515" y="32690"/>
                    <a:pt x="113592" y="31378"/>
                    <a:pt x="114884" y="30262"/>
                  </a:cubicBezTo>
                  <a:cubicBezTo>
                    <a:pt x="116293" y="29049"/>
                    <a:pt x="117879" y="28011"/>
                    <a:pt x="119543" y="27189"/>
                  </a:cubicBezTo>
                  <a:cubicBezTo>
                    <a:pt x="121402" y="26289"/>
                    <a:pt x="123340" y="25564"/>
                    <a:pt x="125356" y="25056"/>
                  </a:cubicBezTo>
                  <a:lnTo>
                    <a:pt x="127275" y="24625"/>
                  </a:lnTo>
                  <a:lnTo>
                    <a:pt x="129310" y="24292"/>
                  </a:lnTo>
                  <a:cubicBezTo>
                    <a:pt x="129995" y="24194"/>
                    <a:pt x="130681" y="24136"/>
                    <a:pt x="131385" y="24077"/>
                  </a:cubicBezTo>
                  <a:lnTo>
                    <a:pt x="133519" y="23979"/>
                  </a:lnTo>
                  <a:close/>
                  <a:moveTo>
                    <a:pt x="134752" y="23979"/>
                  </a:moveTo>
                  <a:lnTo>
                    <a:pt x="136886" y="24077"/>
                  </a:lnTo>
                  <a:cubicBezTo>
                    <a:pt x="137571" y="24136"/>
                    <a:pt x="138295" y="24194"/>
                    <a:pt x="138941" y="24292"/>
                  </a:cubicBezTo>
                  <a:lnTo>
                    <a:pt x="140977" y="24625"/>
                  </a:lnTo>
                  <a:lnTo>
                    <a:pt x="142915" y="25056"/>
                  </a:lnTo>
                  <a:cubicBezTo>
                    <a:pt x="144911" y="25564"/>
                    <a:pt x="146849" y="26289"/>
                    <a:pt x="148709" y="27189"/>
                  </a:cubicBezTo>
                  <a:cubicBezTo>
                    <a:pt x="150392" y="28011"/>
                    <a:pt x="151958" y="29049"/>
                    <a:pt x="153387" y="30262"/>
                  </a:cubicBezTo>
                  <a:cubicBezTo>
                    <a:pt x="154679" y="31378"/>
                    <a:pt x="155756" y="32690"/>
                    <a:pt x="156597" y="34158"/>
                  </a:cubicBezTo>
                  <a:cubicBezTo>
                    <a:pt x="157380" y="35528"/>
                    <a:pt x="157870" y="37074"/>
                    <a:pt x="157987" y="38660"/>
                  </a:cubicBezTo>
                  <a:cubicBezTo>
                    <a:pt x="158085" y="40245"/>
                    <a:pt x="157811" y="41850"/>
                    <a:pt x="157185" y="43319"/>
                  </a:cubicBezTo>
                  <a:cubicBezTo>
                    <a:pt x="156519" y="44865"/>
                    <a:pt x="155560" y="46294"/>
                    <a:pt x="154346" y="47488"/>
                  </a:cubicBezTo>
                  <a:cubicBezTo>
                    <a:pt x="152976" y="48858"/>
                    <a:pt x="151430" y="50013"/>
                    <a:pt x="149746" y="50953"/>
                  </a:cubicBezTo>
                  <a:cubicBezTo>
                    <a:pt x="147808" y="51990"/>
                    <a:pt x="145773" y="52832"/>
                    <a:pt x="143658" y="53419"/>
                  </a:cubicBezTo>
                  <a:cubicBezTo>
                    <a:pt x="142973" y="53615"/>
                    <a:pt x="142288" y="53791"/>
                    <a:pt x="141564" y="53928"/>
                  </a:cubicBezTo>
                  <a:lnTo>
                    <a:pt x="139391" y="54319"/>
                  </a:lnTo>
                  <a:cubicBezTo>
                    <a:pt x="138667" y="54417"/>
                    <a:pt x="137904" y="54515"/>
                    <a:pt x="137140" y="54574"/>
                  </a:cubicBezTo>
                  <a:cubicBezTo>
                    <a:pt x="136377" y="54613"/>
                    <a:pt x="135594" y="54672"/>
                    <a:pt x="134811" y="54691"/>
                  </a:cubicBezTo>
                  <a:lnTo>
                    <a:pt x="134752" y="23979"/>
                  </a:lnTo>
                  <a:close/>
                  <a:moveTo>
                    <a:pt x="3406" y="82370"/>
                  </a:moveTo>
                  <a:cubicBezTo>
                    <a:pt x="4170" y="82389"/>
                    <a:pt x="4933" y="82565"/>
                    <a:pt x="5658" y="82859"/>
                  </a:cubicBezTo>
                  <a:cubicBezTo>
                    <a:pt x="6264" y="83094"/>
                    <a:pt x="6832" y="83427"/>
                    <a:pt x="7321" y="83877"/>
                  </a:cubicBezTo>
                  <a:cubicBezTo>
                    <a:pt x="7752" y="84288"/>
                    <a:pt x="8085" y="84777"/>
                    <a:pt x="8300" y="85345"/>
                  </a:cubicBezTo>
                  <a:cubicBezTo>
                    <a:pt x="8476" y="85913"/>
                    <a:pt x="8515" y="86520"/>
                    <a:pt x="8418" y="87107"/>
                  </a:cubicBezTo>
                  <a:lnTo>
                    <a:pt x="1801" y="87107"/>
                  </a:lnTo>
                  <a:lnTo>
                    <a:pt x="3406" y="82370"/>
                  </a:lnTo>
                  <a:close/>
                  <a:moveTo>
                    <a:pt x="29441" y="0"/>
                  </a:moveTo>
                  <a:lnTo>
                    <a:pt x="27973" y="4346"/>
                  </a:lnTo>
                  <a:lnTo>
                    <a:pt x="29147" y="4346"/>
                  </a:lnTo>
                  <a:cubicBezTo>
                    <a:pt x="29989" y="4326"/>
                    <a:pt x="30830" y="4209"/>
                    <a:pt x="31653" y="3993"/>
                  </a:cubicBezTo>
                  <a:cubicBezTo>
                    <a:pt x="32436" y="3817"/>
                    <a:pt x="33179" y="3543"/>
                    <a:pt x="33884" y="3171"/>
                  </a:cubicBezTo>
                  <a:cubicBezTo>
                    <a:pt x="34511" y="2878"/>
                    <a:pt x="35098" y="2506"/>
                    <a:pt x="35626" y="2056"/>
                  </a:cubicBezTo>
                  <a:cubicBezTo>
                    <a:pt x="36076" y="1684"/>
                    <a:pt x="36429" y="1214"/>
                    <a:pt x="36683" y="685"/>
                  </a:cubicBezTo>
                  <a:lnTo>
                    <a:pt x="133538" y="685"/>
                  </a:lnTo>
                  <a:lnTo>
                    <a:pt x="133538" y="23255"/>
                  </a:lnTo>
                  <a:lnTo>
                    <a:pt x="131424" y="23353"/>
                  </a:lnTo>
                  <a:lnTo>
                    <a:pt x="129369" y="23548"/>
                  </a:lnTo>
                  <a:lnTo>
                    <a:pt x="127333" y="23862"/>
                  </a:lnTo>
                  <a:lnTo>
                    <a:pt x="125395" y="24253"/>
                  </a:lnTo>
                  <a:cubicBezTo>
                    <a:pt x="123223" y="24762"/>
                    <a:pt x="121128" y="25506"/>
                    <a:pt x="119112" y="26465"/>
                  </a:cubicBezTo>
                  <a:cubicBezTo>
                    <a:pt x="117272" y="27326"/>
                    <a:pt x="115569" y="28422"/>
                    <a:pt x="114042" y="29734"/>
                  </a:cubicBezTo>
                  <a:cubicBezTo>
                    <a:pt x="112633" y="30889"/>
                    <a:pt x="111439" y="32279"/>
                    <a:pt x="110519" y="33845"/>
                  </a:cubicBezTo>
                  <a:cubicBezTo>
                    <a:pt x="109638" y="35313"/>
                    <a:pt x="109129" y="36957"/>
                    <a:pt x="109011" y="38660"/>
                  </a:cubicBezTo>
                  <a:cubicBezTo>
                    <a:pt x="108874" y="40363"/>
                    <a:pt x="109168" y="42085"/>
                    <a:pt x="109834" y="43651"/>
                  </a:cubicBezTo>
                  <a:cubicBezTo>
                    <a:pt x="110577" y="45335"/>
                    <a:pt x="111634" y="46842"/>
                    <a:pt x="112946" y="48134"/>
                  </a:cubicBezTo>
                  <a:cubicBezTo>
                    <a:pt x="114434" y="49582"/>
                    <a:pt x="116117" y="50835"/>
                    <a:pt x="117957" y="51794"/>
                  </a:cubicBezTo>
                  <a:cubicBezTo>
                    <a:pt x="120052" y="52930"/>
                    <a:pt x="122283" y="53791"/>
                    <a:pt x="124593" y="54398"/>
                  </a:cubicBezTo>
                  <a:lnTo>
                    <a:pt x="126687" y="54887"/>
                  </a:lnTo>
                  <a:cubicBezTo>
                    <a:pt x="127412" y="55024"/>
                    <a:pt x="128136" y="55161"/>
                    <a:pt x="128880" y="55259"/>
                  </a:cubicBezTo>
                  <a:lnTo>
                    <a:pt x="131131" y="55494"/>
                  </a:lnTo>
                  <a:cubicBezTo>
                    <a:pt x="131914" y="55553"/>
                    <a:pt x="132658" y="55592"/>
                    <a:pt x="133441" y="55592"/>
                  </a:cubicBezTo>
                  <a:lnTo>
                    <a:pt x="133401" y="87107"/>
                  </a:lnTo>
                  <a:lnTo>
                    <a:pt x="9886" y="87107"/>
                  </a:lnTo>
                  <a:cubicBezTo>
                    <a:pt x="10042" y="86383"/>
                    <a:pt x="10003" y="85619"/>
                    <a:pt x="9768" y="84934"/>
                  </a:cubicBezTo>
                  <a:cubicBezTo>
                    <a:pt x="9533" y="84229"/>
                    <a:pt x="9122" y="83603"/>
                    <a:pt x="8594" y="83114"/>
                  </a:cubicBezTo>
                  <a:cubicBezTo>
                    <a:pt x="7987" y="82565"/>
                    <a:pt x="7282" y="82154"/>
                    <a:pt x="6538" y="81880"/>
                  </a:cubicBezTo>
                  <a:cubicBezTo>
                    <a:pt x="5638" y="81528"/>
                    <a:pt x="4698" y="81352"/>
                    <a:pt x="3739" y="81313"/>
                  </a:cubicBezTo>
                  <a:lnTo>
                    <a:pt x="2291" y="81313"/>
                  </a:lnTo>
                  <a:lnTo>
                    <a:pt x="1" y="88203"/>
                  </a:lnTo>
                  <a:lnTo>
                    <a:pt x="258679" y="88203"/>
                  </a:lnTo>
                  <a:lnTo>
                    <a:pt x="258522" y="87674"/>
                  </a:lnTo>
                  <a:cubicBezTo>
                    <a:pt x="258483" y="87635"/>
                    <a:pt x="258483" y="87577"/>
                    <a:pt x="258483" y="87518"/>
                  </a:cubicBezTo>
                  <a:cubicBezTo>
                    <a:pt x="258464" y="87479"/>
                    <a:pt x="258464" y="87420"/>
                    <a:pt x="258424" y="87381"/>
                  </a:cubicBezTo>
                  <a:cubicBezTo>
                    <a:pt x="258424" y="87342"/>
                    <a:pt x="258424" y="87283"/>
                    <a:pt x="258405" y="87263"/>
                  </a:cubicBezTo>
                  <a:cubicBezTo>
                    <a:pt x="258405" y="87205"/>
                    <a:pt x="258385" y="87165"/>
                    <a:pt x="258385" y="87107"/>
                  </a:cubicBezTo>
                  <a:lnTo>
                    <a:pt x="134869" y="87107"/>
                  </a:lnTo>
                  <a:lnTo>
                    <a:pt x="134811" y="55592"/>
                  </a:lnTo>
                  <a:cubicBezTo>
                    <a:pt x="135594" y="55592"/>
                    <a:pt x="136357" y="55533"/>
                    <a:pt x="137140" y="55494"/>
                  </a:cubicBezTo>
                  <a:lnTo>
                    <a:pt x="139391" y="55239"/>
                  </a:lnTo>
                  <a:cubicBezTo>
                    <a:pt x="140135" y="55142"/>
                    <a:pt x="140859" y="55024"/>
                    <a:pt x="141564" y="54887"/>
                  </a:cubicBezTo>
                  <a:lnTo>
                    <a:pt x="143678" y="54398"/>
                  </a:lnTo>
                  <a:cubicBezTo>
                    <a:pt x="145988" y="53791"/>
                    <a:pt x="148200" y="52930"/>
                    <a:pt x="150314" y="51794"/>
                  </a:cubicBezTo>
                  <a:cubicBezTo>
                    <a:pt x="152154" y="50816"/>
                    <a:pt x="153837" y="49582"/>
                    <a:pt x="155345" y="48134"/>
                  </a:cubicBezTo>
                  <a:cubicBezTo>
                    <a:pt x="156636" y="46842"/>
                    <a:pt x="157693" y="45315"/>
                    <a:pt x="158437" y="43651"/>
                  </a:cubicBezTo>
                  <a:cubicBezTo>
                    <a:pt x="159103" y="42085"/>
                    <a:pt x="159377" y="40363"/>
                    <a:pt x="159259" y="38660"/>
                  </a:cubicBezTo>
                  <a:cubicBezTo>
                    <a:pt x="159122" y="36957"/>
                    <a:pt x="158613" y="35313"/>
                    <a:pt x="157772" y="33845"/>
                  </a:cubicBezTo>
                  <a:cubicBezTo>
                    <a:pt x="156852" y="32259"/>
                    <a:pt x="155658" y="30869"/>
                    <a:pt x="154248" y="29695"/>
                  </a:cubicBezTo>
                  <a:cubicBezTo>
                    <a:pt x="152702" y="28403"/>
                    <a:pt x="150999" y="27307"/>
                    <a:pt x="149179" y="26445"/>
                  </a:cubicBezTo>
                  <a:cubicBezTo>
                    <a:pt x="147162" y="25486"/>
                    <a:pt x="145068" y="24742"/>
                    <a:pt x="142895" y="24233"/>
                  </a:cubicBezTo>
                  <a:lnTo>
                    <a:pt x="140957" y="23842"/>
                  </a:lnTo>
                  <a:lnTo>
                    <a:pt x="138941" y="23509"/>
                  </a:lnTo>
                  <a:lnTo>
                    <a:pt x="136866" y="23313"/>
                  </a:lnTo>
                  <a:lnTo>
                    <a:pt x="134732" y="23216"/>
                  </a:lnTo>
                  <a:lnTo>
                    <a:pt x="134732" y="666"/>
                  </a:lnTo>
                  <a:lnTo>
                    <a:pt x="231588" y="666"/>
                  </a:lnTo>
                  <a:lnTo>
                    <a:pt x="231529" y="587"/>
                  </a:lnTo>
                  <a:lnTo>
                    <a:pt x="231529" y="509"/>
                  </a:lnTo>
                  <a:cubicBezTo>
                    <a:pt x="231529" y="470"/>
                    <a:pt x="231509" y="431"/>
                    <a:pt x="231509" y="411"/>
                  </a:cubicBezTo>
                  <a:cubicBezTo>
                    <a:pt x="231490" y="392"/>
                    <a:pt x="231490" y="372"/>
                    <a:pt x="231490" y="333"/>
                  </a:cubicBezTo>
                  <a:lnTo>
                    <a:pt x="2313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37225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6">
  <p:cSld name="Background 2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7" name="Google Shape;2207;p40"/>
          <p:cNvGrpSpPr/>
          <p:nvPr/>
        </p:nvGrpSpPr>
        <p:grpSpPr>
          <a:xfrm flipH="1">
            <a:off x="86371" y="2110700"/>
            <a:ext cx="8989423" cy="2377805"/>
            <a:chOff x="86371" y="1731850"/>
            <a:chExt cx="8989423" cy="2377805"/>
          </a:xfrm>
        </p:grpSpPr>
        <p:sp>
          <p:nvSpPr>
            <p:cNvPr id="2208" name="Google Shape;2208;p40"/>
            <p:cNvSpPr/>
            <p:nvPr/>
          </p:nvSpPr>
          <p:spPr>
            <a:xfrm>
              <a:off x="8070959" y="2016577"/>
              <a:ext cx="1004834" cy="1785762"/>
            </a:xfrm>
            <a:custGeom>
              <a:avLst/>
              <a:gdLst/>
              <a:ahLst/>
              <a:cxnLst/>
              <a:rect l="l" t="t" r="r" b="b"/>
              <a:pathLst>
                <a:path w="15927" h="28305" extrusionOk="0">
                  <a:moveTo>
                    <a:pt x="2024" y="1"/>
                  </a:moveTo>
                  <a:cubicBezTo>
                    <a:pt x="1865" y="1"/>
                    <a:pt x="1904" y="655"/>
                    <a:pt x="1904" y="655"/>
                  </a:cubicBezTo>
                  <a:cubicBezTo>
                    <a:pt x="1904" y="655"/>
                    <a:pt x="1293" y="4"/>
                    <a:pt x="910" y="4"/>
                  </a:cubicBezTo>
                  <a:cubicBezTo>
                    <a:pt x="890" y="4"/>
                    <a:pt x="870" y="6"/>
                    <a:pt x="851" y="10"/>
                  </a:cubicBezTo>
                  <a:cubicBezTo>
                    <a:pt x="476" y="81"/>
                    <a:pt x="1" y="528"/>
                    <a:pt x="804" y="1118"/>
                  </a:cubicBezTo>
                  <a:cubicBezTo>
                    <a:pt x="1429" y="1577"/>
                    <a:pt x="1698" y="1691"/>
                    <a:pt x="1991" y="2289"/>
                  </a:cubicBezTo>
                  <a:cubicBezTo>
                    <a:pt x="2434" y="3203"/>
                    <a:pt x="3388" y="4196"/>
                    <a:pt x="3744" y="4718"/>
                  </a:cubicBezTo>
                  <a:cubicBezTo>
                    <a:pt x="4512" y="5826"/>
                    <a:pt x="5829" y="7338"/>
                    <a:pt x="5928" y="7452"/>
                  </a:cubicBezTo>
                  <a:cubicBezTo>
                    <a:pt x="5968" y="7650"/>
                    <a:pt x="5999" y="7848"/>
                    <a:pt x="6039" y="8046"/>
                  </a:cubicBezTo>
                  <a:cubicBezTo>
                    <a:pt x="6074" y="8513"/>
                    <a:pt x="6276" y="9197"/>
                    <a:pt x="6395" y="9866"/>
                  </a:cubicBezTo>
                  <a:cubicBezTo>
                    <a:pt x="6419" y="10060"/>
                    <a:pt x="6419" y="10258"/>
                    <a:pt x="6391" y="10452"/>
                  </a:cubicBezTo>
                  <a:lnTo>
                    <a:pt x="6391" y="10472"/>
                  </a:lnTo>
                  <a:cubicBezTo>
                    <a:pt x="6383" y="10551"/>
                    <a:pt x="6367" y="10630"/>
                    <a:pt x="6355" y="10697"/>
                  </a:cubicBezTo>
                  <a:lnTo>
                    <a:pt x="6253" y="11140"/>
                  </a:lnTo>
                  <a:cubicBezTo>
                    <a:pt x="6193" y="11417"/>
                    <a:pt x="6126" y="11750"/>
                    <a:pt x="6071" y="12110"/>
                  </a:cubicBezTo>
                  <a:cubicBezTo>
                    <a:pt x="5157" y="12181"/>
                    <a:pt x="5026" y="13926"/>
                    <a:pt x="4982" y="14761"/>
                  </a:cubicBezTo>
                  <a:cubicBezTo>
                    <a:pt x="4982" y="14828"/>
                    <a:pt x="4978" y="14927"/>
                    <a:pt x="4978" y="15050"/>
                  </a:cubicBezTo>
                  <a:cubicBezTo>
                    <a:pt x="4883" y="15188"/>
                    <a:pt x="4785" y="15350"/>
                    <a:pt x="4666" y="15548"/>
                  </a:cubicBezTo>
                  <a:cubicBezTo>
                    <a:pt x="4179" y="16343"/>
                    <a:pt x="3934" y="16672"/>
                    <a:pt x="3673" y="17404"/>
                  </a:cubicBezTo>
                  <a:cubicBezTo>
                    <a:pt x="3408" y="18136"/>
                    <a:pt x="3558" y="18646"/>
                    <a:pt x="3898" y="18848"/>
                  </a:cubicBezTo>
                  <a:cubicBezTo>
                    <a:pt x="3967" y="18889"/>
                    <a:pt x="4039" y="18907"/>
                    <a:pt x="4111" y="18907"/>
                  </a:cubicBezTo>
                  <a:cubicBezTo>
                    <a:pt x="4393" y="18907"/>
                    <a:pt x="4687" y="18634"/>
                    <a:pt x="4927" y="18413"/>
                  </a:cubicBezTo>
                  <a:cubicBezTo>
                    <a:pt x="4947" y="18389"/>
                    <a:pt x="4963" y="18365"/>
                    <a:pt x="4978" y="18338"/>
                  </a:cubicBezTo>
                  <a:cubicBezTo>
                    <a:pt x="4982" y="18686"/>
                    <a:pt x="4982" y="18911"/>
                    <a:pt x="4982" y="18911"/>
                  </a:cubicBezTo>
                  <a:lnTo>
                    <a:pt x="5042" y="18911"/>
                  </a:lnTo>
                  <a:cubicBezTo>
                    <a:pt x="4939" y="19082"/>
                    <a:pt x="4820" y="19287"/>
                    <a:pt x="4812" y="19398"/>
                  </a:cubicBezTo>
                  <a:cubicBezTo>
                    <a:pt x="4812" y="19426"/>
                    <a:pt x="4812" y="19454"/>
                    <a:pt x="4812" y="19481"/>
                  </a:cubicBezTo>
                  <a:cubicBezTo>
                    <a:pt x="4828" y="19782"/>
                    <a:pt x="5046" y="19841"/>
                    <a:pt x="5354" y="19853"/>
                  </a:cubicBezTo>
                  <a:lnTo>
                    <a:pt x="5362" y="19853"/>
                  </a:lnTo>
                  <a:lnTo>
                    <a:pt x="5255" y="21001"/>
                  </a:lnTo>
                  <a:lnTo>
                    <a:pt x="4998" y="23675"/>
                  </a:lnTo>
                  <a:cubicBezTo>
                    <a:pt x="5192" y="23751"/>
                    <a:pt x="5394" y="23814"/>
                    <a:pt x="5600" y="23861"/>
                  </a:cubicBezTo>
                  <a:cubicBezTo>
                    <a:pt x="5437" y="24965"/>
                    <a:pt x="5299" y="26323"/>
                    <a:pt x="5200" y="27715"/>
                  </a:cubicBezTo>
                  <a:cubicBezTo>
                    <a:pt x="5283" y="27775"/>
                    <a:pt x="5366" y="27826"/>
                    <a:pt x="5457" y="27870"/>
                  </a:cubicBezTo>
                  <a:cubicBezTo>
                    <a:pt x="5457" y="27988"/>
                    <a:pt x="5461" y="28135"/>
                    <a:pt x="5477" y="28305"/>
                  </a:cubicBezTo>
                  <a:lnTo>
                    <a:pt x="7273" y="28305"/>
                  </a:lnTo>
                  <a:cubicBezTo>
                    <a:pt x="7281" y="28242"/>
                    <a:pt x="7293" y="28182"/>
                    <a:pt x="7305" y="28111"/>
                  </a:cubicBezTo>
                  <a:cubicBezTo>
                    <a:pt x="7321" y="28044"/>
                    <a:pt x="7333" y="28016"/>
                    <a:pt x="7341" y="27973"/>
                  </a:cubicBezTo>
                  <a:lnTo>
                    <a:pt x="7633" y="27878"/>
                  </a:lnTo>
                  <a:cubicBezTo>
                    <a:pt x="7792" y="26647"/>
                    <a:pt x="7966" y="24910"/>
                    <a:pt x="7966" y="24910"/>
                  </a:cubicBezTo>
                  <a:cubicBezTo>
                    <a:pt x="7966" y="24910"/>
                    <a:pt x="8096" y="26627"/>
                    <a:pt x="8373" y="27854"/>
                  </a:cubicBezTo>
                  <a:cubicBezTo>
                    <a:pt x="8480" y="27929"/>
                    <a:pt x="8599" y="27981"/>
                    <a:pt x="8722" y="28012"/>
                  </a:cubicBezTo>
                  <a:cubicBezTo>
                    <a:pt x="8730" y="28048"/>
                    <a:pt x="8737" y="28075"/>
                    <a:pt x="8745" y="28111"/>
                  </a:cubicBezTo>
                  <a:cubicBezTo>
                    <a:pt x="8757" y="28147"/>
                    <a:pt x="8769" y="28242"/>
                    <a:pt x="8781" y="28305"/>
                  </a:cubicBezTo>
                  <a:lnTo>
                    <a:pt x="10577" y="28305"/>
                  </a:lnTo>
                  <a:cubicBezTo>
                    <a:pt x="10589" y="28083"/>
                    <a:pt x="10601" y="27905"/>
                    <a:pt x="10597" y="27759"/>
                  </a:cubicBezTo>
                  <a:cubicBezTo>
                    <a:pt x="10664" y="27723"/>
                    <a:pt x="10728" y="27676"/>
                    <a:pt x="10783" y="27620"/>
                  </a:cubicBezTo>
                  <a:cubicBezTo>
                    <a:pt x="10641" y="26528"/>
                    <a:pt x="10439" y="25120"/>
                    <a:pt x="10201" y="23956"/>
                  </a:cubicBezTo>
                  <a:cubicBezTo>
                    <a:pt x="10641" y="23893"/>
                    <a:pt x="10902" y="23834"/>
                    <a:pt x="10902" y="23834"/>
                  </a:cubicBezTo>
                  <a:lnTo>
                    <a:pt x="10447" y="21040"/>
                  </a:lnTo>
                  <a:lnTo>
                    <a:pt x="10253" y="19853"/>
                  </a:lnTo>
                  <a:lnTo>
                    <a:pt x="10380" y="19853"/>
                  </a:lnTo>
                  <a:cubicBezTo>
                    <a:pt x="10684" y="19841"/>
                    <a:pt x="10902" y="19782"/>
                    <a:pt x="10918" y="19481"/>
                  </a:cubicBezTo>
                  <a:cubicBezTo>
                    <a:pt x="10918" y="19450"/>
                    <a:pt x="10922" y="19426"/>
                    <a:pt x="10922" y="19398"/>
                  </a:cubicBezTo>
                  <a:cubicBezTo>
                    <a:pt x="10914" y="19287"/>
                    <a:pt x="10799" y="19082"/>
                    <a:pt x="10688" y="18915"/>
                  </a:cubicBezTo>
                  <a:lnTo>
                    <a:pt x="10767" y="18915"/>
                  </a:lnTo>
                  <a:cubicBezTo>
                    <a:pt x="10767" y="18915"/>
                    <a:pt x="10767" y="18690"/>
                    <a:pt x="10775" y="18342"/>
                  </a:cubicBezTo>
                  <a:cubicBezTo>
                    <a:pt x="10787" y="18369"/>
                    <a:pt x="10803" y="18393"/>
                    <a:pt x="10823" y="18417"/>
                  </a:cubicBezTo>
                  <a:cubicBezTo>
                    <a:pt x="11063" y="18638"/>
                    <a:pt x="11358" y="18909"/>
                    <a:pt x="11641" y="18909"/>
                  </a:cubicBezTo>
                  <a:cubicBezTo>
                    <a:pt x="11712" y="18909"/>
                    <a:pt x="11783" y="18892"/>
                    <a:pt x="11851" y="18852"/>
                  </a:cubicBezTo>
                  <a:cubicBezTo>
                    <a:pt x="12192" y="18654"/>
                    <a:pt x="12342" y="18140"/>
                    <a:pt x="12081" y="17408"/>
                  </a:cubicBezTo>
                  <a:cubicBezTo>
                    <a:pt x="11816" y="16676"/>
                    <a:pt x="11571" y="16351"/>
                    <a:pt x="11084" y="15552"/>
                  </a:cubicBezTo>
                  <a:cubicBezTo>
                    <a:pt x="10965" y="15354"/>
                    <a:pt x="10866" y="15192"/>
                    <a:pt x="10775" y="15054"/>
                  </a:cubicBezTo>
                  <a:cubicBezTo>
                    <a:pt x="10775" y="14931"/>
                    <a:pt x="10767" y="14832"/>
                    <a:pt x="10767" y="14769"/>
                  </a:cubicBezTo>
                  <a:cubicBezTo>
                    <a:pt x="10736" y="14108"/>
                    <a:pt x="10645" y="12877"/>
                    <a:pt x="10162" y="12359"/>
                  </a:cubicBezTo>
                  <a:cubicBezTo>
                    <a:pt x="10130" y="12027"/>
                    <a:pt x="10075" y="11702"/>
                    <a:pt x="9992" y="11378"/>
                  </a:cubicBezTo>
                  <a:lnTo>
                    <a:pt x="9996" y="11378"/>
                  </a:lnTo>
                  <a:cubicBezTo>
                    <a:pt x="9996" y="11378"/>
                    <a:pt x="9707" y="10191"/>
                    <a:pt x="9766" y="9629"/>
                  </a:cubicBezTo>
                  <a:cubicBezTo>
                    <a:pt x="9810" y="9162"/>
                    <a:pt x="9869" y="8746"/>
                    <a:pt x="9913" y="8450"/>
                  </a:cubicBezTo>
                  <a:lnTo>
                    <a:pt x="9988" y="7983"/>
                  </a:lnTo>
                  <a:cubicBezTo>
                    <a:pt x="10015" y="7809"/>
                    <a:pt x="10043" y="7634"/>
                    <a:pt x="10063" y="7468"/>
                  </a:cubicBezTo>
                  <a:cubicBezTo>
                    <a:pt x="10858" y="6641"/>
                    <a:pt x="11476" y="5340"/>
                    <a:pt x="11927" y="4900"/>
                  </a:cubicBezTo>
                  <a:cubicBezTo>
                    <a:pt x="13683" y="3187"/>
                    <a:pt x="13308" y="3207"/>
                    <a:pt x="13814" y="2443"/>
                  </a:cubicBezTo>
                  <a:cubicBezTo>
                    <a:pt x="14396" y="1565"/>
                    <a:pt x="14605" y="1505"/>
                    <a:pt x="15171" y="971"/>
                  </a:cubicBezTo>
                  <a:cubicBezTo>
                    <a:pt x="15927" y="259"/>
                    <a:pt x="15527" y="89"/>
                    <a:pt x="15147" y="14"/>
                  </a:cubicBezTo>
                  <a:cubicBezTo>
                    <a:pt x="15129" y="10"/>
                    <a:pt x="15110" y="8"/>
                    <a:pt x="15090" y="8"/>
                  </a:cubicBezTo>
                  <a:cubicBezTo>
                    <a:pt x="14706" y="8"/>
                    <a:pt x="14091" y="663"/>
                    <a:pt x="14091" y="663"/>
                  </a:cubicBezTo>
                  <a:cubicBezTo>
                    <a:pt x="14091" y="663"/>
                    <a:pt x="14130" y="9"/>
                    <a:pt x="13974" y="9"/>
                  </a:cubicBezTo>
                  <a:cubicBezTo>
                    <a:pt x="13958" y="9"/>
                    <a:pt x="13941" y="15"/>
                    <a:pt x="13921" y="29"/>
                  </a:cubicBezTo>
                  <a:cubicBezTo>
                    <a:pt x="13790" y="120"/>
                    <a:pt x="13810" y="912"/>
                    <a:pt x="13683" y="1141"/>
                  </a:cubicBezTo>
                  <a:cubicBezTo>
                    <a:pt x="13553" y="1367"/>
                    <a:pt x="13023" y="1988"/>
                    <a:pt x="12425" y="2661"/>
                  </a:cubicBezTo>
                  <a:cubicBezTo>
                    <a:pt x="12164" y="2958"/>
                    <a:pt x="11131" y="4390"/>
                    <a:pt x="10736" y="4722"/>
                  </a:cubicBezTo>
                  <a:cubicBezTo>
                    <a:pt x="10340" y="5051"/>
                    <a:pt x="9256" y="6016"/>
                    <a:pt x="9256" y="6016"/>
                  </a:cubicBezTo>
                  <a:lnTo>
                    <a:pt x="8888" y="6095"/>
                  </a:lnTo>
                  <a:cubicBezTo>
                    <a:pt x="8737" y="6008"/>
                    <a:pt x="8559" y="5866"/>
                    <a:pt x="8567" y="5680"/>
                  </a:cubicBezTo>
                  <a:cubicBezTo>
                    <a:pt x="8579" y="5498"/>
                    <a:pt x="8571" y="5340"/>
                    <a:pt x="8571" y="5161"/>
                  </a:cubicBezTo>
                  <a:cubicBezTo>
                    <a:pt x="8710" y="5011"/>
                    <a:pt x="8821" y="4841"/>
                    <a:pt x="8904" y="4655"/>
                  </a:cubicBezTo>
                  <a:lnTo>
                    <a:pt x="8923" y="4655"/>
                  </a:lnTo>
                  <a:cubicBezTo>
                    <a:pt x="8941" y="4657"/>
                    <a:pt x="8959" y="4659"/>
                    <a:pt x="8976" y="4659"/>
                  </a:cubicBezTo>
                  <a:cubicBezTo>
                    <a:pt x="9070" y="4659"/>
                    <a:pt x="9154" y="4622"/>
                    <a:pt x="9200" y="4552"/>
                  </a:cubicBezTo>
                  <a:cubicBezTo>
                    <a:pt x="9230" y="4605"/>
                    <a:pt x="9290" y="4627"/>
                    <a:pt x="9358" y="4627"/>
                  </a:cubicBezTo>
                  <a:cubicBezTo>
                    <a:pt x="9438" y="4627"/>
                    <a:pt x="9530" y="4597"/>
                    <a:pt x="9596" y="4552"/>
                  </a:cubicBezTo>
                  <a:cubicBezTo>
                    <a:pt x="9719" y="4469"/>
                    <a:pt x="9731" y="4291"/>
                    <a:pt x="9675" y="4113"/>
                  </a:cubicBezTo>
                  <a:cubicBezTo>
                    <a:pt x="9778" y="4109"/>
                    <a:pt x="9861" y="4022"/>
                    <a:pt x="9857" y="3919"/>
                  </a:cubicBezTo>
                  <a:cubicBezTo>
                    <a:pt x="9869" y="3733"/>
                    <a:pt x="9715" y="3642"/>
                    <a:pt x="9553" y="3602"/>
                  </a:cubicBezTo>
                  <a:lnTo>
                    <a:pt x="9758" y="3500"/>
                  </a:lnTo>
                  <a:lnTo>
                    <a:pt x="9580" y="3207"/>
                  </a:lnTo>
                  <a:cubicBezTo>
                    <a:pt x="9462" y="3262"/>
                    <a:pt x="9339" y="3306"/>
                    <a:pt x="9216" y="3345"/>
                  </a:cubicBezTo>
                  <a:cubicBezTo>
                    <a:pt x="9165" y="3021"/>
                    <a:pt x="9074" y="2388"/>
                    <a:pt x="9062" y="1925"/>
                  </a:cubicBezTo>
                  <a:cubicBezTo>
                    <a:pt x="9062" y="1893"/>
                    <a:pt x="9058" y="1858"/>
                    <a:pt x="9058" y="1822"/>
                  </a:cubicBezTo>
                  <a:cubicBezTo>
                    <a:pt x="9062" y="1189"/>
                    <a:pt x="9311" y="314"/>
                    <a:pt x="8987" y="144"/>
                  </a:cubicBezTo>
                  <a:cubicBezTo>
                    <a:pt x="8884" y="91"/>
                    <a:pt x="8786" y="70"/>
                    <a:pt x="8689" y="70"/>
                  </a:cubicBezTo>
                  <a:cubicBezTo>
                    <a:pt x="8484" y="70"/>
                    <a:pt x="8283" y="165"/>
                    <a:pt x="8049" y="251"/>
                  </a:cubicBezTo>
                  <a:cubicBezTo>
                    <a:pt x="7990" y="271"/>
                    <a:pt x="7930" y="287"/>
                    <a:pt x="7871" y="295"/>
                  </a:cubicBezTo>
                  <a:cubicBezTo>
                    <a:pt x="7837" y="300"/>
                    <a:pt x="7804" y="302"/>
                    <a:pt x="7771" y="302"/>
                  </a:cubicBezTo>
                  <a:cubicBezTo>
                    <a:pt x="7578" y="302"/>
                    <a:pt x="7399" y="219"/>
                    <a:pt x="7064" y="144"/>
                  </a:cubicBezTo>
                  <a:cubicBezTo>
                    <a:pt x="7026" y="136"/>
                    <a:pt x="6990" y="132"/>
                    <a:pt x="6956" y="132"/>
                  </a:cubicBezTo>
                  <a:cubicBezTo>
                    <a:pt x="6557" y="132"/>
                    <a:pt x="6429" y="678"/>
                    <a:pt x="6601" y="1418"/>
                  </a:cubicBezTo>
                  <a:cubicBezTo>
                    <a:pt x="6632" y="1569"/>
                    <a:pt x="6660" y="1723"/>
                    <a:pt x="6672" y="1877"/>
                  </a:cubicBezTo>
                  <a:cubicBezTo>
                    <a:pt x="6715" y="2368"/>
                    <a:pt x="6704" y="2859"/>
                    <a:pt x="6632" y="3345"/>
                  </a:cubicBezTo>
                  <a:cubicBezTo>
                    <a:pt x="6367" y="3270"/>
                    <a:pt x="6193" y="3203"/>
                    <a:pt x="6193" y="3203"/>
                  </a:cubicBezTo>
                  <a:lnTo>
                    <a:pt x="6051" y="3559"/>
                  </a:lnTo>
                  <a:lnTo>
                    <a:pt x="6205" y="3622"/>
                  </a:lnTo>
                  <a:cubicBezTo>
                    <a:pt x="6071" y="3666"/>
                    <a:pt x="5960" y="3757"/>
                    <a:pt x="5972" y="3915"/>
                  </a:cubicBezTo>
                  <a:cubicBezTo>
                    <a:pt x="5972" y="4018"/>
                    <a:pt x="6051" y="4101"/>
                    <a:pt x="6154" y="4109"/>
                  </a:cubicBezTo>
                  <a:cubicBezTo>
                    <a:pt x="6098" y="4287"/>
                    <a:pt x="6071" y="4433"/>
                    <a:pt x="6233" y="4548"/>
                  </a:cubicBezTo>
                  <a:cubicBezTo>
                    <a:pt x="6314" y="4606"/>
                    <a:pt x="6397" y="4634"/>
                    <a:pt x="6468" y="4634"/>
                  </a:cubicBezTo>
                  <a:cubicBezTo>
                    <a:pt x="6538" y="4634"/>
                    <a:pt x="6597" y="4606"/>
                    <a:pt x="6628" y="4548"/>
                  </a:cubicBezTo>
                  <a:cubicBezTo>
                    <a:pt x="6675" y="4618"/>
                    <a:pt x="6759" y="4655"/>
                    <a:pt x="6853" y="4655"/>
                  </a:cubicBezTo>
                  <a:cubicBezTo>
                    <a:pt x="6870" y="4655"/>
                    <a:pt x="6888" y="4653"/>
                    <a:pt x="6905" y="4651"/>
                  </a:cubicBezTo>
                  <a:cubicBezTo>
                    <a:pt x="6941" y="4647"/>
                    <a:pt x="6973" y="4639"/>
                    <a:pt x="7004" y="4623"/>
                  </a:cubicBezTo>
                  <a:cubicBezTo>
                    <a:pt x="7095" y="4821"/>
                    <a:pt x="7218" y="5007"/>
                    <a:pt x="7364" y="5165"/>
                  </a:cubicBezTo>
                  <a:cubicBezTo>
                    <a:pt x="7364" y="5343"/>
                    <a:pt x="7364" y="5537"/>
                    <a:pt x="7372" y="5676"/>
                  </a:cubicBezTo>
                  <a:cubicBezTo>
                    <a:pt x="7376" y="5814"/>
                    <a:pt x="7202" y="6004"/>
                    <a:pt x="7048" y="6091"/>
                  </a:cubicBezTo>
                  <a:cubicBezTo>
                    <a:pt x="7040" y="6091"/>
                    <a:pt x="6719" y="6044"/>
                    <a:pt x="6470" y="5984"/>
                  </a:cubicBezTo>
                  <a:lnTo>
                    <a:pt x="6482" y="5965"/>
                  </a:lnTo>
                  <a:cubicBezTo>
                    <a:pt x="6245" y="5553"/>
                    <a:pt x="5659" y="5047"/>
                    <a:pt x="5263" y="4718"/>
                  </a:cubicBezTo>
                  <a:cubicBezTo>
                    <a:pt x="4868" y="4386"/>
                    <a:pt x="3981" y="3262"/>
                    <a:pt x="3716" y="2965"/>
                  </a:cubicBezTo>
                  <a:cubicBezTo>
                    <a:pt x="3119" y="2289"/>
                    <a:pt x="2569" y="1592"/>
                    <a:pt x="2438" y="1363"/>
                  </a:cubicBezTo>
                  <a:cubicBezTo>
                    <a:pt x="2312" y="1137"/>
                    <a:pt x="2209" y="116"/>
                    <a:pt x="2078" y="22"/>
                  </a:cubicBezTo>
                  <a:cubicBezTo>
                    <a:pt x="2058" y="7"/>
                    <a:pt x="2040" y="1"/>
                    <a:pt x="20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1064650" y="2098216"/>
              <a:ext cx="1005087" cy="1785762"/>
            </a:xfrm>
            <a:custGeom>
              <a:avLst/>
              <a:gdLst/>
              <a:ahLst/>
              <a:cxnLst/>
              <a:rect l="l" t="t" r="r" b="b"/>
              <a:pathLst>
                <a:path w="15931" h="28305" extrusionOk="0">
                  <a:moveTo>
                    <a:pt x="910" y="0"/>
                  </a:moveTo>
                  <a:cubicBezTo>
                    <a:pt x="890" y="0"/>
                    <a:pt x="870" y="2"/>
                    <a:pt x="852" y="6"/>
                  </a:cubicBezTo>
                  <a:cubicBezTo>
                    <a:pt x="472" y="81"/>
                    <a:pt x="1" y="524"/>
                    <a:pt x="808" y="1114"/>
                  </a:cubicBezTo>
                  <a:cubicBezTo>
                    <a:pt x="1429" y="1572"/>
                    <a:pt x="1702" y="1687"/>
                    <a:pt x="1995" y="2289"/>
                  </a:cubicBezTo>
                  <a:cubicBezTo>
                    <a:pt x="2438" y="3199"/>
                    <a:pt x="3388" y="4196"/>
                    <a:pt x="3752" y="4714"/>
                  </a:cubicBezTo>
                  <a:cubicBezTo>
                    <a:pt x="4512" y="5822"/>
                    <a:pt x="5833" y="7334"/>
                    <a:pt x="5932" y="7448"/>
                  </a:cubicBezTo>
                  <a:cubicBezTo>
                    <a:pt x="5968" y="7646"/>
                    <a:pt x="6007" y="7844"/>
                    <a:pt x="6047" y="8046"/>
                  </a:cubicBezTo>
                  <a:cubicBezTo>
                    <a:pt x="6075" y="8513"/>
                    <a:pt x="6284" y="9193"/>
                    <a:pt x="6403" y="9862"/>
                  </a:cubicBezTo>
                  <a:cubicBezTo>
                    <a:pt x="6419" y="10060"/>
                    <a:pt x="6419" y="10258"/>
                    <a:pt x="6395" y="10456"/>
                  </a:cubicBezTo>
                  <a:lnTo>
                    <a:pt x="6395" y="10471"/>
                  </a:lnTo>
                  <a:cubicBezTo>
                    <a:pt x="6387" y="10547"/>
                    <a:pt x="6375" y="10618"/>
                    <a:pt x="6355" y="10693"/>
                  </a:cubicBezTo>
                  <a:cubicBezTo>
                    <a:pt x="6332" y="10816"/>
                    <a:pt x="6296" y="10970"/>
                    <a:pt x="6257" y="11140"/>
                  </a:cubicBezTo>
                  <a:cubicBezTo>
                    <a:pt x="6197" y="11417"/>
                    <a:pt x="6130" y="11753"/>
                    <a:pt x="6075" y="12110"/>
                  </a:cubicBezTo>
                  <a:cubicBezTo>
                    <a:pt x="5161" y="12177"/>
                    <a:pt x="5030" y="13922"/>
                    <a:pt x="4986" y="14765"/>
                  </a:cubicBezTo>
                  <a:cubicBezTo>
                    <a:pt x="4986" y="14824"/>
                    <a:pt x="4982" y="14923"/>
                    <a:pt x="4982" y="15046"/>
                  </a:cubicBezTo>
                  <a:cubicBezTo>
                    <a:pt x="4887" y="15184"/>
                    <a:pt x="4789" y="15346"/>
                    <a:pt x="4670" y="15544"/>
                  </a:cubicBezTo>
                  <a:cubicBezTo>
                    <a:pt x="4187" y="16343"/>
                    <a:pt x="3938" y="16668"/>
                    <a:pt x="3677" y="17400"/>
                  </a:cubicBezTo>
                  <a:cubicBezTo>
                    <a:pt x="3416" y="18132"/>
                    <a:pt x="3562" y="18646"/>
                    <a:pt x="3902" y="18844"/>
                  </a:cubicBezTo>
                  <a:cubicBezTo>
                    <a:pt x="3972" y="18884"/>
                    <a:pt x="4043" y="18901"/>
                    <a:pt x="4115" y="18901"/>
                  </a:cubicBezTo>
                  <a:cubicBezTo>
                    <a:pt x="4398" y="18901"/>
                    <a:pt x="4691" y="18630"/>
                    <a:pt x="4931" y="18409"/>
                  </a:cubicBezTo>
                  <a:cubicBezTo>
                    <a:pt x="4951" y="18385"/>
                    <a:pt x="4967" y="18361"/>
                    <a:pt x="4982" y="18334"/>
                  </a:cubicBezTo>
                  <a:cubicBezTo>
                    <a:pt x="4982" y="18682"/>
                    <a:pt x="4986" y="18907"/>
                    <a:pt x="4986" y="18907"/>
                  </a:cubicBezTo>
                  <a:lnTo>
                    <a:pt x="5046" y="18907"/>
                  </a:lnTo>
                  <a:cubicBezTo>
                    <a:pt x="4943" y="19074"/>
                    <a:pt x="4824" y="19279"/>
                    <a:pt x="4820" y="19390"/>
                  </a:cubicBezTo>
                  <a:cubicBezTo>
                    <a:pt x="4816" y="19418"/>
                    <a:pt x="4816" y="19446"/>
                    <a:pt x="4820" y="19473"/>
                  </a:cubicBezTo>
                  <a:cubicBezTo>
                    <a:pt x="4832" y="19774"/>
                    <a:pt x="5050" y="19833"/>
                    <a:pt x="5358" y="19845"/>
                  </a:cubicBezTo>
                  <a:lnTo>
                    <a:pt x="5366" y="19845"/>
                  </a:lnTo>
                  <a:lnTo>
                    <a:pt x="5255" y="21001"/>
                  </a:lnTo>
                  <a:lnTo>
                    <a:pt x="5002" y="23675"/>
                  </a:lnTo>
                  <a:cubicBezTo>
                    <a:pt x="5196" y="23755"/>
                    <a:pt x="5398" y="23818"/>
                    <a:pt x="5604" y="23865"/>
                  </a:cubicBezTo>
                  <a:cubicBezTo>
                    <a:pt x="5441" y="24965"/>
                    <a:pt x="5303" y="26322"/>
                    <a:pt x="5204" y="27719"/>
                  </a:cubicBezTo>
                  <a:cubicBezTo>
                    <a:pt x="5283" y="27775"/>
                    <a:pt x="5370" y="27826"/>
                    <a:pt x="5457" y="27870"/>
                  </a:cubicBezTo>
                  <a:cubicBezTo>
                    <a:pt x="5461" y="27996"/>
                    <a:pt x="5465" y="28139"/>
                    <a:pt x="5481" y="28305"/>
                  </a:cubicBezTo>
                  <a:lnTo>
                    <a:pt x="7277" y="28305"/>
                  </a:lnTo>
                  <a:cubicBezTo>
                    <a:pt x="7285" y="28242"/>
                    <a:pt x="7293" y="28178"/>
                    <a:pt x="7309" y="28119"/>
                  </a:cubicBezTo>
                  <a:cubicBezTo>
                    <a:pt x="7325" y="28064"/>
                    <a:pt x="7337" y="28024"/>
                    <a:pt x="7345" y="27976"/>
                  </a:cubicBezTo>
                  <a:lnTo>
                    <a:pt x="7637" y="27881"/>
                  </a:lnTo>
                  <a:cubicBezTo>
                    <a:pt x="7796" y="26651"/>
                    <a:pt x="7962" y="24914"/>
                    <a:pt x="7962" y="24914"/>
                  </a:cubicBezTo>
                  <a:cubicBezTo>
                    <a:pt x="7962" y="24914"/>
                    <a:pt x="8100" y="26635"/>
                    <a:pt x="8377" y="27858"/>
                  </a:cubicBezTo>
                  <a:cubicBezTo>
                    <a:pt x="8484" y="27933"/>
                    <a:pt x="8599" y="27984"/>
                    <a:pt x="8726" y="28016"/>
                  </a:cubicBezTo>
                  <a:cubicBezTo>
                    <a:pt x="8734" y="28048"/>
                    <a:pt x="8741" y="28083"/>
                    <a:pt x="8749" y="28119"/>
                  </a:cubicBezTo>
                  <a:cubicBezTo>
                    <a:pt x="8765" y="28182"/>
                    <a:pt x="8773" y="28246"/>
                    <a:pt x="8785" y="28305"/>
                  </a:cubicBezTo>
                  <a:lnTo>
                    <a:pt x="10581" y="28305"/>
                  </a:lnTo>
                  <a:cubicBezTo>
                    <a:pt x="10593" y="28087"/>
                    <a:pt x="10605" y="27905"/>
                    <a:pt x="10601" y="27767"/>
                  </a:cubicBezTo>
                  <a:cubicBezTo>
                    <a:pt x="10668" y="27727"/>
                    <a:pt x="10732" y="27680"/>
                    <a:pt x="10787" y="27624"/>
                  </a:cubicBezTo>
                  <a:cubicBezTo>
                    <a:pt x="10641" y="26532"/>
                    <a:pt x="10443" y="25120"/>
                    <a:pt x="10205" y="23960"/>
                  </a:cubicBezTo>
                  <a:cubicBezTo>
                    <a:pt x="10645" y="23893"/>
                    <a:pt x="10906" y="23834"/>
                    <a:pt x="10906" y="23834"/>
                  </a:cubicBezTo>
                  <a:lnTo>
                    <a:pt x="10451" y="21040"/>
                  </a:lnTo>
                  <a:lnTo>
                    <a:pt x="10253" y="19853"/>
                  </a:lnTo>
                  <a:lnTo>
                    <a:pt x="10383" y="19853"/>
                  </a:lnTo>
                  <a:cubicBezTo>
                    <a:pt x="10688" y="19845"/>
                    <a:pt x="10906" y="19786"/>
                    <a:pt x="10922" y="19481"/>
                  </a:cubicBezTo>
                  <a:cubicBezTo>
                    <a:pt x="10926" y="19453"/>
                    <a:pt x="10926" y="19426"/>
                    <a:pt x="10922" y="19398"/>
                  </a:cubicBezTo>
                  <a:cubicBezTo>
                    <a:pt x="10918" y="19291"/>
                    <a:pt x="10799" y="19081"/>
                    <a:pt x="10692" y="18919"/>
                  </a:cubicBezTo>
                  <a:lnTo>
                    <a:pt x="10775" y="18919"/>
                  </a:lnTo>
                  <a:cubicBezTo>
                    <a:pt x="10775" y="18919"/>
                    <a:pt x="10775" y="18690"/>
                    <a:pt x="10779" y="18346"/>
                  </a:cubicBezTo>
                  <a:cubicBezTo>
                    <a:pt x="10791" y="18373"/>
                    <a:pt x="10807" y="18397"/>
                    <a:pt x="10827" y="18421"/>
                  </a:cubicBezTo>
                  <a:cubicBezTo>
                    <a:pt x="11070" y="18642"/>
                    <a:pt x="11361" y="18913"/>
                    <a:pt x="11644" y="18913"/>
                  </a:cubicBezTo>
                  <a:cubicBezTo>
                    <a:pt x="11715" y="18913"/>
                    <a:pt x="11786" y="18896"/>
                    <a:pt x="11855" y="18856"/>
                  </a:cubicBezTo>
                  <a:cubicBezTo>
                    <a:pt x="12204" y="18658"/>
                    <a:pt x="12346" y="18144"/>
                    <a:pt x="12085" y="17412"/>
                  </a:cubicBezTo>
                  <a:cubicBezTo>
                    <a:pt x="11824" y="16680"/>
                    <a:pt x="11575" y="16351"/>
                    <a:pt x="11092" y="15556"/>
                  </a:cubicBezTo>
                  <a:cubicBezTo>
                    <a:pt x="10973" y="15358"/>
                    <a:pt x="10866" y="15196"/>
                    <a:pt x="10779" y="15057"/>
                  </a:cubicBezTo>
                  <a:cubicBezTo>
                    <a:pt x="10779" y="14931"/>
                    <a:pt x="10775" y="14832"/>
                    <a:pt x="10767" y="14772"/>
                  </a:cubicBezTo>
                  <a:cubicBezTo>
                    <a:pt x="10740" y="14112"/>
                    <a:pt x="10649" y="12885"/>
                    <a:pt x="10166" y="12359"/>
                  </a:cubicBezTo>
                  <a:cubicBezTo>
                    <a:pt x="10134" y="12030"/>
                    <a:pt x="10079" y="11702"/>
                    <a:pt x="9996" y="11381"/>
                  </a:cubicBezTo>
                  <a:lnTo>
                    <a:pt x="10004" y="11381"/>
                  </a:lnTo>
                  <a:cubicBezTo>
                    <a:pt x="10004" y="11381"/>
                    <a:pt x="9711" y="10194"/>
                    <a:pt x="9770" y="9629"/>
                  </a:cubicBezTo>
                  <a:cubicBezTo>
                    <a:pt x="9814" y="9166"/>
                    <a:pt x="9873" y="8750"/>
                    <a:pt x="9917" y="8453"/>
                  </a:cubicBezTo>
                  <a:lnTo>
                    <a:pt x="9992" y="7983"/>
                  </a:lnTo>
                  <a:cubicBezTo>
                    <a:pt x="10019" y="7805"/>
                    <a:pt x="10039" y="7630"/>
                    <a:pt x="10067" y="7464"/>
                  </a:cubicBezTo>
                  <a:cubicBezTo>
                    <a:pt x="10862" y="6637"/>
                    <a:pt x="11480" y="5335"/>
                    <a:pt x="11931" y="4896"/>
                  </a:cubicBezTo>
                  <a:cubicBezTo>
                    <a:pt x="13680" y="3187"/>
                    <a:pt x="13312" y="3207"/>
                    <a:pt x="13822" y="2439"/>
                  </a:cubicBezTo>
                  <a:cubicBezTo>
                    <a:pt x="14400" y="1565"/>
                    <a:pt x="14613" y="1505"/>
                    <a:pt x="15175" y="975"/>
                  </a:cubicBezTo>
                  <a:cubicBezTo>
                    <a:pt x="15931" y="259"/>
                    <a:pt x="15531" y="85"/>
                    <a:pt x="15151" y="10"/>
                  </a:cubicBezTo>
                  <a:cubicBezTo>
                    <a:pt x="15133" y="6"/>
                    <a:pt x="15114" y="4"/>
                    <a:pt x="15094" y="4"/>
                  </a:cubicBezTo>
                  <a:cubicBezTo>
                    <a:pt x="14710" y="4"/>
                    <a:pt x="14099" y="658"/>
                    <a:pt x="14099" y="658"/>
                  </a:cubicBezTo>
                  <a:cubicBezTo>
                    <a:pt x="14099" y="658"/>
                    <a:pt x="14135" y="5"/>
                    <a:pt x="13977" y="5"/>
                  </a:cubicBezTo>
                  <a:cubicBezTo>
                    <a:pt x="13962" y="5"/>
                    <a:pt x="13944" y="12"/>
                    <a:pt x="13925" y="25"/>
                  </a:cubicBezTo>
                  <a:cubicBezTo>
                    <a:pt x="13794" y="120"/>
                    <a:pt x="13810" y="908"/>
                    <a:pt x="13687" y="1137"/>
                  </a:cubicBezTo>
                  <a:cubicBezTo>
                    <a:pt x="13565" y="1363"/>
                    <a:pt x="13031" y="1984"/>
                    <a:pt x="12429" y="2657"/>
                  </a:cubicBezTo>
                  <a:cubicBezTo>
                    <a:pt x="12164" y="2957"/>
                    <a:pt x="11135" y="4386"/>
                    <a:pt x="10740" y="4718"/>
                  </a:cubicBezTo>
                  <a:cubicBezTo>
                    <a:pt x="10344" y="5051"/>
                    <a:pt x="9260" y="6020"/>
                    <a:pt x="9260" y="6020"/>
                  </a:cubicBezTo>
                  <a:cubicBezTo>
                    <a:pt x="9046" y="6060"/>
                    <a:pt x="8904" y="6091"/>
                    <a:pt x="8896" y="6099"/>
                  </a:cubicBezTo>
                  <a:cubicBezTo>
                    <a:pt x="8741" y="6004"/>
                    <a:pt x="8563" y="5866"/>
                    <a:pt x="8567" y="5676"/>
                  </a:cubicBezTo>
                  <a:cubicBezTo>
                    <a:pt x="8571" y="5490"/>
                    <a:pt x="8579" y="5339"/>
                    <a:pt x="8579" y="5157"/>
                  </a:cubicBezTo>
                  <a:cubicBezTo>
                    <a:pt x="8714" y="5007"/>
                    <a:pt x="8825" y="4837"/>
                    <a:pt x="8908" y="4655"/>
                  </a:cubicBezTo>
                  <a:lnTo>
                    <a:pt x="8927" y="4655"/>
                  </a:lnTo>
                  <a:cubicBezTo>
                    <a:pt x="8945" y="4658"/>
                    <a:pt x="8963" y="4660"/>
                    <a:pt x="8980" y="4660"/>
                  </a:cubicBezTo>
                  <a:cubicBezTo>
                    <a:pt x="9066" y="4660"/>
                    <a:pt x="9149" y="4622"/>
                    <a:pt x="9204" y="4556"/>
                  </a:cubicBezTo>
                  <a:cubicBezTo>
                    <a:pt x="9235" y="4605"/>
                    <a:pt x="9296" y="4627"/>
                    <a:pt x="9364" y="4627"/>
                  </a:cubicBezTo>
                  <a:cubicBezTo>
                    <a:pt x="9444" y="4627"/>
                    <a:pt x="9534" y="4597"/>
                    <a:pt x="9600" y="4548"/>
                  </a:cubicBezTo>
                  <a:cubicBezTo>
                    <a:pt x="9727" y="4461"/>
                    <a:pt x="9735" y="4287"/>
                    <a:pt x="9675" y="4109"/>
                  </a:cubicBezTo>
                  <a:cubicBezTo>
                    <a:pt x="9778" y="4109"/>
                    <a:pt x="9865" y="4022"/>
                    <a:pt x="9865" y="3915"/>
                  </a:cubicBezTo>
                  <a:cubicBezTo>
                    <a:pt x="9873" y="3733"/>
                    <a:pt x="9715" y="3638"/>
                    <a:pt x="9557" y="3598"/>
                  </a:cubicBezTo>
                  <a:lnTo>
                    <a:pt x="9766" y="3496"/>
                  </a:lnTo>
                  <a:lnTo>
                    <a:pt x="9588" y="3203"/>
                  </a:lnTo>
                  <a:cubicBezTo>
                    <a:pt x="9466" y="3258"/>
                    <a:pt x="9343" y="3306"/>
                    <a:pt x="9220" y="3341"/>
                  </a:cubicBezTo>
                  <a:cubicBezTo>
                    <a:pt x="9173" y="3017"/>
                    <a:pt x="9078" y="2384"/>
                    <a:pt x="9066" y="1929"/>
                  </a:cubicBezTo>
                  <a:cubicBezTo>
                    <a:pt x="9062" y="1893"/>
                    <a:pt x="9062" y="1857"/>
                    <a:pt x="9062" y="1818"/>
                  </a:cubicBezTo>
                  <a:cubicBezTo>
                    <a:pt x="9066" y="1185"/>
                    <a:pt x="9315" y="310"/>
                    <a:pt x="8995" y="144"/>
                  </a:cubicBezTo>
                  <a:cubicBezTo>
                    <a:pt x="8890" y="89"/>
                    <a:pt x="8792" y="68"/>
                    <a:pt x="8694" y="68"/>
                  </a:cubicBezTo>
                  <a:cubicBezTo>
                    <a:pt x="8489" y="68"/>
                    <a:pt x="8289" y="164"/>
                    <a:pt x="8053" y="247"/>
                  </a:cubicBezTo>
                  <a:cubicBezTo>
                    <a:pt x="7998" y="271"/>
                    <a:pt x="7934" y="287"/>
                    <a:pt x="7875" y="290"/>
                  </a:cubicBezTo>
                  <a:cubicBezTo>
                    <a:pt x="7841" y="296"/>
                    <a:pt x="7808" y="298"/>
                    <a:pt x="7775" y="298"/>
                  </a:cubicBezTo>
                  <a:cubicBezTo>
                    <a:pt x="7582" y="298"/>
                    <a:pt x="7402" y="215"/>
                    <a:pt x="7064" y="144"/>
                  </a:cubicBezTo>
                  <a:cubicBezTo>
                    <a:pt x="7025" y="135"/>
                    <a:pt x="6989" y="131"/>
                    <a:pt x="6954" y="131"/>
                  </a:cubicBezTo>
                  <a:cubicBezTo>
                    <a:pt x="6561" y="131"/>
                    <a:pt x="6437" y="676"/>
                    <a:pt x="6605" y="1414"/>
                  </a:cubicBezTo>
                  <a:cubicBezTo>
                    <a:pt x="6640" y="1569"/>
                    <a:pt x="6660" y="1719"/>
                    <a:pt x="6680" y="1873"/>
                  </a:cubicBezTo>
                  <a:cubicBezTo>
                    <a:pt x="6719" y="2364"/>
                    <a:pt x="6708" y="2858"/>
                    <a:pt x="6640" y="3349"/>
                  </a:cubicBezTo>
                  <a:cubicBezTo>
                    <a:pt x="6371" y="3270"/>
                    <a:pt x="6197" y="3199"/>
                    <a:pt x="6197" y="3199"/>
                  </a:cubicBezTo>
                  <a:lnTo>
                    <a:pt x="6051" y="3555"/>
                  </a:lnTo>
                  <a:lnTo>
                    <a:pt x="6209" y="3622"/>
                  </a:lnTo>
                  <a:cubicBezTo>
                    <a:pt x="6075" y="3670"/>
                    <a:pt x="5960" y="3753"/>
                    <a:pt x="5972" y="3911"/>
                  </a:cubicBezTo>
                  <a:cubicBezTo>
                    <a:pt x="5972" y="4014"/>
                    <a:pt x="6055" y="4101"/>
                    <a:pt x="6158" y="4105"/>
                  </a:cubicBezTo>
                  <a:cubicBezTo>
                    <a:pt x="6106" y="4283"/>
                    <a:pt x="6075" y="4433"/>
                    <a:pt x="6233" y="4544"/>
                  </a:cubicBezTo>
                  <a:cubicBezTo>
                    <a:pt x="6313" y="4602"/>
                    <a:pt x="6399" y="4631"/>
                    <a:pt x="6472" y="4631"/>
                  </a:cubicBezTo>
                  <a:cubicBezTo>
                    <a:pt x="6542" y="4631"/>
                    <a:pt x="6599" y="4604"/>
                    <a:pt x="6628" y="4552"/>
                  </a:cubicBezTo>
                  <a:cubicBezTo>
                    <a:pt x="6685" y="4619"/>
                    <a:pt x="6770" y="4655"/>
                    <a:pt x="6857" y="4655"/>
                  </a:cubicBezTo>
                  <a:cubicBezTo>
                    <a:pt x="6873" y="4655"/>
                    <a:pt x="6889" y="4653"/>
                    <a:pt x="6905" y="4651"/>
                  </a:cubicBezTo>
                  <a:cubicBezTo>
                    <a:pt x="6941" y="4643"/>
                    <a:pt x="6977" y="4635"/>
                    <a:pt x="7008" y="4619"/>
                  </a:cubicBezTo>
                  <a:cubicBezTo>
                    <a:pt x="7099" y="4821"/>
                    <a:pt x="7222" y="5003"/>
                    <a:pt x="7372" y="5165"/>
                  </a:cubicBezTo>
                  <a:cubicBezTo>
                    <a:pt x="7372" y="5343"/>
                    <a:pt x="7372" y="5541"/>
                    <a:pt x="7376" y="5672"/>
                  </a:cubicBezTo>
                  <a:cubicBezTo>
                    <a:pt x="7380" y="5806"/>
                    <a:pt x="7206" y="6000"/>
                    <a:pt x="7056" y="6095"/>
                  </a:cubicBezTo>
                  <a:cubicBezTo>
                    <a:pt x="7044" y="6087"/>
                    <a:pt x="6723" y="6040"/>
                    <a:pt x="6474" y="5980"/>
                  </a:cubicBezTo>
                  <a:lnTo>
                    <a:pt x="6486" y="5961"/>
                  </a:lnTo>
                  <a:cubicBezTo>
                    <a:pt x="6249" y="5549"/>
                    <a:pt x="5663" y="5047"/>
                    <a:pt x="5267" y="4714"/>
                  </a:cubicBezTo>
                  <a:cubicBezTo>
                    <a:pt x="4872" y="4382"/>
                    <a:pt x="3989" y="3258"/>
                    <a:pt x="3720" y="2961"/>
                  </a:cubicBezTo>
                  <a:cubicBezTo>
                    <a:pt x="3123" y="2289"/>
                    <a:pt x="2573" y="1588"/>
                    <a:pt x="2446" y="1359"/>
                  </a:cubicBezTo>
                  <a:cubicBezTo>
                    <a:pt x="2316" y="1133"/>
                    <a:pt x="2213" y="112"/>
                    <a:pt x="2082" y="21"/>
                  </a:cubicBezTo>
                  <a:cubicBezTo>
                    <a:pt x="2062" y="8"/>
                    <a:pt x="2045" y="1"/>
                    <a:pt x="2029" y="1"/>
                  </a:cubicBezTo>
                  <a:cubicBezTo>
                    <a:pt x="1869" y="1"/>
                    <a:pt x="1912" y="655"/>
                    <a:pt x="1912" y="655"/>
                  </a:cubicBezTo>
                  <a:cubicBezTo>
                    <a:pt x="1912" y="655"/>
                    <a:pt x="1297" y="0"/>
                    <a:pt x="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0"/>
            <p:cNvSpPr/>
            <p:nvPr/>
          </p:nvSpPr>
          <p:spPr>
            <a:xfrm>
              <a:off x="3512871" y="2768740"/>
              <a:ext cx="1005087" cy="766291"/>
            </a:xfrm>
            <a:custGeom>
              <a:avLst/>
              <a:gdLst/>
              <a:ahLst/>
              <a:cxnLst/>
              <a:rect l="l" t="t" r="r" b="b"/>
              <a:pathLst>
                <a:path w="15931" h="12146" extrusionOk="0">
                  <a:moveTo>
                    <a:pt x="910" y="0"/>
                  </a:moveTo>
                  <a:cubicBezTo>
                    <a:pt x="890" y="0"/>
                    <a:pt x="870" y="2"/>
                    <a:pt x="851" y="6"/>
                  </a:cubicBezTo>
                  <a:cubicBezTo>
                    <a:pt x="471" y="81"/>
                    <a:pt x="0" y="524"/>
                    <a:pt x="807" y="1114"/>
                  </a:cubicBezTo>
                  <a:cubicBezTo>
                    <a:pt x="1433" y="1573"/>
                    <a:pt x="1698" y="1687"/>
                    <a:pt x="1991" y="2285"/>
                  </a:cubicBezTo>
                  <a:cubicBezTo>
                    <a:pt x="2434" y="3203"/>
                    <a:pt x="3391" y="4196"/>
                    <a:pt x="3747" y="4714"/>
                  </a:cubicBezTo>
                  <a:cubicBezTo>
                    <a:pt x="4511" y="5822"/>
                    <a:pt x="5829" y="7338"/>
                    <a:pt x="5928" y="7448"/>
                  </a:cubicBezTo>
                  <a:lnTo>
                    <a:pt x="6046" y="8042"/>
                  </a:lnTo>
                  <a:cubicBezTo>
                    <a:pt x="6074" y="8513"/>
                    <a:pt x="6284" y="9197"/>
                    <a:pt x="6402" y="9862"/>
                  </a:cubicBezTo>
                  <a:cubicBezTo>
                    <a:pt x="6422" y="10060"/>
                    <a:pt x="6418" y="10258"/>
                    <a:pt x="6398" y="10452"/>
                  </a:cubicBezTo>
                  <a:lnTo>
                    <a:pt x="6398" y="10471"/>
                  </a:lnTo>
                  <a:cubicBezTo>
                    <a:pt x="6383" y="10551"/>
                    <a:pt x="6371" y="10630"/>
                    <a:pt x="6359" y="10693"/>
                  </a:cubicBezTo>
                  <a:cubicBezTo>
                    <a:pt x="6343" y="10756"/>
                    <a:pt x="6292" y="10970"/>
                    <a:pt x="6260" y="11140"/>
                  </a:cubicBezTo>
                  <a:cubicBezTo>
                    <a:pt x="6193" y="11417"/>
                    <a:pt x="6125" y="11746"/>
                    <a:pt x="6070" y="12110"/>
                  </a:cubicBezTo>
                  <a:cubicBezTo>
                    <a:pt x="6015" y="12114"/>
                    <a:pt x="5955" y="12125"/>
                    <a:pt x="5904" y="12145"/>
                  </a:cubicBezTo>
                  <a:lnTo>
                    <a:pt x="10138" y="12145"/>
                  </a:lnTo>
                  <a:cubicBezTo>
                    <a:pt x="10106" y="11884"/>
                    <a:pt x="10059" y="11627"/>
                    <a:pt x="9999" y="11374"/>
                  </a:cubicBezTo>
                  <a:cubicBezTo>
                    <a:pt x="9999" y="11374"/>
                    <a:pt x="9710" y="10187"/>
                    <a:pt x="9766" y="9621"/>
                  </a:cubicBezTo>
                  <a:cubicBezTo>
                    <a:pt x="9813" y="9158"/>
                    <a:pt x="9869" y="8742"/>
                    <a:pt x="9912" y="8446"/>
                  </a:cubicBezTo>
                  <a:cubicBezTo>
                    <a:pt x="9944" y="8287"/>
                    <a:pt x="9968" y="8133"/>
                    <a:pt x="9991" y="7975"/>
                  </a:cubicBezTo>
                  <a:cubicBezTo>
                    <a:pt x="10019" y="7801"/>
                    <a:pt x="10043" y="7627"/>
                    <a:pt x="10062" y="7460"/>
                  </a:cubicBezTo>
                  <a:cubicBezTo>
                    <a:pt x="10862" y="6633"/>
                    <a:pt x="11483" y="5332"/>
                    <a:pt x="11930" y="4892"/>
                  </a:cubicBezTo>
                  <a:cubicBezTo>
                    <a:pt x="13683" y="3183"/>
                    <a:pt x="13307" y="3203"/>
                    <a:pt x="13817" y="2435"/>
                  </a:cubicBezTo>
                  <a:cubicBezTo>
                    <a:pt x="14399" y="1561"/>
                    <a:pt x="14609" y="1501"/>
                    <a:pt x="15171" y="967"/>
                  </a:cubicBezTo>
                  <a:cubicBezTo>
                    <a:pt x="15930" y="259"/>
                    <a:pt x="15527" y="85"/>
                    <a:pt x="15151" y="10"/>
                  </a:cubicBezTo>
                  <a:cubicBezTo>
                    <a:pt x="15133" y="6"/>
                    <a:pt x="15114" y="5"/>
                    <a:pt x="15095" y="5"/>
                  </a:cubicBezTo>
                  <a:cubicBezTo>
                    <a:pt x="14709" y="5"/>
                    <a:pt x="14094" y="659"/>
                    <a:pt x="14094" y="659"/>
                  </a:cubicBezTo>
                  <a:cubicBezTo>
                    <a:pt x="14094" y="659"/>
                    <a:pt x="14134" y="5"/>
                    <a:pt x="13974" y="5"/>
                  </a:cubicBezTo>
                  <a:cubicBezTo>
                    <a:pt x="13958" y="5"/>
                    <a:pt x="13941" y="11"/>
                    <a:pt x="13920" y="25"/>
                  </a:cubicBezTo>
                  <a:cubicBezTo>
                    <a:pt x="13798" y="120"/>
                    <a:pt x="13810" y="912"/>
                    <a:pt x="13683" y="1137"/>
                  </a:cubicBezTo>
                  <a:cubicBezTo>
                    <a:pt x="13556" y="1367"/>
                    <a:pt x="13030" y="1984"/>
                    <a:pt x="12433" y="2657"/>
                  </a:cubicBezTo>
                  <a:cubicBezTo>
                    <a:pt x="12164" y="2953"/>
                    <a:pt x="11131" y="4390"/>
                    <a:pt x="10735" y="4718"/>
                  </a:cubicBezTo>
                  <a:cubicBezTo>
                    <a:pt x="10339" y="5051"/>
                    <a:pt x="9255" y="6016"/>
                    <a:pt x="9255" y="6016"/>
                  </a:cubicBezTo>
                  <a:lnTo>
                    <a:pt x="8895" y="6095"/>
                  </a:lnTo>
                  <a:cubicBezTo>
                    <a:pt x="8737" y="6004"/>
                    <a:pt x="8559" y="5862"/>
                    <a:pt x="8571" y="5680"/>
                  </a:cubicBezTo>
                  <a:cubicBezTo>
                    <a:pt x="8579" y="5498"/>
                    <a:pt x="8579" y="5339"/>
                    <a:pt x="8575" y="5161"/>
                  </a:cubicBezTo>
                  <a:cubicBezTo>
                    <a:pt x="8713" y="5011"/>
                    <a:pt x="8824" y="4841"/>
                    <a:pt x="8907" y="4655"/>
                  </a:cubicBezTo>
                  <a:lnTo>
                    <a:pt x="8931" y="4655"/>
                  </a:lnTo>
                  <a:cubicBezTo>
                    <a:pt x="8948" y="4658"/>
                    <a:pt x="8966" y="4660"/>
                    <a:pt x="8984" y="4660"/>
                  </a:cubicBezTo>
                  <a:cubicBezTo>
                    <a:pt x="9069" y="4660"/>
                    <a:pt x="9152" y="4621"/>
                    <a:pt x="9208" y="4552"/>
                  </a:cubicBezTo>
                  <a:cubicBezTo>
                    <a:pt x="9235" y="4606"/>
                    <a:pt x="9297" y="4628"/>
                    <a:pt x="9367" y="4628"/>
                  </a:cubicBezTo>
                  <a:cubicBezTo>
                    <a:pt x="9447" y="4628"/>
                    <a:pt x="9538" y="4599"/>
                    <a:pt x="9603" y="4552"/>
                  </a:cubicBezTo>
                  <a:cubicBezTo>
                    <a:pt x="9726" y="4461"/>
                    <a:pt x="9730" y="4291"/>
                    <a:pt x="9679" y="4113"/>
                  </a:cubicBezTo>
                  <a:cubicBezTo>
                    <a:pt x="9782" y="4105"/>
                    <a:pt x="9861" y="4022"/>
                    <a:pt x="9865" y="3919"/>
                  </a:cubicBezTo>
                  <a:cubicBezTo>
                    <a:pt x="9877" y="3729"/>
                    <a:pt x="9714" y="3642"/>
                    <a:pt x="9556" y="3602"/>
                  </a:cubicBezTo>
                  <a:cubicBezTo>
                    <a:pt x="9687" y="3543"/>
                    <a:pt x="9762" y="3500"/>
                    <a:pt x="9762" y="3500"/>
                  </a:cubicBezTo>
                  <a:lnTo>
                    <a:pt x="9588" y="3207"/>
                  </a:lnTo>
                  <a:cubicBezTo>
                    <a:pt x="9588" y="3207"/>
                    <a:pt x="9445" y="3270"/>
                    <a:pt x="9220" y="3345"/>
                  </a:cubicBezTo>
                  <a:cubicBezTo>
                    <a:pt x="9141" y="2874"/>
                    <a:pt x="9089" y="2400"/>
                    <a:pt x="9061" y="1925"/>
                  </a:cubicBezTo>
                  <a:lnTo>
                    <a:pt x="9061" y="1822"/>
                  </a:lnTo>
                  <a:cubicBezTo>
                    <a:pt x="9061" y="1189"/>
                    <a:pt x="9311" y="314"/>
                    <a:pt x="8994" y="144"/>
                  </a:cubicBezTo>
                  <a:cubicBezTo>
                    <a:pt x="8892" y="91"/>
                    <a:pt x="8794" y="70"/>
                    <a:pt x="8697" y="70"/>
                  </a:cubicBezTo>
                  <a:cubicBezTo>
                    <a:pt x="8490" y="70"/>
                    <a:pt x="8285" y="164"/>
                    <a:pt x="8048" y="247"/>
                  </a:cubicBezTo>
                  <a:cubicBezTo>
                    <a:pt x="7993" y="267"/>
                    <a:pt x="7934" y="283"/>
                    <a:pt x="7874" y="294"/>
                  </a:cubicBezTo>
                  <a:cubicBezTo>
                    <a:pt x="7843" y="299"/>
                    <a:pt x="7812" y="301"/>
                    <a:pt x="7782" y="301"/>
                  </a:cubicBezTo>
                  <a:cubicBezTo>
                    <a:pt x="7583" y="301"/>
                    <a:pt x="7404" y="216"/>
                    <a:pt x="7063" y="144"/>
                  </a:cubicBezTo>
                  <a:cubicBezTo>
                    <a:pt x="7026" y="136"/>
                    <a:pt x="6990" y="132"/>
                    <a:pt x="6957" y="132"/>
                  </a:cubicBezTo>
                  <a:cubicBezTo>
                    <a:pt x="6561" y="132"/>
                    <a:pt x="6436" y="677"/>
                    <a:pt x="6600" y="1414"/>
                  </a:cubicBezTo>
                  <a:cubicBezTo>
                    <a:pt x="6636" y="1569"/>
                    <a:pt x="6660" y="1719"/>
                    <a:pt x="6675" y="1877"/>
                  </a:cubicBezTo>
                  <a:cubicBezTo>
                    <a:pt x="6723" y="2364"/>
                    <a:pt x="6707" y="2859"/>
                    <a:pt x="6636" y="3345"/>
                  </a:cubicBezTo>
                  <a:cubicBezTo>
                    <a:pt x="6367" y="3270"/>
                    <a:pt x="6193" y="3203"/>
                    <a:pt x="6193" y="3203"/>
                  </a:cubicBezTo>
                  <a:lnTo>
                    <a:pt x="6050" y="3559"/>
                  </a:lnTo>
                  <a:lnTo>
                    <a:pt x="6205" y="3622"/>
                  </a:lnTo>
                  <a:cubicBezTo>
                    <a:pt x="6074" y="3666"/>
                    <a:pt x="5963" y="3757"/>
                    <a:pt x="5971" y="3915"/>
                  </a:cubicBezTo>
                  <a:cubicBezTo>
                    <a:pt x="5975" y="4018"/>
                    <a:pt x="6058" y="4101"/>
                    <a:pt x="6161" y="4105"/>
                  </a:cubicBezTo>
                  <a:cubicBezTo>
                    <a:pt x="6102" y="4283"/>
                    <a:pt x="6070" y="4433"/>
                    <a:pt x="6232" y="4548"/>
                  </a:cubicBezTo>
                  <a:cubicBezTo>
                    <a:pt x="6315" y="4603"/>
                    <a:pt x="6398" y="4631"/>
                    <a:pt x="6469" y="4631"/>
                  </a:cubicBezTo>
                  <a:cubicBezTo>
                    <a:pt x="6539" y="4631"/>
                    <a:pt x="6596" y="4603"/>
                    <a:pt x="6628" y="4548"/>
                  </a:cubicBezTo>
                  <a:cubicBezTo>
                    <a:pt x="6684" y="4617"/>
                    <a:pt x="6767" y="4656"/>
                    <a:pt x="6852" y="4656"/>
                  </a:cubicBezTo>
                  <a:cubicBezTo>
                    <a:pt x="6870" y="4656"/>
                    <a:pt x="6887" y="4654"/>
                    <a:pt x="6905" y="4651"/>
                  </a:cubicBezTo>
                  <a:cubicBezTo>
                    <a:pt x="6945" y="4643"/>
                    <a:pt x="6976" y="4635"/>
                    <a:pt x="7012" y="4619"/>
                  </a:cubicBezTo>
                  <a:cubicBezTo>
                    <a:pt x="7095" y="4821"/>
                    <a:pt x="7218" y="5007"/>
                    <a:pt x="7372" y="5165"/>
                  </a:cubicBezTo>
                  <a:cubicBezTo>
                    <a:pt x="7368" y="5343"/>
                    <a:pt x="7368" y="5537"/>
                    <a:pt x="7376" y="5676"/>
                  </a:cubicBezTo>
                  <a:cubicBezTo>
                    <a:pt x="7388" y="5814"/>
                    <a:pt x="7210" y="6000"/>
                    <a:pt x="7051" y="6091"/>
                  </a:cubicBezTo>
                  <a:cubicBezTo>
                    <a:pt x="7039" y="6091"/>
                    <a:pt x="6723" y="6040"/>
                    <a:pt x="6478" y="5980"/>
                  </a:cubicBezTo>
                  <a:cubicBezTo>
                    <a:pt x="6478" y="5977"/>
                    <a:pt x="6482" y="5973"/>
                    <a:pt x="6486" y="5961"/>
                  </a:cubicBezTo>
                  <a:cubicBezTo>
                    <a:pt x="6244" y="5549"/>
                    <a:pt x="5666" y="5047"/>
                    <a:pt x="5271" y="4714"/>
                  </a:cubicBezTo>
                  <a:cubicBezTo>
                    <a:pt x="4875" y="4382"/>
                    <a:pt x="3985" y="3262"/>
                    <a:pt x="3720" y="2965"/>
                  </a:cubicBezTo>
                  <a:cubicBezTo>
                    <a:pt x="3122" y="2285"/>
                    <a:pt x="2568" y="1588"/>
                    <a:pt x="2446" y="1363"/>
                  </a:cubicBezTo>
                  <a:cubicBezTo>
                    <a:pt x="2323" y="1133"/>
                    <a:pt x="2208" y="116"/>
                    <a:pt x="2086" y="21"/>
                  </a:cubicBezTo>
                  <a:cubicBezTo>
                    <a:pt x="2065" y="7"/>
                    <a:pt x="2047" y="1"/>
                    <a:pt x="2031" y="1"/>
                  </a:cubicBezTo>
                  <a:cubicBezTo>
                    <a:pt x="1869" y="1"/>
                    <a:pt x="1911" y="655"/>
                    <a:pt x="1911" y="655"/>
                  </a:cubicBezTo>
                  <a:cubicBezTo>
                    <a:pt x="1911" y="655"/>
                    <a:pt x="1300" y="0"/>
                    <a:pt x="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6355974" y="2532593"/>
              <a:ext cx="782695" cy="1130951"/>
            </a:xfrm>
            <a:custGeom>
              <a:avLst/>
              <a:gdLst/>
              <a:ahLst/>
              <a:cxnLst/>
              <a:rect l="l" t="t" r="r" b="b"/>
              <a:pathLst>
                <a:path w="12406" h="17926" extrusionOk="0">
                  <a:moveTo>
                    <a:pt x="11624" y="0"/>
                  </a:moveTo>
                  <a:cubicBezTo>
                    <a:pt x="11398" y="0"/>
                    <a:pt x="11204" y="178"/>
                    <a:pt x="11032" y="532"/>
                  </a:cubicBezTo>
                  <a:cubicBezTo>
                    <a:pt x="10913" y="773"/>
                    <a:pt x="11080" y="1117"/>
                    <a:pt x="11091" y="1157"/>
                  </a:cubicBezTo>
                  <a:cubicBezTo>
                    <a:pt x="11186" y="1489"/>
                    <a:pt x="11277" y="1576"/>
                    <a:pt x="11293" y="1719"/>
                  </a:cubicBezTo>
                  <a:lnTo>
                    <a:pt x="10874" y="2142"/>
                  </a:lnTo>
                  <a:lnTo>
                    <a:pt x="10894" y="2166"/>
                  </a:lnTo>
                  <a:cubicBezTo>
                    <a:pt x="10676" y="2293"/>
                    <a:pt x="10486" y="2463"/>
                    <a:pt x="10332" y="2661"/>
                  </a:cubicBezTo>
                  <a:cubicBezTo>
                    <a:pt x="9972" y="3120"/>
                    <a:pt x="10086" y="3274"/>
                    <a:pt x="9532" y="3923"/>
                  </a:cubicBezTo>
                  <a:cubicBezTo>
                    <a:pt x="9228" y="4279"/>
                    <a:pt x="9228" y="4671"/>
                    <a:pt x="8836" y="5149"/>
                  </a:cubicBezTo>
                  <a:cubicBezTo>
                    <a:pt x="8539" y="5509"/>
                    <a:pt x="8246" y="6099"/>
                    <a:pt x="8120" y="6372"/>
                  </a:cubicBezTo>
                  <a:cubicBezTo>
                    <a:pt x="7942" y="6550"/>
                    <a:pt x="7748" y="6716"/>
                    <a:pt x="7546" y="6867"/>
                  </a:cubicBezTo>
                  <a:lnTo>
                    <a:pt x="7518" y="6847"/>
                  </a:lnTo>
                  <a:cubicBezTo>
                    <a:pt x="7340" y="6690"/>
                    <a:pt x="7164" y="6656"/>
                    <a:pt x="7044" y="6656"/>
                  </a:cubicBezTo>
                  <a:cubicBezTo>
                    <a:pt x="6952" y="6656"/>
                    <a:pt x="6893" y="6677"/>
                    <a:pt x="6893" y="6677"/>
                  </a:cubicBezTo>
                  <a:cubicBezTo>
                    <a:pt x="7143" y="6495"/>
                    <a:pt x="7336" y="6182"/>
                    <a:pt x="7416" y="5810"/>
                  </a:cubicBezTo>
                  <a:cubicBezTo>
                    <a:pt x="7566" y="5798"/>
                    <a:pt x="7748" y="5553"/>
                    <a:pt x="7689" y="5375"/>
                  </a:cubicBezTo>
                  <a:cubicBezTo>
                    <a:pt x="7645" y="5244"/>
                    <a:pt x="7595" y="5226"/>
                    <a:pt x="7552" y="5226"/>
                  </a:cubicBezTo>
                  <a:cubicBezTo>
                    <a:pt x="7540" y="5226"/>
                    <a:pt x="7529" y="5228"/>
                    <a:pt x="7518" y="5228"/>
                  </a:cubicBezTo>
                  <a:lnTo>
                    <a:pt x="7518" y="5228"/>
                  </a:lnTo>
                  <a:cubicBezTo>
                    <a:pt x="7519" y="5211"/>
                    <a:pt x="7529" y="4281"/>
                    <a:pt x="7408" y="4085"/>
                  </a:cubicBezTo>
                  <a:cubicBezTo>
                    <a:pt x="7224" y="3778"/>
                    <a:pt x="6800" y="3621"/>
                    <a:pt x="6383" y="3621"/>
                  </a:cubicBezTo>
                  <a:cubicBezTo>
                    <a:pt x="5993" y="3621"/>
                    <a:pt x="5609" y="3758"/>
                    <a:pt x="5433" y="4041"/>
                  </a:cubicBezTo>
                  <a:cubicBezTo>
                    <a:pt x="5243" y="4342"/>
                    <a:pt x="5267" y="5229"/>
                    <a:pt x="5267" y="5229"/>
                  </a:cubicBezTo>
                  <a:cubicBezTo>
                    <a:pt x="5223" y="5232"/>
                    <a:pt x="5176" y="5256"/>
                    <a:pt x="5128" y="5343"/>
                  </a:cubicBezTo>
                  <a:cubicBezTo>
                    <a:pt x="5041" y="5521"/>
                    <a:pt x="5200" y="5798"/>
                    <a:pt x="5354" y="5818"/>
                  </a:cubicBezTo>
                  <a:cubicBezTo>
                    <a:pt x="5409" y="6103"/>
                    <a:pt x="5548" y="6364"/>
                    <a:pt x="5750" y="6574"/>
                  </a:cubicBezTo>
                  <a:cubicBezTo>
                    <a:pt x="5508" y="6586"/>
                    <a:pt x="5283" y="6681"/>
                    <a:pt x="5105" y="6847"/>
                  </a:cubicBezTo>
                  <a:lnTo>
                    <a:pt x="4998" y="6938"/>
                  </a:lnTo>
                  <a:cubicBezTo>
                    <a:pt x="4907" y="6918"/>
                    <a:pt x="4816" y="6910"/>
                    <a:pt x="4725" y="6906"/>
                  </a:cubicBezTo>
                  <a:cubicBezTo>
                    <a:pt x="4317" y="6617"/>
                    <a:pt x="4313" y="6332"/>
                    <a:pt x="4147" y="6079"/>
                  </a:cubicBezTo>
                  <a:cubicBezTo>
                    <a:pt x="3997" y="5786"/>
                    <a:pt x="3783" y="5411"/>
                    <a:pt x="3577" y="5149"/>
                  </a:cubicBezTo>
                  <a:cubicBezTo>
                    <a:pt x="3182" y="4671"/>
                    <a:pt x="3182" y="4279"/>
                    <a:pt x="2877" y="3923"/>
                  </a:cubicBezTo>
                  <a:cubicBezTo>
                    <a:pt x="2323" y="3274"/>
                    <a:pt x="2438" y="3120"/>
                    <a:pt x="2074" y="2661"/>
                  </a:cubicBezTo>
                  <a:cubicBezTo>
                    <a:pt x="1920" y="2463"/>
                    <a:pt x="1730" y="2293"/>
                    <a:pt x="1516" y="2166"/>
                  </a:cubicBezTo>
                  <a:lnTo>
                    <a:pt x="1536" y="2142"/>
                  </a:lnTo>
                  <a:lnTo>
                    <a:pt x="1116" y="1723"/>
                  </a:lnTo>
                  <a:cubicBezTo>
                    <a:pt x="1136" y="1576"/>
                    <a:pt x="1227" y="1489"/>
                    <a:pt x="1318" y="1157"/>
                  </a:cubicBezTo>
                  <a:cubicBezTo>
                    <a:pt x="1326" y="1117"/>
                    <a:pt x="1496" y="773"/>
                    <a:pt x="1381" y="536"/>
                  </a:cubicBezTo>
                  <a:cubicBezTo>
                    <a:pt x="1207" y="179"/>
                    <a:pt x="1012" y="0"/>
                    <a:pt x="784" y="0"/>
                  </a:cubicBezTo>
                  <a:cubicBezTo>
                    <a:pt x="620" y="0"/>
                    <a:pt x="440" y="93"/>
                    <a:pt x="238" y="279"/>
                  </a:cubicBezTo>
                  <a:cubicBezTo>
                    <a:pt x="0" y="488"/>
                    <a:pt x="0" y="1208"/>
                    <a:pt x="147" y="1553"/>
                  </a:cubicBezTo>
                  <a:cubicBezTo>
                    <a:pt x="179" y="1632"/>
                    <a:pt x="246" y="1802"/>
                    <a:pt x="329" y="2020"/>
                  </a:cubicBezTo>
                  <a:lnTo>
                    <a:pt x="424" y="2653"/>
                  </a:lnTo>
                  <a:lnTo>
                    <a:pt x="428" y="2653"/>
                  </a:lnTo>
                  <a:cubicBezTo>
                    <a:pt x="436" y="2882"/>
                    <a:pt x="475" y="3116"/>
                    <a:pt x="547" y="3337"/>
                  </a:cubicBezTo>
                  <a:cubicBezTo>
                    <a:pt x="713" y="3950"/>
                    <a:pt x="847" y="4512"/>
                    <a:pt x="1188" y="5217"/>
                  </a:cubicBezTo>
                  <a:cubicBezTo>
                    <a:pt x="1453" y="5763"/>
                    <a:pt x="1512" y="6146"/>
                    <a:pt x="1836" y="6641"/>
                  </a:cubicBezTo>
                  <a:cubicBezTo>
                    <a:pt x="2007" y="6894"/>
                    <a:pt x="2367" y="7361"/>
                    <a:pt x="2671" y="7745"/>
                  </a:cubicBezTo>
                  <a:cubicBezTo>
                    <a:pt x="3087" y="8354"/>
                    <a:pt x="3463" y="9490"/>
                    <a:pt x="3463" y="10491"/>
                  </a:cubicBezTo>
                  <a:cubicBezTo>
                    <a:pt x="3463" y="11405"/>
                    <a:pt x="3261" y="13755"/>
                    <a:pt x="3261" y="13755"/>
                  </a:cubicBezTo>
                  <a:lnTo>
                    <a:pt x="3261" y="14032"/>
                  </a:lnTo>
                  <a:lnTo>
                    <a:pt x="3482" y="14171"/>
                  </a:lnTo>
                  <a:cubicBezTo>
                    <a:pt x="3391" y="14428"/>
                    <a:pt x="3281" y="14721"/>
                    <a:pt x="3162" y="15030"/>
                  </a:cubicBezTo>
                  <a:lnTo>
                    <a:pt x="3079" y="15259"/>
                  </a:lnTo>
                  <a:cubicBezTo>
                    <a:pt x="2861" y="15829"/>
                    <a:pt x="2624" y="16422"/>
                    <a:pt x="2410" y="16917"/>
                  </a:cubicBezTo>
                  <a:cubicBezTo>
                    <a:pt x="2248" y="17301"/>
                    <a:pt x="2117" y="17621"/>
                    <a:pt x="2014" y="17926"/>
                  </a:cubicBezTo>
                  <a:lnTo>
                    <a:pt x="4721" y="17926"/>
                  </a:lnTo>
                  <a:lnTo>
                    <a:pt x="4982" y="17582"/>
                  </a:lnTo>
                  <a:cubicBezTo>
                    <a:pt x="5552" y="16826"/>
                    <a:pt x="6130" y="16094"/>
                    <a:pt x="6280" y="15959"/>
                  </a:cubicBezTo>
                  <a:cubicBezTo>
                    <a:pt x="6426" y="16094"/>
                    <a:pt x="7004" y="16826"/>
                    <a:pt x="7574" y="17582"/>
                  </a:cubicBezTo>
                  <a:lnTo>
                    <a:pt x="7835" y="17926"/>
                  </a:lnTo>
                  <a:lnTo>
                    <a:pt x="10541" y="17926"/>
                  </a:lnTo>
                  <a:cubicBezTo>
                    <a:pt x="10439" y="17621"/>
                    <a:pt x="10308" y="17301"/>
                    <a:pt x="10146" y="16917"/>
                  </a:cubicBezTo>
                  <a:cubicBezTo>
                    <a:pt x="9932" y="16426"/>
                    <a:pt x="9703" y="15829"/>
                    <a:pt x="9485" y="15263"/>
                  </a:cubicBezTo>
                  <a:lnTo>
                    <a:pt x="9390" y="15022"/>
                  </a:lnTo>
                  <a:cubicBezTo>
                    <a:pt x="9287" y="14741"/>
                    <a:pt x="9180" y="14472"/>
                    <a:pt x="9097" y="14234"/>
                  </a:cubicBezTo>
                  <a:lnTo>
                    <a:pt x="9255" y="14159"/>
                  </a:lnTo>
                  <a:lnTo>
                    <a:pt x="9255" y="13922"/>
                  </a:lnTo>
                  <a:cubicBezTo>
                    <a:pt x="9255" y="13922"/>
                    <a:pt x="9196" y="11140"/>
                    <a:pt x="9255" y="10210"/>
                  </a:cubicBezTo>
                  <a:cubicBezTo>
                    <a:pt x="9283" y="9704"/>
                    <a:pt x="9350" y="8794"/>
                    <a:pt x="9596" y="8204"/>
                  </a:cubicBezTo>
                  <a:cubicBezTo>
                    <a:pt x="9667" y="8081"/>
                    <a:pt x="10264" y="7104"/>
                    <a:pt x="10569" y="6641"/>
                  </a:cubicBezTo>
                  <a:cubicBezTo>
                    <a:pt x="10878" y="6182"/>
                    <a:pt x="10957" y="5763"/>
                    <a:pt x="11222" y="5217"/>
                  </a:cubicBezTo>
                  <a:cubicBezTo>
                    <a:pt x="11558" y="4512"/>
                    <a:pt x="11693" y="3950"/>
                    <a:pt x="11867" y="3337"/>
                  </a:cubicBezTo>
                  <a:cubicBezTo>
                    <a:pt x="11930" y="3116"/>
                    <a:pt x="11970" y="2882"/>
                    <a:pt x="11986" y="2653"/>
                  </a:cubicBezTo>
                  <a:lnTo>
                    <a:pt x="12081" y="2020"/>
                  </a:lnTo>
                  <a:cubicBezTo>
                    <a:pt x="12164" y="1802"/>
                    <a:pt x="12227" y="1632"/>
                    <a:pt x="12263" y="1553"/>
                  </a:cubicBezTo>
                  <a:cubicBezTo>
                    <a:pt x="12405" y="1208"/>
                    <a:pt x="12405" y="488"/>
                    <a:pt x="12168" y="279"/>
                  </a:cubicBezTo>
                  <a:cubicBezTo>
                    <a:pt x="11967" y="93"/>
                    <a:pt x="11787" y="0"/>
                    <a:pt x="11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7057224" y="2663694"/>
              <a:ext cx="803893" cy="1055054"/>
            </a:xfrm>
            <a:custGeom>
              <a:avLst/>
              <a:gdLst/>
              <a:ahLst/>
              <a:cxnLst/>
              <a:rect l="l" t="t" r="r" b="b"/>
              <a:pathLst>
                <a:path w="12742" h="16723" extrusionOk="0">
                  <a:moveTo>
                    <a:pt x="11297" y="1627"/>
                  </a:moveTo>
                  <a:cubicBezTo>
                    <a:pt x="11364" y="1813"/>
                    <a:pt x="11423" y="1892"/>
                    <a:pt x="11439" y="2003"/>
                  </a:cubicBezTo>
                  <a:cubicBezTo>
                    <a:pt x="11455" y="2110"/>
                    <a:pt x="11427" y="2343"/>
                    <a:pt x="10921" y="2909"/>
                  </a:cubicBezTo>
                  <a:cubicBezTo>
                    <a:pt x="10292" y="3613"/>
                    <a:pt x="10047" y="4852"/>
                    <a:pt x="9936" y="5165"/>
                  </a:cubicBezTo>
                  <a:cubicBezTo>
                    <a:pt x="9461" y="5453"/>
                    <a:pt x="8982" y="6047"/>
                    <a:pt x="8784" y="6312"/>
                  </a:cubicBezTo>
                  <a:cubicBezTo>
                    <a:pt x="8701" y="6419"/>
                    <a:pt x="8622" y="6534"/>
                    <a:pt x="8551" y="6640"/>
                  </a:cubicBezTo>
                  <a:cubicBezTo>
                    <a:pt x="8495" y="6573"/>
                    <a:pt x="8444" y="6502"/>
                    <a:pt x="8393" y="6431"/>
                  </a:cubicBezTo>
                  <a:cubicBezTo>
                    <a:pt x="8151" y="6648"/>
                    <a:pt x="8084" y="6894"/>
                    <a:pt x="7688" y="7175"/>
                  </a:cubicBezTo>
                  <a:cubicBezTo>
                    <a:pt x="7534" y="7183"/>
                    <a:pt x="7384" y="7210"/>
                    <a:pt x="7237" y="7250"/>
                  </a:cubicBezTo>
                  <a:lnTo>
                    <a:pt x="7004" y="7270"/>
                  </a:lnTo>
                  <a:cubicBezTo>
                    <a:pt x="7000" y="7135"/>
                    <a:pt x="6996" y="7004"/>
                    <a:pt x="6988" y="6906"/>
                  </a:cubicBezTo>
                  <a:cubicBezTo>
                    <a:pt x="7257" y="6731"/>
                    <a:pt x="7459" y="6415"/>
                    <a:pt x="7538" y="6035"/>
                  </a:cubicBezTo>
                  <a:cubicBezTo>
                    <a:pt x="7688" y="6019"/>
                    <a:pt x="7866" y="5782"/>
                    <a:pt x="7807" y="5604"/>
                  </a:cubicBezTo>
                  <a:cubicBezTo>
                    <a:pt x="7766" y="5481"/>
                    <a:pt x="7721" y="5460"/>
                    <a:pt x="7682" y="5460"/>
                  </a:cubicBezTo>
                  <a:cubicBezTo>
                    <a:pt x="7664" y="5460"/>
                    <a:pt x="7648" y="5464"/>
                    <a:pt x="7633" y="5465"/>
                  </a:cubicBezTo>
                  <a:lnTo>
                    <a:pt x="7633" y="5453"/>
                  </a:lnTo>
                  <a:lnTo>
                    <a:pt x="8013" y="4017"/>
                  </a:lnTo>
                  <a:cubicBezTo>
                    <a:pt x="8013" y="4017"/>
                    <a:pt x="8179" y="4070"/>
                    <a:pt x="8327" y="4070"/>
                  </a:cubicBezTo>
                  <a:cubicBezTo>
                    <a:pt x="8513" y="4070"/>
                    <a:pt x="8669" y="3987"/>
                    <a:pt x="8436" y="3613"/>
                  </a:cubicBezTo>
                  <a:cubicBezTo>
                    <a:pt x="8614" y="3562"/>
                    <a:pt x="8859" y="3265"/>
                    <a:pt x="8349" y="3059"/>
                  </a:cubicBezTo>
                  <a:cubicBezTo>
                    <a:pt x="8398" y="2679"/>
                    <a:pt x="8259" y="2568"/>
                    <a:pt x="8099" y="2568"/>
                  </a:cubicBezTo>
                  <a:cubicBezTo>
                    <a:pt x="7999" y="2568"/>
                    <a:pt x="7891" y="2611"/>
                    <a:pt x="7815" y="2660"/>
                  </a:cubicBezTo>
                  <a:cubicBezTo>
                    <a:pt x="7815" y="2363"/>
                    <a:pt x="7684" y="2291"/>
                    <a:pt x="7557" y="2291"/>
                  </a:cubicBezTo>
                  <a:cubicBezTo>
                    <a:pt x="7437" y="2291"/>
                    <a:pt x="7320" y="2355"/>
                    <a:pt x="7320" y="2355"/>
                  </a:cubicBezTo>
                  <a:cubicBezTo>
                    <a:pt x="7320" y="2355"/>
                    <a:pt x="7265" y="2114"/>
                    <a:pt x="7031" y="2114"/>
                  </a:cubicBezTo>
                  <a:cubicBezTo>
                    <a:pt x="6966" y="2114"/>
                    <a:pt x="6886" y="2133"/>
                    <a:pt x="6790" y="2181"/>
                  </a:cubicBezTo>
                  <a:cubicBezTo>
                    <a:pt x="6698" y="2010"/>
                    <a:pt x="6603" y="1954"/>
                    <a:pt x="6519" y="1954"/>
                  </a:cubicBezTo>
                  <a:cubicBezTo>
                    <a:pt x="6361" y="1954"/>
                    <a:pt x="6240" y="2149"/>
                    <a:pt x="6240" y="2149"/>
                  </a:cubicBezTo>
                  <a:cubicBezTo>
                    <a:pt x="6240" y="2149"/>
                    <a:pt x="6098" y="1971"/>
                    <a:pt x="5945" y="1971"/>
                  </a:cubicBezTo>
                  <a:cubicBezTo>
                    <a:pt x="5859" y="1971"/>
                    <a:pt x="5770" y="2028"/>
                    <a:pt x="5702" y="2205"/>
                  </a:cubicBezTo>
                  <a:cubicBezTo>
                    <a:pt x="5581" y="2131"/>
                    <a:pt x="5485" y="2101"/>
                    <a:pt x="5411" y="2101"/>
                  </a:cubicBezTo>
                  <a:cubicBezTo>
                    <a:pt x="5091" y="2101"/>
                    <a:pt x="5148" y="2652"/>
                    <a:pt x="5148" y="2652"/>
                  </a:cubicBezTo>
                  <a:cubicBezTo>
                    <a:pt x="5148" y="2652"/>
                    <a:pt x="5039" y="2532"/>
                    <a:pt x="4896" y="2532"/>
                  </a:cubicBezTo>
                  <a:cubicBezTo>
                    <a:pt x="4848" y="2532"/>
                    <a:pt x="4797" y="2545"/>
                    <a:pt x="4744" y="2581"/>
                  </a:cubicBezTo>
                  <a:cubicBezTo>
                    <a:pt x="4329" y="2870"/>
                    <a:pt x="4669" y="3186"/>
                    <a:pt x="4669" y="3186"/>
                  </a:cubicBezTo>
                  <a:cubicBezTo>
                    <a:pt x="4669" y="3186"/>
                    <a:pt x="4277" y="3273"/>
                    <a:pt x="4432" y="3625"/>
                  </a:cubicBezTo>
                  <a:cubicBezTo>
                    <a:pt x="4529" y="3844"/>
                    <a:pt x="4735" y="3885"/>
                    <a:pt x="4875" y="3885"/>
                  </a:cubicBezTo>
                  <a:cubicBezTo>
                    <a:pt x="4958" y="3885"/>
                    <a:pt x="5017" y="3871"/>
                    <a:pt x="5017" y="3871"/>
                  </a:cubicBezTo>
                  <a:lnTo>
                    <a:pt x="5421" y="5453"/>
                  </a:lnTo>
                  <a:cubicBezTo>
                    <a:pt x="5377" y="5461"/>
                    <a:pt x="5326" y="5485"/>
                    <a:pt x="5283" y="5568"/>
                  </a:cubicBezTo>
                  <a:cubicBezTo>
                    <a:pt x="5199" y="5742"/>
                    <a:pt x="5350" y="6015"/>
                    <a:pt x="5504" y="6035"/>
                  </a:cubicBezTo>
                  <a:cubicBezTo>
                    <a:pt x="5556" y="6320"/>
                    <a:pt x="5698" y="6581"/>
                    <a:pt x="5904" y="6783"/>
                  </a:cubicBezTo>
                  <a:cubicBezTo>
                    <a:pt x="5904" y="6830"/>
                    <a:pt x="5904" y="7092"/>
                    <a:pt x="5896" y="7266"/>
                  </a:cubicBezTo>
                  <a:cubicBezTo>
                    <a:pt x="5865" y="7275"/>
                    <a:pt x="5827" y="7278"/>
                    <a:pt x="5788" y="7278"/>
                  </a:cubicBezTo>
                  <a:cubicBezTo>
                    <a:pt x="5711" y="7278"/>
                    <a:pt x="5635" y="7266"/>
                    <a:pt x="5627" y="7266"/>
                  </a:cubicBezTo>
                  <a:cubicBezTo>
                    <a:pt x="5417" y="7218"/>
                    <a:pt x="5199" y="7190"/>
                    <a:pt x="4982" y="7179"/>
                  </a:cubicBezTo>
                  <a:cubicBezTo>
                    <a:pt x="4586" y="6898"/>
                    <a:pt x="4511" y="6652"/>
                    <a:pt x="4277" y="6439"/>
                  </a:cubicBezTo>
                  <a:lnTo>
                    <a:pt x="4179" y="6573"/>
                  </a:lnTo>
                  <a:cubicBezTo>
                    <a:pt x="4119" y="6482"/>
                    <a:pt x="4060" y="6395"/>
                    <a:pt x="3993" y="6304"/>
                  </a:cubicBezTo>
                  <a:cubicBezTo>
                    <a:pt x="3795" y="6043"/>
                    <a:pt x="3316" y="5449"/>
                    <a:pt x="2837" y="5157"/>
                  </a:cubicBezTo>
                  <a:cubicBezTo>
                    <a:pt x="2730" y="4848"/>
                    <a:pt x="2481" y="3609"/>
                    <a:pt x="1856" y="2901"/>
                  </a:cubicBezTo>
                  <a:cubicBezTo>
                    <a:pt x="1345" y="2339"/>
                    <a:pt x="1314" y="2145"/>
                    <a:pt x="1330" y="2003"/>
                  </a:cubicBezTo>
                  <a:cubicBezTo>
                    <a:pt x="1345" y="1861"/>
                    <a:pt x="1405" y="1813"/>
                    <a:pt x="1472" y="1627"/>
                  </a:cubicBezTo>
                  <a:close/>
                  <a:moveTo>
                    <a:pt x="12348" y="0"/>
                  </a:moveTo>
                  <a:cubicBezTo>
                    <a:pt x="12344" y="0"/>
                    <a:pt x="12341" y="1"/>
                    <a:pt x="12341" y="1"/>
                  </a:cubicBezTo>
                  <a:lnTo>
                    <a:pt x="400" y="1"/>
                  </a:lnTo>
                  <a:cubicBezTo>
                    <a:pt x="400" y="1"/>
                    <a:pt x="52" y="1"/>
                    <a:pt x="52" y="1631"/>
                  </a:cubicBezTo>
                  <a:cubicBezTo>
                    <a:pt x="52" y="2783"/>
                    <a:pt x="0" y="5999"/>
                    <a:pt x="0" y="5999"/>
                  </a:cubicBezTo>
                  <a:lnTo>
                    <a:pt x="1207" y="5999"/>
                  </a:lnTo>
                  <a:lnTo>
                    <a:pt x="1207" y="3985"/>
                  </a:lnTo>
                  <a:lnTo>
                    <a:pt x="1397" y="4472"/>
                  </a:lnTo>
                  <a:cubicBezTo>
                    <a:pt x="1587" y="4955"/>
                    <a:pt x="2711" y="7076"/>
                    <a:pt x="3102" y="7717"/>
                  </a:cubicBezTo>
                  <a:cubicBezTo>
                    <a:pt x="3023" y="7784"/>
                    <a:pt x="2936" y="7847"/>
                    <a:pt x="2845" y="7903"/>
                  </a:cubicBezTo>
                  <a:cubicBezTo>
                    <a:pt x="3261" y="8488"/>
                    <a:pt x="4317" y="9604"/>
                    <a:pt x="4353" y="10158"/>
                  </a:cubicBezTo>
                  <a:cubicBezTo>
                    <a:pt x="4353" y="10209"/>
                    <a:pt x="4353" y="10261"/>
                    <a:pt x="4349" y="10316"/>
                  </a:cubicBezTo>
                  <a:lnTo>
                    <a:pt x="4135" y="12576"/>
                  </a:lnTo>
                  <a:lnTo>
                    <a:pt x="3356" y="14107"/>
                  </a:lnTo>
                  <a:cubicBezTo>
                    <a:pt x="3356" y="14107"/>
                    <a:pt x="3482" y="14174"/>
                    <a:pt x="3704" y="14269"/>
                  </a:cubicBezTo>
                  <a:cubicBezTo>
                    <a:pt x="3245" y="14890"/>
                    <a:pt x="2750" y="15599"/>
                    <a:pt x="2259" y="16327"/>
                  </a:cubicBezTo>
                  <a:lnTo>
                    <a:pt x="2339" y="16469"/>
                  </a:lnTo>
                  <a:cubicBezTo>
                    <a:pt x="2287" y="16552"/>
                    <a:pt x="2232" y="16639"/>
                    <a:pt x="2180" y="16722"/>
                  </a:cubicBezTo>
                  <a:lnTo>
                    <a:pt x="10616" y="16722"/>
                  </a:lnTo>
                  <a:cubicBezTo>
                    <a:pt x="10565" y="16639"/>
                    <a:pt x="10509" y="16552"/>
                    <a:pt x="10458" y="16469"/>
                  </a:cubicBezTo>
                  <a:lnTo>
                    <a:pt x="10537" y="16327"/>
                  </a:lnTo>
                  <a:cubicBezTo>
                    <a:pt x="10082" y="15650"/>
                    <a:pt x="9619" y="14989"/>
                    <a:pt x="9184" y="14396"/>
                  </a:cubicBezTo>
                  <a:cubicBezTo>
                    <a:pt x="9449" y="14313"/>
                    <a:pt x="9611" y="14249"/>
                    <a:pt x="9611" y="14249"/>
                  </a:cubicBezTo>
                  <a:lnTo>
                    <a:pt x="8709" y="12611"/>
                  </a:lnTo>
                  <a:lnTo>
                    <a:pt x="8325" y="10249"/>
                  </a:lnTo>
                  <a:cubicBezTo>
                    <a:pt x="8333" y="10134"/>
                    <a:pt x="8353" y="10020"/>
                    <a:pt x="8385" y="9913"/>
                  </a:cubicBezTo>
                  <a:cubicBezTo>
                    <a:pt x="8586" y="9307"/>
                    <a:pt x="9469" y="8401"/>
                    <a:pt x="9833" y="7887"/>
                  </a:cubicBezTo>
                  <a:cubicBezTo>
                    <a:pt x="9766" y="7855"/>
                    <a:pt x="9706" y="7812"/>
                    <a:pt x="9651" y="7764"/>
                  </a:cubicBezTo>
                  <a:cubicBezTo>
                    <a:pt x="10007" y="7194"/>
                    <a:pt x="11190" y="4971"/>
                    <a:pt x="11388" y="4472"/>
                  </a:cubicBezTo>
                  <a:lnTo>
                    <a:pt x="11534" y="4084"/>
                  </a:lnTo>
                  <a:lnTo>
                    <a:pt x="11534" y="5999"/>
                  </a:lnTo>
                  <a:lnTo>
                    <a:pt x="12741" y="5999"/>
                  </a:lnTo>
                  <a:cubicBezTo>
                    <a:pt x="12741" y="5999"/>
                    <a:pt x="12686" y="2783"/>
                    <a:pt x="12686" y="1631"/>
                  </a:cubicBezTo>
                  <a:cubicBezTo>
                    <a:pt x="12686" y="67"/>
                    <a:pt x="12397" y="0"/>
                    <a:pt x="12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92674" y="2527104"/>
              <a:ext cx="803388" cy="1055370"/>
            </a:xfrm>
            <a:custGeom>
              <a:avLst/>
              <a:gdLst/>
              <a:ahLst/>
              <a:cxnLst/>
              <a:rect l="l" t="t" r="r" b="b"/>
              <a:pathLst>
                <a:path w="12734" h="16728" extrusionOk="0">
                  <a:moveTo>
                    <a:pt x="11301" y="1628"/>
                  </a:moveTo>
                  <a:cubicBezTo>
                    <a:pt x="11364" y="1818"/>
                    <a:pt x="11423" y="1897"/>
                    <a:pt x="11439" y="2004"/>
                  </a:cubicBezTo>
                  <a:cubicBezTo>
                    <a:pt x="11455" y="2114"/>
                    <a:pt x="11423" y="2348"/>
                    <a:pt x="10921" y="2910"/>
                  </a:cubicBezTo>
                  <a:cubicBezTo>
                    <a:pt x="10288" y="3618"/>
                    <a:pt x="10042" y="4857"/>
                    <a:pt x="9936" y="5165"/>
                  </a:cubicBezTo>
                  <a:cubicBezTo>
                    <a:pt x="9457" y="5458"/>
                    <a:pt x="8982" y="6051"/>
                    <a:pt x="8776" y="6313"/>
                  </a:cubicBezTo>
                  <a:cubicBezTo>
                    <a:pt x="8693" y="6423"/>
                    <a:pt x="8618" y="6538"/>
                    <a:pt x="8547" y="6645"/>
                  </a:cubicBezTo>
                  <a:cubicBezTo>
                    <a:pt x="8487" y="6570"/>
                    <a:pt x="8436" y="6503"/>
                    <a:pt x="8389" y="6431"/>
                  </a:cubicBezTo>
                  <a:cubicBezTo>
                    <a:pt x="8151" y="6649"/>
                    <a:pt x="8076" y="6898"/>
                    <a:pt x="7684" y="7179"/>
                  </a:cubicBezTo>
                  <a:cubicBezTo>
                    <a:pt x="7530" y="7187"/>
                    <a:pt x="7380" y="7211"/>
                    <a:pt x="7229" y="7254"/>
                  </a:cubicBezTo>
                  <a:lnTo>
                    <a:pt x="7004" y="7274"/>
                  </a:lnTo>
                  <a:cubicBezTo>
                    <a:pt x="6996" y="7140"/>
                    <a:pt x="6992" y="7005"/>
                    <a:pt x="6988" y="6906"/>
                  </a:cubicBezTo>
                  <a:cubicBezTo>
                    <a:pt x="7253" y="6736"/>
                    <a:pt x="7451" y="6419"/>
                    <a:pt x="7530" y="6036"/>
                  </a:cubicBezTo>
                  <a:cubicBezTo>
                    <a:pt x="7680" y="6024"/>
                    <a:pt x="7862" y="5782"/>
                    <a:pt x="7803" y="5608"/>
                  </a:cubicBezTo>
                  <a:cubicBezTo>
                    <a:pt x="7762" y="5486"/>
                    <a:pt x="7718" y="5463"/>
                    <a:pt x="7678" y="5463"/>
                  </a:cubicBezTo>
                  <a:cubicBezTo>
                    <a:pt x="7660" y="5463"/>
                    <a:pt x="7644" y="5467"/>
                    <a:pt x="7629" y="5470"/>
                  </a:cubicBezTo>
                  <a:lnTo>
                    <a:pt x="7629" y="5458"/>
                  </a:lnTo>
                  <a:lnTo>
                    <a:pt x="8005" y="4018"/>
                  </a:lnTo>
                  <a:cubicBezTo>
                    <a:pt x="8005" y="4018"/>
                    <a:pt x="8175" y="4072"/>
                    <a:pt x="8325" y="4072"/>
                  </a:cubicBezTo>
                  <a:cubicBezTo>
                    <a:pt x="8510" y="4072"/>
                    <a:pt x="8665" y="3989"/>
                    <a:pt x="8436" y="3618"/>
                  </a:cubicBezTo>
                  <a:cubicBezTo>
                    <a:pt x="8610" y="3563"/>
                    <a:pt x="8851" y="3266"/>
                    <a:pt x="8349" y="3064"/>
                  </a:cubicBezTo>
                  <a:cubicBezTo>
                    <a:pt x="8393" y="2684"/>
                    <a:pt x="8252" y="2571"/>
                    <a:pt x="8091" y="2571"/>
                  </a:cubicBezTo>
                  <a:cubicBezTo>
                    <a:pt x="7991" y="2571"/>
                    <a:pt x="7883" y="2614"/>
                    <a:pt x="7807" y="2664"/>
                  </a:cubicBezTo>
                  <a:cubicBezTo>
                    <a:pt x="7807" y="2364"/>
                    <a:pt x="7675" y="2292"/>
                    <a:pt x="7548" y="2292"/>
                  </a:cubicBezTo>
                  <a:cubicBezTo>
                    <a:pt x="7428" y="2292"/>
                    <a:pt x="7312" y="2356"/>
                    <a:pt x="7312" y="2356"/>
                  </a:cubicBezTo>
                  <a:cubicBezTo>
                    <a:pt x="7312" y="2356"/>
                    <a:pt x="7259" y="2114"/>
                    <a:pt x="7026" y="2114"/>
                  </a:cubicBezTo>
                  <a:cubicBezTo>
                    <a:pt x="6961" y="2114"/>
                    <a:pt x="6882" y="2133"/>
                    <a:pt x="6786" y="2182"/>
                  </a:cubicBezTo>
                  <a:cubicBezTo>
                    <a:pt x="6694" y="2013"/>
                    <a:pt x="6600" y="1958"/>
                    <a:pt x="6517" y="1958"/>
                  </a:cubicBezTo>
                  <a:cubicBezTo>
                    <a:pt x="6360" y="1958"/>
                    <a:pt x="6240" y="2154"/>
                    <a:pt x="6240" y="2154"/>
                  </a:cubicBezTo>
                  <a:cubicBezTo>
                    <a:pt x="6240" y="2154"/>
                    <a:pt x="6096" y="1976"/>
                    <a:pt x="5942" y="1976"/>
                  </a:cubicBezTo>
                  <a:cubicBezTo>
                    <a:pt x="5856" y="1976"/>
                    <a:pt x="5766" y="2033"/>
                    <a:pt x="5698" y="2209"/>
                  </a:cubicBezTo>
                  <a:cubicBezTo>
                    <a:pt x="5575" y="2135"/>
                    <a:pt x="5479" y="2105"/>
                    <a:pt x="5405" y="2105"/>
                  </a:cubicBezTo>
                  <a:cubicBezTo>
                    <a:pt x="5086" y="2105"/>
                    <a:pt x="5148" y="2653"/>
                    <a:pt x="5148" y="2653"/>
                  </a:cubicBezTo>
                  <a:cubicBezTo>
                    <a:pt x="5148" y="2653"/>
                    <a:pt x="5040" y="2534"/>
                    <a:pt x="4897" y="2534"/>
                  </a:cubicBezTo>
                  <a:cubicBezTo>
                    <a:pt x="4848" y="2534"/>
                    <a:pt x="4795" y="2548"/>
                    <a:pt x="4740" y="2585"/>
                  </a:cubicBezTo>
                  <a:cubicBezTo>
                    <a:pt x="4325" y="2870"/>
                    <a:pt x="4661" y="3187"/>
                    <a:pt x="4661" y="3187"/>
                  </a:cubicBezTo>
                  <a:cubicBezTo>
                    <a:pt x="4661" y="3187"/>
                    <a:pt x="4277" y="3278"/>
                    <a:pt x="4424" y="3626"/>
                  </a:cubicBezTo>
                  <a:cubicBezTo>
                    <a:pt x="4519" y="3848"/>
                    <a:pt x="4727" y="3889"/>
                    <a:pt x="4868" y="3889"/>
                  </a:cubicBezTo>
                  <a:cubicBezTo>
                    <a:pt x="4950" y="3889"/>
                    <a:pt x="5009" y="3875"/>
                    <a:pt x="5009" y="3875"/>
                  </a:cubicBezTo>
                  <a:lnTo>
                    <a:pt x="5413" y="5458"/>
                  </a:lnTo>
                  <a:lnTo>
                    <a:pt x="5421" y="5458"/>
                  </a:lnTo>
                  <a:cubicBezTo>
                    <a:pt x="5354" y="5466"/>
                    <a:pt x="5302" y="5509"/>
                    <a:pt x="5282" y="5573"/>
                  </a:cubicBezTo>
                  <a:cubicBezTo>
                    <a:pt x="5191" y="5743"/>
                    <a:pt x="5350" y="6016"/>
                    <a:pt x="5500" y="6036"/>
                  </a:cubicBezTo>
                  <a:cubicBezTo>
                    <a:pt x="5551" y="6321"/>
                    <a:pt x="5694" y="6586"/>
                    <a:pt x="5900" y="6787"/>
                  </a:cubicBezTo>
                  <a:cubicBezTo>
                    <a:pt x="5900" y="6831"/>
                    <a:pt x="5904" y="7096"/>
                    <a:pt x="5888" y="7266"/>
                  </a:cubicBezTo>
                  <a:cubicBezTo>
                    <a:pt x="5860" y="7277"/>
                    <a:pt x="5822" y="7280"/>
                    <a:pt x="5784" y="7280"/>
                  </a:cubicBezTo>
                  <a:cubicBezTo>
                    <a:pt x="5708" y="7280"/>
                    <a:pt x="5629" y="7266"/>
                    <a:pt x="5627" y="7266"/>
                  </a:cubicBezTo>
                  <a:cubicBezTo>
                    <a:pt x="5413" y="7223"/>
                    <a:pt x="5195" y="7195"/>
                    <a:pt x="4978" y="7183"/>
                  </a:cubicBezTo>
                  <a:cubicBezTo>
                    <a:pt x="4578" y="6902"/>
                    <a:pt x="4511" y="6653"/>
                    <a:pt x="4273" y="6443"/>
                  </a:cubicBezTo>
                  <a:lnTo>
                    <a:pt x="4178" y="6574"/>
                  </a:lnTo>
                  <a:lnTo>
                    <a:pt x="3989" y="6309"/>
                  </a:lnTo>
                  <a:cubicBezTo>
                    <a:pt x="3787" y="6048"/>
                    <a:pt x="3308" y="5454"/>
                    <a:pt x="2833" y="5161"/>
                  </a:cubicBezTo>
                  <a:cubicBezTo>
                    <a:pt x="2722" y="4849"/>
                    <a:pt x="2481" y="3614"/>
                    <a:pt x="1848" y="2906"/>
                  </a:cubicBezTo>
                  <a:cubicBezTo>
                    <a:pt x="1345" y="2340"/>
                    <a:pt x="1310" y="2150"/>
                    <a:pt x="1330" y="2004"/>
                  </a:cubicBezTo>
                  <a:cubicBezTo>
                    <a:pt x="1349" y="1861"/>
                    <a:pt x="1397" y="1818"/>
                    <a:pt x="1468" y="1628"/>
                  </a:cubicBezTo>
                  <a:close/>
                  <a:moveTo>
                    <a:pt x="12344" y="1"/>
                  </a:moveTo>
                  <a:cubicBezTo>
                    <a:pt x="12340" y="1"/>
                    <a:pt x="12337" y="1"/>
                    <a:pt x="12337" y="1"/>
                  </a:cubicBezTo>
                  <a:lnTo>
                    <a:pt x="396" y="1"/>
                  </a:lnTo>
                  <a:cubicBezTo>
                    <a:pt x="396" y="1"/>
                    <a:pt x="48" y="1"/>
                    <a:pt x="48" y="1636"/>
                  </a:cubicBezTo>
                  <a:cubicBezTo>
                    <a:pt x="48" y="2787"/>
                    <a:pt x="0" y="6004"/>
                    <a:pt x="0" y="6004"/>
                  </a:cubicBezTo>
                  <a:lnTo>
                    <a:pt x="1207" y="6004"/>
                  </a:lnTo>
                  <a:lnTo>
                    <a:pt x="1207" y="3990"/>
                  </a:lnTo>
                  <a:cubicBezTo>
                    <a:pt x="1286" y="4196"/>
                    <a:pt x="1349" y="4370"/>
                    <a:pt x="1393" y="4473"/>
                  </a:cubicBezTo>
                  <a:cubicBezTo>
                    <a:pt x="1583" y="4959"/>
                    <a:pt x="2710" y="7080"/>
                    <a:pt x="3094" y="7717"/>
                  </a:cubicBezTo>
                  <a:cubicBezTo>
                    <a:pt x="3015" y="7789"/>
                    <a:pt x="2928" y="7852"/>
                    <a:pt x="2837" y="7907"/>
                  </a:cubicBezTo>
                  <a:cubicBezTo>
                    <a:pt x="3257" y="8489"/>
                    <a:pt x="4317" y="9609"/>
                    <a:pt x="4345" y="10163"/>
                  </a:cubicBezTo>
                  <a:cubicBezTo>
                    <a:pt x="4353" y="10214"/>
                    <a:pt x="4353" y="10266"/>
                    <a:pt x="4345" y="10321"/>
                  </a:cubicBezTo>
                  <a:lnTo>
                    <a:pt x="4127" y="12580"/>
                  </a:lnTo>
                  <a:lnTo>
                    <a:pt x="3348" y="14108"/>
                  </a:lnTo>
                  <a:cubicBezTo>
                    <a:pt x="3348" y="14108"/>
                    <a:pt x="3482" y="14179"/>
                    <a:pt x="3704" y="14274"/>
                  </a:cubicBezTo>
                  <a:cubicBezTo>
                    <a:pt x="3237" y="14895"/>
                    <a:pt x="2742" y="15603"/>
                    <a:pt x="2259" y="16331"/>
                  </a:cubicBezTo>
                  <a:cubicBezTo>
                    <a:pt x="2279" y="16379"/>
                    <a:pt x="2307" y="16422"/>
                    <a:pt x="2335" y="16474"/>
                  </a:cubicBezTo>
                  <a:cubicBezTo>
                    <a:pt x="2279" y="16557"/>
                    <a:pt x="2228" y="16640"/>
                    <a:pt x="2180" y="16727"/>
                  </a:cubicBezTo>
                  <a:lnTo>
                    <a:pt x="10608" y="16727"/>
                  </a:lnTo>
                  <a:cubicBezTo>
                    <a:pt x="10557" y="16640"/>
                    <a:pt x="10509" y="16557"/>
                    <a:pt x="10454" y="16474"/>
                  </a:cubicBezTo>
                  <a:cubicBezTo>
                    <a:pt x="10478" y="16422"/>
                    <a:pt x="10509" y="16379"/>
                    <a:pt x="10529" y="16331"/>
                  </a:cubicBezTo>
                  <a:cubicBezTo>
                    <a:pt x="10078" y="15647"/>
                    <a:pt x="9615" y="14994"/>
                    <a:pt x="9176" y="14400"/>
                  </a:cubicBezTo>
                  <a:cubicBezTo>
                    <a:pt x="9445" y="14317"/>
                    <a:pt x="9603" y="14254"/>
                    <a:pt x="9603" y="14254"/>
                  </a:cubicBezTo>
                  <a:lnTo>
                    <a:pt x="8709" y="12616"/>
                  </a:lnTo>
                  <a:lnTo>
                    <a:pt x="8321" y="10250"/>
                  </a:lnTo>
                  <a:cubicBezTo>
                    <a:pt x="8329" y="10139"/>
                    <a:pt x="8349" y="10024"/>
                    <a:pt x="8377" y="9913"/>
                  </a:cubicBezTo>
                  <a:cubicBezTo>
                    <a:pt x="8582" y="9312"/>
                    <a:pt x="9465" y="8406"/>
                    <a:pt x="9829" y="7891"/>
                  </a:cubicBezTo>
                  <a:cubicBezTo>
                    <a:pt x="9765" y="7860"/>
                    <a:pt x="9702" y="7816"/>
                    <a:pt x="9647" y="7769"/>
                  </a:cubicBezTo>
                  <a:cubicBezTo>
                    <a:pt x="9999" y="7199"/>
                    <a:pt x="11182" y="4975"/>
                    <a:pt x="11380" y="4473"/>
                  </a:cubicBezTo>
                  <a:cubicBezTo>
                    <a:pt x="11415" y="4386"/>
                    <a:pt x="11467" y="4251"/>
                    <a:pt x="11526" y="4089"/>
                  </a:cubicBezTo>
                  <a:lnTo>
                    <a:pt x="11526" y="6000"/>
                  </a:lnTo>
                  <a:lnTo>
                    <a:pt x="12733" y="6000"/>
                  </a:lnTo>
                  <a:cubicBezTo>
                    <a:pt x="12733" y="6000"/>
                    <a:pt x="12686" y="2787"/>
                    <a:pt x="12686" y="1636"/>
                  </a:cubicBezTo>
                  <a:cubicBezTo>
                    <a:pt x="12686" y="67"/>
                    <a:pt x="12394" y="1"/>
                    <a:pt x="123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7817336" y="2575053"/>
              <a:ext cx="553236" cy="1001869"/>
            </a:xfrm>
            <a:custGeom>
              <a:avLst/>
              <a:gdLst/>
              <a:ahLst/>
              <a:cxnLst/>
              <a:rect l="l" t="t" r="r" b="b"/>
              <a:pathLst>
                <a:path w="8769" h="15880" extrusionOk="0">
                  <a:moveTo>
                    <a:pt x="1891" y="1"/>
                  </a:moveTo>
                  <a:cubicBezTo>
                    <a:pt x="1886" y="1"/>
                    <a:pt x="1881" y="1"/>
                    <a:pt x="1876" y="1"/>
                  </a:cubicBezTo>
                  <a:cubicBezTo>
                    <a:pt x="1512" y="9"/>
                    <a:pt x="1275" y="440"/>
                    <a:pt x="1184" y="773"/>
                  </a:cubicBezTo>
                  <a:cubicBezTo>
                    <a:pt x="1089" y="1101"/>
                    <a:pt x="531" y="2850"/>
                    <a:pt x="392" y="3309"/>
                  </a:cubicBezTo>
                  <a:cubicBezTo>
                    <a:pt x="214" y="3903"/>
                    <a:pt x="1" y="4049"/>
                    <a:pt x="206" y="4571"/>
                  </a:cubicBezTo>
                  <a:cubicBezTo>
                    <a:pt x="333" y="4880"/>
                    <a:pt x="879" y="6059"/>
                    <a:pt x="1263" y="6668"/>
                  </a:cubicBezTo>
                  <a:cubicBezTo>
                    <a:pt x="1188" y="6732"/>
                    <a:pt x="1109" y="6791"/>
                    <a:pt x="1025" y="6839"/>
                  </a:cubicBezTo>
                  <a:cubicBezTo>
                    <a:pt x="1413" y="7389"/>
                    <a:pt x="2414" y="8441"/>
                    <a:pt x="2442" y="8963"/>
                  </a:cubicBezTo>
                  <a:cubicBezTo>
                    <a:pt x="2442" y="9011"/>
                    <a:pt x="2450" y="9062"/>
                    <a:pt x="2442" y="9110"/>
                  </a:cubicBezTo>
                  <a:lnTo>
                    <a:pt x="2236" y="11239"/>
                  </a:lnTo>
                  <a:lnTo>
                    <a:pt x="2023" y="13458"/>
                  </a:lnTo>
                  <a:cubicBezTo>
                    <a:pt x="2189" y="13522"/>
                    <a:pt x="2355" y="13573"/>
                    <a:pt x="2529" y="13617"/>
                  </a:cubicBezTo>
                  <a:cubicBezTo>
                    <a:pt x="2430" y="14277"/>
                    <a:pt x="2339" y="15061"/>
                    <a:pt x="2272" y="15880"/>
                  </a:cubicBezTo>
                  <a:lnTo>
                    <a:pt x="4345" y="15880"/>
                  </a:lnTo>
                  <a:cubicBezTo>
                    <a:pt x="4424" y="15140"/>
                    <a:pt x="4488" y="14487"/>
                    <a:pt x="4488" y="14487"/>
                  </a:cubicBezTo>
                  <a:cubicBezTo>
                    <a:pt x="4488" y="14487"/>
                    <a:pt x="4535" y="15140"/>
                    <a:pt x="4646" y="15880"/>
                  </a:cubicBezTo>
                  <a:lnTo>
                    <a:pt x="6711" y="15880"/>
                  </a:lnTo>
                  <a:cubicBezTo>
                    <a:pt x="6609" y="15160"/>
                    <a:pt x="6486" y="14372"/>
                    <a:pt x="6343" y="13696"/>
                  </a:cubicBezTo>
                  <a:cubicBezTo>
                    <a:pt x="6707" y="13640"/>
                    <a:pt x="6929" y="13593"/>
                    <a:pt x="6929" y="13593"/>
                  </a:cubicBezTo>
                  <a:lnTo>
                    <a:pt x="6549" y="11270"/>
                  </a:lnTo>
                  <a:lnTo>
                    <a:pt x="6185" y="9050"/>
                  </a:lnTo>
                  <a:cubicBezTo>
                    <a:pt x="6193" y="8944"/>
                    <a:pt x="6209" y="8833"/>
                    <a:pt x="6237" y="8730"/>
                  </a:cubicBezTo>
                  <a:cubicBezTo>
                    <a:pt x="6430" y="8160"/>
                    <a:pt x="7261" y="7309"/>
                    <a:pt x="7602" y="6827"/>
                  </a:cubicBezTo>
                  <a:cubicBezTo>
                    <a:pt x="7550" y="6799"/>
                    <a:pt x="7503" y="6767"/>
                    <a:pt x="7459" y="6732"/>
                  </a:cubicBezTo>
                  <a:cubicBezTo>
                    <a:pt x="7839" y="6146"/>
                    <a:pt x="8433" y="4896"/>
                    <a:pt x="8563" y="4571"/>
                  </a:cubicBezTo>
                  <a:cubicBezTo>
                    <a:pt x="8769" y="4049"/>
                    <a:pt x="8559" y="3903"/>
                    <a:pt x="8373" y="3309"/>
                  </a:cubicBezTo>
                  <a:cubicBezTo>
                    <a:pt x="8235" y="2850"/>
                    <a:pt x="7681" y="1101"/>
                    <a:pt x="7590" y="773"/>
                  </a:cubicBezTo>
                  <a:cubicBezTo>
                    <a:pt x="7495" y="440"/>
                    <a:pt x="7186" y="9"/>
                    <a:pt x="6897" y="1"/>
                  </a:cubicBezTo>
                  <a:cubicBezTo>
                    <a:pt x="6893" y="1"/>
                    <a:pt x="6889" y="1"/>
                    <a:pt x="6885" y="1"/>
                  </a:cubicBezTo>
                  <a:cubicBezTo>
                    <a:pt x="6599" y="1"/>
                    <a:pt x="6407" y="408"/>
                    <a:pt x="6169" y="646"/>
                  </a:cubicBezTo>
                  <a:cubicBezTo>
                    <a:pt x="5821" y="990"/>
                    <a:pt x="6165" y="1149"/>
                    <a:pt x="6423" y="1335"/>
                  </a:cubicBezTo>
                  <a:cubicBezTo>
                    <a:pt x="6531" y="1413"/>
                    <a:pt x="6630" y="1430"/>
                    <a:pt x="6716" y="1430"/>
                  </a:cubicBezTo>
                  <a:cubicBezTo>
                    <a:pt x="6778" y="1430"/>
                    <a:pt x="6834" y="1421"/>
                    <a:pt x="6880" y="1421"/>
                  </a:cubicBezTo>
                  <a:cubicBezTo>
                    <a:pt x="6921" y="1421"/>
                    <a:pt x="6955" y="1428"/>
                    <a:pt x="6980" y="1453"/>
                  </a:cubicBezTo>
                  <a:cubicBezTo>
                    <a:pt x="7075" y="1548"/>
                    <a:pt x="7048" y="1714"/>
                    <a:pt x="7123" y="2423"/>
                  </a:cubicBezTo>
                  <a:cubicBezTo>
                    <a:pt x="7198" y="3131"/>
                    <a:pt x="7550" y="4065"/>
                    <a:pt x="7550" y="4065"/>
                  </a:cubicBezTo>
                  <a:cubicBezTo>
                    <a:pt x="7550" y="4065"/>
                    <a:pt x="6980" y="4920"/>
                    <a:pt x="6660" y="5343"/>
                  </a:cubicBezTo>
                  <a:cubicBezTo>
                    <a:pt x="6573" y="5450"/>
                    <a:pt x="6494" y="5564"/>
                    <a:pt x="6423" y="5683"/>
                  </a:cubicBezTo>
                  <a:cubicBezTo>
                    <a:pt x="6355" y="5604"/>
                    <a:pt x="6296" y="5525"/>
                    <a:pt x="6248" y="5454"/>
                  </a:cubicBezTo>
                  <a:cubicBezTo>
                    <a:pt x="6019" y="5659"/>
                    <a:pt x="5956" y="5889"/>
                    <a:pt x="5584" y="6154"/>
                  </a:cubicBezTo>
                  <a:cubicBezTo>
                    <a:pt x="5441" y="6158"/>
                    <a:pt x="5299" y="6186"/>
                    <a:pt x="5160" y="6225"/>
                  </a:cubicBezTo>
                  <a:lnTo>
                    <a:pt x="4943" y="6241"/>
                  </a:lnTo>
                  <a:cubicBezTo>
                    <a:pt x="4939" y="6118"/>
                    <a:pt x="4931" y="5996"/>
                    <a:pt x="4927" y="5901"/>
                  </a:cubicBezTo>
                  <a:cubicBezTo>
                    <a:pt x="5129" y="5762"/>
                    <a:pt x="5279" y="5564"/>
                    <a:pt x="5362" y="5335"/>
                  </a:cubicBezTo>
                  <a:cubicBezTo>
                    <a:pt x="5560" y="5335"/>
                    <a:pt x="5734" y="5248"/>
                    <a:pt x="5789" y="5066"/>
                  </a:cubicBezTo>
                  <a:cubicBezTo>
                    <a:pt x="5821" y="5073"/>
                    <a:pt x="5852" y="5076"/>
                    <a:pt x="5882" y="5076"/>
                  </a:cubicBezTo>
                  <a:cubicBezTo>
                    <a:pt x="6168" y="5076"/>
                    <a:pt x="6336" y="4781"/>
                    <a:pt x="6189" y="4516"/>
                  </a:cubicBezTo>
                  <a:cubicBezTo>
                    <a:pt x="6296" y="4476"/>
                    <a:pt x="6430" y="4453"/>
                    <a:pt x="6466" y="4318"/>
                  </a:cubicBezTo>
                  <a:cubicBezTo>
                    <a:pt x="6498" y="4184"/>
                    <a:pt x="6355" y="4041"/>
                    <a:pt x="6268" y="3990"/>
                  </a:cubicBezTo>
                  <a:cubicBezTo>
                    <a:pt x="6474" y="3820"/>
                    <a:pt x="6430" y="3491"/>
                    <a:pt x="6189" y="3384"/>
                  </a:cubicBezTo>
                  <a:cubicBezTo>
                    <a:pt x="6420" y="3153"/>
                    <a:pt x="6246" y="2772"/>
                    <a:pt x="5945" y="2772"/>
                  </a:cubicBezTo>
                  <a:cubicBezTo>
                    <a:pt x="5922" y="2772"/>
                    <a:pt x="5897" y="2774"/>
                    <a:pt x="5873" y="2779"/>
                  </a:cubicBezTo>
                  <a:cubicBezTo>
                    <a:pt x="5876" y="2522"/>
                    <a:pt x="5696" y="2349"/>
                    <a:pt x="5482" y="2349"/>
                  </a:cubicBezTo>
                  <a:cubicBezTo>
                    <a:pt x="5412" y="2349"/>
                    <a:pt x="5339" y="2367"/>
                    <a:pt x="5267" y="2407"/>
                  </a:cubicBezTo>
                  <a:cubicBezTo>
                    <a:pt x="5238" y="2191"/>
                    <a:pt x="5059" y="2072"/>
                    <a:pt x="4879" y="2072"/>
                  </a:cubicBezTo>
                  <a:cubicBezTo>
                    <a:pt x="4739" y="2072"/>
                    <a:pt x="4598" y="2144"/>
                    <a:pt x="4527" y="2300"/>
                  </a:cubicBezTo>
                  <a:cubicBezTo>
                    <a:pt x="4426" y="2161"/>
                    <a:pt x="4288" y="2040"/>
                    <a:pt x="4114" y="2040"/>
                  </a:cubicBezTo>
                  <a:cubicBezTo>
                    <a:pt x="4090" y="2040"/>
                    <a:pt x="4066" y="2042"/>
                    <a:pt x="4041" y="2047"/>
                  </a:cubicBezTo>
                  <a:cubicBezTo>
                    <a:pt x="3835" y="2086"/>
                    <a:pt x="3760" y="2201"/>
                    <a:pt x="3744" y="2352"/>
                  </a:cubicBezTo>
                  <a:cubicBezTo>
                    <a:pt x="3703" y="2335"/>
                    <a:pt x="3660" y="2327"/>
                    <a:pt x="3617" y="2327"/>
                  </a:cubicBezTo>
                  <a:cubicBezTo>
                    <a:pt x="3526" y="2327"/>
                    <a:pt x="3435" y="2362"/>
                    <a:pt x="3368" y="2427"/>
                  </a:cubicBezTo>
                  <a:cubicBezTo>
                    <a:pt x="3202" y="2569"/>
                    <a:pt x="3194" y="2795"/>
                    <a:pt x="3214" y="3004"/>
                  </a:cubicBezTo>
                  <a:cubicBezTo>
                    <a:pt x="3174" y="2984"/>
                    <a:pt x="3131" y="2974"/>
                    <a:pt x="3088" y="2974"/>
                  </a:cubicBezTo>
                  <a:cubicBezTo>
                    <a:pt x="2983" y="2974"/>
                    <a:pt x="2881" y="3034"/>
                    <a:pt x="2830" y="3135"/>
                  </a:cubicBezTo>
                  <a:cubicBezTo>
                    <a:pt x="2699" y="3341"/>
                    <a:pt x="2806" y="3566"/>
                    <a:pt x="2937" y="3744"/>
                  </a:cubicBezTo>
                  <a:cubicBezTo>
                    <a:pt x="2794" y="3752"/>
                    <a:pt x="2608" y="3867"/>
                    <a:pt x="2600" y="4045"/>
                  </a:cubicBezTo>
                  <a:cubicBezTo>
                    <a:pt x="2596" y="4223"/>
                    <a:pt x="2735" y="4302"/>
                    <a:pt x="2889" y="4425"/>
                  </a:cubicBezTo>
                  <a:cubicBezTo>
                    <a:pt x="2846" y="4536"/>
                    <a:pt x="2774" y="4603"/>
                    <a:pt x="2814" y="4738"/>
                  </a:cubicBezTo>
                  <a:cubicBezTo>
                    <a:pt x="2854" y="4872"/>
                    <a:pt x="3028" y="4959"/>
                    <a:pt x="3123" y="4991"/>
                  </a:cubicBezTo>
                  <a:cubicBezTo>
                    <a:pt x="3098" y="5155"/>
                    <a:pt x="3208" y="5246"/>
                    <a:pt x="3333" y="5246"/>
                  </a:cubicBezTo>
                  <a:cubicBezTo>
                    <a:pt x="3407" y="5246"/>
                    <a:pt x="3486" y="5215"/>
                    <a:pt x="3546" y="5149"/>
                  </a:cubicBezTo>
                  <a:cubicBezTo>
                    <a:pt x="3605" y="5394"/>
                    <a:pt x="3732" y="5616"/>
                    <a:pt x="3914" y="5798"/>
                  </a:cubicBezTo>
                  <a:cubicBezTo>
                    <a:pt x="3914" y="5838"/>
                    <a:pt x="3914" y="6083"/>
                    <a:pt x="3902" y="6241"/>
                  </a:cubicBezTo>
                  <a:cubicBezTo>
                    <a:pt x="3874" y="6253"/>
                    <a:pt x="3837" y="6257"/>
                    <a:pt x="3799" y="6257"/>
                  </a:cubicBezTo>
                  <a:cubicBezTo>
                    <a:pt x="3724" y="6257"/>
                    <a:pt x="3649" y="6241"/>
                    <a:pt x="3649" y="6241"/>
                  </a:cubicBezTo>
                  <a:cubicBezTo>
                    <a:pt x="3451" y="6202"/>
                    <a:pt x="3245" y="6178"/>
                    <a:pt x="3043" y="6166"/>
                  </a:cubicBezTo>
                  <a:cubicBezTo>
                    <a:pt x="2668" y="5901"/>
                    <a:pt x="2596" y="5667"/>
                    <a:pt x="2379" y="5466"/>
                  </a:cubicBezTo>
                  <a:cubicBezTo>
                    <a:pt x="2351" y="5505"/>
                    <a:pt x="2319" y="5549"/>
                    <a:pt x="2284" y="5588"/>
                  </a:cubicBezTo>
                  <a:cubicBezTo>
                    <a:pt x="2232" y="5505"/>
                    <a:pt x="2173" y="5426"/>
                    <a:pt x="2114" y="5343"/>
                  </a:cubicBezTo>
                  <a:cubicBezTo>
                    <a:pt x="1785" y="4920"/>
                    <a:pt x="1223" y="4065"/>
                    <a:pt x="1223" y="4065"/>
                  </a:cubicBezTo>
                  <a:cubicBezTo>
                    <a:pt x="1223" y="4065"/>
                    <a:pt x="1572" y="3135"/>
                    <a:pt x="1647" y="2423"/>
                  </a:cubicBezTo>
                  <a:cubicBezTo>
                    <a:pt x="1722" y="1711"/>
                    <a:pt x="1690" y="1548"/>
                    <a:pt x="1785" y="1453"/>
                  </a:cubicBezTo>
                  <a:cubicBezTo>
                    <a:pt x="1810" y="1429"/>
                    <a:pt x="1842" y="1422"/>
                    <a:pt x="1881" y="1422"/>
                  </a:cubicBezTo>
                  <a:cubicBezTo>
                    <a:pt x="1931" y="1422"/>
                    <a:pt x="1990" y="1433"/>
                    <a:pt x="2058" y="1433"/>
                  </a:cubicBezTo>
                  <a:cubicBezTo>
                    <a:pt x="2145" y="1433"/>
                    <a:pt x="2244" y="1415"/>
                    <a:pt x="2351" y="1335"/>
                  </a:cubicBezTo>
                  <a:cubicBezTo>
                    <a:pt x="2608" y="1141"/>
                    <a:pt x="2948" y="990"/>
                    <a:pt x="2596" y="646"/>
                  </a:cubicBezTo>
                  <a:cubicBezTo>
                    <a:pt x="2358" y="408"/>
                    <a:pt x="2240" y="1"/>
                    <a:pt x="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86371" y="2823692"/>
              <a:ext cx="553741" cy="1001680"/>
            </a:xfrm>
            <a:custGeom>
              <a:avLst/>
              <a:gdLst/>
              <a:ahLst/>
              <a:cxnLst/>
              <a:rect l="l" t="t" r="r" b="b"/>
              <a:pathLst>
                <a:path w="8777" h="15877" extrusionOk="0">
                  <a:moveTo>
                    <a:pt x="1895" y="1"/>
                  </a:moveTo>
                  <a:cubicBezTo>
                    <a:pt x="1890" y="1"/>
                    <a:pt x="1885" y="1"/>
                    <a:pt x="1880" y="1"/>
                  </a:cubicBezTo>
                  <a:cubicBezTo>
                    <a:pt x="1519" y="9"/>
                    <a:pt x="1278" y="440"/>
                    <a:pt x="1183" y="773"/>
                  </a:cubicBezTo>
                  <a:cubicBezTo>
                    <a:pt x="1088" y="1105"/>
                    <a:pt x="534" y="2850"/>
                    <a:pt x="396" y="3305"/>
                  </a:cubicBezTo>
                  <a:cubicBezTo>
                    <a:pt x="214" y="3903"/>
                    <a:pt x="0" y="4045"/>
                    <a:pt x="210" y="4571"/>
                  </a:cubicBezTo>
                  <a:cubicBezTo>
                    <a:pt x="336" y="4884"/>
                    <a:pt x="886" y="6059"/>
                    <a:pt x="1266" y="6668"/>
                  </a:cubicBezTo>
                  <a:cubicBezTo>
                    <a:pt x="1191" y="6736"/>
                    <a:pt x="1112" y="6791"/>
                    <a:pt x="1025" y="6843"/>
                  </a:cubicBezTo>
                  <a:cubicBezTo>
                    <a:pt x="1421" y="7389"/>
                    <a:pt x="2418" y="8445"/>
                    <a:pt x="2449" y="8963"/>
                  </a:cubicBezTo>
                  <a:cubicBezTo>
                    <a:pt x="2449" y="9011"/>
                    <a:pt x="2449" y="9062"/>
                    <a:pt x="2445" y="9110"/>
                  </a:cubicBezTo>
                  <a:lnTo>
                    <a:pt x="2244" y="11239"/>
                  </a:lnTo>
                  <a:lnTo>
                    <a:pt x="2030" y="13458"/>
                  </a:lnTo>
                  <a:cubicBezTo>
                    <a:pt x="2192" y="13522"/>
                    <a:pt x="2362" y="13573"/>
                    <a:pt x="2532" y="13613"/>
                  </a:cubicBezTo>
                  <a:cubicBezTo>
                    <a:pt x="2434" y="14281"/>
                    <a:pt x="2346" y="15061"/>
                    <a:pt x="2271" y="15876"/>
                  </a:cubicBezTo>
                  <a:lnTo>
                    <a:pt x="4345" y="15876"/>
                  </a:lnTo>
                  <a:cubicBezTo>
                    <a:pt x="4428" y="15140"/>
                    <a:pt x="4491" y="14487"/>
                    <a:pt x="4491" y="14487"/>
                  </a:cubicBezTo>
                  <a:cubicBezTo>
                    <a:pt x="4491" y="14487"/>
                    <a:pt x="4542" y="15140"/>
                    <a:pt x="4645" y="15876"/>
                  </a:cubicBezTo>
                  <a:lnTo>
                    <a:pt x="6711" y="15876"/>
                  </a:lnTo>
                  <a:cubicBezTo>
                    <a:pt x="6608" y="15156"/>
                    <a:pt x="6489" y="14372"/>
                    <a:pt x="6347" y="13692"/>
                  </a:cubicBezTo>
                  <a:cubicBezTo>
                    <a:pt x="6711" y="13640"/>
                    <a:pt x="6932" y="13593"/>
                    <a:pt x="6932" y="13593"/>
                  </a:cubicBezTo>
                  <a:lnTo>
                    <a:pt x="6553" y="11270"/>
                  </a:lnTo>
                  <a:lnTo>
                    <a:pt x="6189" y="9047"/>
                  </a:lnTo>
                  <a:cubicBezTo>
                    <a:pt x="6196" y="8940"/>
                    <a:pt x="6216" y="8833"/>
                    <a:pt x="6244" y="8730"/>
                  </a:cubicBezTo>
                  <a:cubicBezTo>
                    <a:pt x="6434" y="8160"/>
                    <a:pt x="7261" y="7309"/>
                    <a:pt x="7609" y="6827"/>
                  </a:cubicBezTo>
                  <a:cubicBezTo>
                    <a:pt x="7558" y="6799"/>
                    <a:pt x="7510" y="6767"/>
                    <a:pt x="7463" y="6732"/>
                  </a:cubicBezTo>
                  <a:cubicBezTo>
                    <a:pt x="7846" y="6150"/>
                    <a:pt x="8432" y="4892"/>
                    <a:pt x="8567" y="4571"/>
                  </a:cubicBezTo>
                  <a:cubicBezTo>
                    <a:pt x="8776" y="4045"/>
                    <a:pt x="8559" y="3903"/>
                    <a:pt x="8381" y="3305"/>
                  </a:cubicBezTo>
                  <a:cubicBezTo>
                    <a:pt x="8242" y="2850"/>
                    <a:pt x="7688" y="1105"/>
                    <a:pt x="7589" y="773"/>
                  </a:cubicBezTo>
                  <a:cubicBezTo>
                    <a:pt x="7494" y="440"/>
                    <a:pt x="7194" y="9"/>
                    <a:pt x="6897" y="1"/>
                  </a:cubicBezTo>
                  <a:cubicBezTo>
                    <a:pt x="6893" y="1"/>
                    <a:pt x="6888" y="1"/>
                    <a:pt x="6884" y="1"/>
                  </a:cubicBezTo>
                  <a:cubicBezTo>
                    <a:pt x="6595" y="1"/>
                    <a:pt x="6415" y="408"/>
                    <a:pt x="6173" y="650"/>
                  </a:cubicBezTo>
                  <a:cubicBezTo>
                    <a:pt x="5828" y="990"/>
                    <a:pt x="6169" y="1149"/>
                    <a:pt x="6426" y="1335"/>
                  </a:cubicBezTo>
                  <a:cubicBezTo>
                    <a:pt x="6535" y="1415"/>
                    <a:pt x="6636" y="1432"/>
                    <a:pt x="6722" y="1432"/>
                  </a:cubicBezTo>
                  <a:cubicBezTo>
                    <a:pt x="6787" y="1432"/>
                    <a:pt x="6843" y="1423"/>
                    <a:pt x="6889" y="1423"/>
                  </a:cubicBezTo>
                  <a:cubicBezTo>
                    <a:pt x="6928" y="1423"/>
                    <a:pt x="6960" y="1430"/>
                    <a:pt x="6984" y="1453"/>
                  </a:cubicBezTo>
                  <a:cubicBezTo>
                    <a:pt x="7079" y="1548"/>
                    <a:pt x="7055" y="1718"/>
                    <a:pt x="7122" y="2423"/>
                  </a:cubicBezTo>
                  <a:cubicBezTo>
                    <a:pt x="7194" y="3131"/>
                    <a:pt x="7550" y="4065"/>
                    <a:pt x="7550" y="4065"/>
                  </a:cubicBezTo>
                  <a:cubicBezTo>
                    <a:pt x="7550" y="4065"/>
                    <a:pt x="6984" y="4923"/>
                    <a:pt x="6659" y="5343"/>
                  </a:cubicBezTo>
                  <a:cubicBezTo>
                    <a:pt x="6576" y="5450"/>
                    <a:pt x="6497" y="5568"/>
                    <a:pt x="6422" y="5683"/>
                  </a:cubicBezTo>
                  <a:lnTo>
                    <a:pt x="6252" y="5454"/>
                  </a:lnTo>
                  <a:cubicBezTo>
                    <a:pt x="6026" y="5659"/>
                    <a:pt x="5955" y="5889"/>
                    <a:pt x="5591" y="6154"/>
                  </a:cubicBezTo>
                  <a:cubicBezTo>
                    <a:pt x="5445" y="6162"/>
                    <a:pt x="5298" y="6186"/>
                    <a:pt x="5160" y="6225"/>
                  </a:cubicBezTo>
                  <a:lnTo>
                    <a:pt x="4946" y="6241"/>
                  </a:lnTo>
                  <a:cubicBezTo>
                    <a:pt x="4942" y="6118"/>
                    <a:pt x="4938" y="5996"/>
                    <a:pt x="4934" y="5901"/>
                  </a:cubicBezTo>
                  <a:cubicBezTo>
                    <a:pt x="5132" y="5762"/>
                    <a:pt x="5282" y="5565"/>
                    <a:pt x="5369" y="5339"/>
                  </a:cubicBezTo>
                  <a:cubicBezTo>
                    <a:pt x="5567" y="5331"/>
                    <a:pt x="5737" y="5248"/>
                    <a:pt x="5789" y="5062"/>
                  </a:cubicBezTo>
                  <a:cubicBezTo>
                    <a:pt x="5824" y="5070"/>
                    <a:pt x="5858" y="5074"/>
                    <a:pt x="5890" y="5074"/>
                  </a:cubicBezTo>
                  <a:cubicBezTo>
                    <a:pt x="6174" y="5074"/>
                    <a:pt x="6335" y="4779"/>
                    <a:pt x="6192" y="4516"/>
                  </a:cubicBezTo>
                  <a:cubicBezTo>
                    <a:pt x="6303" y="4476"/>
                    <a:pt x="6430" y="4449"/>
                    <a:pt x="6469" y="4318"/>
                  </a:cubicBezTo>
                  <a:cubicBezTo>
                    <a:pt x="6509" y="4191"/>
                    <a:pt x="6355" y="4041"/>
                    <a:pt x="6272" y="3994"/>
                  </a:cubicBezTo>
                  <a:cubicBezTo>
                    <a:pt x="6485" y="3804"/>
                    <a:pt x="6426" y="3503"/>
                    <a:pt x="6189" y="3380"/>
                  </a:cubicBezTo>
                  <a:cubicBezTo>
                    <a:pt x="6424" y="3153"/>
                    <a:pt x="6250" y="2772"/>
                    <a:pt x="5948" y="2772"/>
                  </a:cubicBezTo>
                  <a:cubicBezTo>
                    <a:pt x="5925" y="2772"/>
                    <a:pt x="5901" y="2774"/>
                    <a:pt x="5876" y="2779"/>
                  </a:cubicBezTo>
                  <a:cubicBezTo>
                    <a:pt x="5882" y="2524"/>
                    <a:pt x="5701" y="2349"/>
                    <a:pt x="5490" y="2349"/>
                  </a:cubicBezTo>
                  <a:cubicBezTo>
                    <a:pt x="5420" y="2349"/>
                    <a:pt x="5346" y="2368"/>
                    <a:pt x="5274" y="2411"/>
                  </a:cubicBezTo>
                  <a:cubicBezTo>
                    <a:pt x="5243" y="2193"/>
                    <a:pt x="5063" y="2072"/>
                    <a:pt x="4882" y="2072"/>
                  </a:cubicBezTo>
                  <a:cubicBezTo>
                    <a:pt x="4742" y="2072"/>
                    <a:pt x="4601" y="2145"/>
                    <a:pt x="4531" y="2300"/>
                  </a:cubicBezTo>
                  <a:cubicBezTo>
                    <a:pt x="4426" y="2158"/>
                    <a:pt x="4292" y="2040"/>
                    <a:pt x="4121" y="2040"/>
                  </a:cubicBezTo>
                  <a:cubicBezTo>
                    <a:pt x="4098" y="2040"/>
                    <a:pt x="4073" y="2042"/>
                    <a:pt x="4048" y="2047"/>
                  </a:cubicBezTo>
                  <a:cubicBezTo>
                    <a:pt x="3886" y="2063"/>
                    <a:pt x="3763" y="2193"/>
                    <a:pt x="3751" y="2356"/>
                  </a:cubicBezTo>
                  <a:cubicBezTo>
                    <a:pt x="3707" y="2338"/>
                    <a:pt x="3662" y="2330"/>
                    <a:pt x="3616" y="2330"/>
                  </a:cubicBezTo>
                  <a:cubicBezTo>
                    <a:pt x="3527" y="2330"/>
                    <a:pt x="3440" y="2362"/>
                    <a:pt x="3371" y="2423"/>
                  </a:cubicBezTo>
                  <a:cubicBezTo>
                    <a:pt x="3201" y="2573"/>
                    <a:pt x="3197" y="2795"/>
                    <a:pt x="3221" y="3000"/>
                  </a:cubicBezTo>
                  <a:cubicBezTo>
                    <a:pt x="3180" y="2982"/>
                    <a:pt x="3137" y="2973"/>
                    <a:pt x="3095" y="2973"/>
                  </a:cubicBezTo>
                  <a:cubicBezTo>
                    <a:pt x="2987" y="2973"/>
                    <a:pt x="2883" y="3032"/>
                    <a:pt x="2829" y="3135"/>
                  </a:cubicBezTo>
                  <a:cubicBezTo>
                    <a:pt x="2707" y="3345"/>
                    <a:pt x="2809" y="3562"/>
                    <a:pt x="2940" y="3740"/>
                  </a:cubicBezTo>
                  <a:cubicBezTo>
                    <a:pt x="2798" y="3752"/>
                    <a:pt x="2608" y="3867"/>
                    <a:pt x="2604" y="4045"/>
                  </a:cubicBezTo>
                  <a:cubicBezTo>
                    <a:pt x="2600" y="4223"/>
                    <a:pt x="2738" y="4302"/>
                    <a:pt x="2889" y="4425"/>
                  </a:cubicBezTo>
                  <a:cubicBezTo>
                    <a:pt x="2849" y="4532"/>
                    <a:pt x="2778" y="4599"/>
                    <a:pt x="2817" y="4738"/>
                  </a:cubicBezTo>
                  <a:cubicBezTo>
                    <a:pt x="2857" y="4876"/>
                    <a:pt x="3027" y="4955"/>
                    <a:pt x="3122" y="4991"/>
                  </a:cubicBezTo>
                  <a:cubicBezTo>
                    <a:pt x="3097" y="5154"/>
                    <a:pt x="3211" y="5245"/>
                    <a:pt x="3340" y="5245"/>
                  </a:cubicBezTo>
                  <a:cubicBezTo>
                    <a:pt x="3415" y="5245"/>
                    <a:pt x="3494" y="5214"/>
                    <a:pt x="3553" y="5149"/>
                  </a:cubicBezTo>
                  <a:cubicBezTo>
                    <a:pt x="3609" y="5394"/>
                    <a:pt x="3735" y="5616"/>
                    <a:pt x="3913" y="5790"/>
                  </a:cubicBezTo>
                  <a:cubicBezTo>
                    <a:pt x="3913" y="5830"/>
                    <a:pt x="3913" y="6079"/>
                    <a:pt x="3905" y="6241"/>
                  </a:cubicBezTo>
                  <a:cubicBezTo>
                    <a:pt x="3876" y="6253"/>
                    <a:pt x="3839" y="6257"/>
                    <a:pt x="3802" y="6257"/>
                  </a:cubicBezTo>
                  <a:cubicBezTo>
                    <a:pt x="3728" y="6257"/>
                    <a:pt x="3656" y="6241"/>
                    <a:pt x="3656" y="6241"/>
                  </a:cubicBezTo>
                  <a:cubicBezTo>
                    <a:pt x="3454" y="6202"/>
                    <a:pt x="3249" y="6178"/>
                    <a:pt x="3043" y="6166"/>
                  </a:cubicBezTo>
                  <a:cubicBezTo>
                    <a:pt x="2671" y="5901"/>
                    <a:pt x="2604" y="5663"/>
                    <a:pt x="2386" y="5466"/>
                  </a:cubicBezTo>
                  <a:lnTo>
                    <a:pt x="2291" y="5588"/>
                  </a:lnTo>
                  <a:cubicBezTo>
                    <a:pt x="2236" y="5505"/>
                    <a:pt x="2176" y="5422"/>
                    <a:pt x="2113" y="5343"/>
                  </a:cubicBezTo>
                  <a:cubicBezTo>
                    <a:pt x="1792" y="4923"/>
                    <a:pt x="1223" y="4065"/>
                    <a:pt x="1223" y="4065"/>
                  </a:cubicBezTo>
                  <a:cubicBezTo>
                    <a:pt x="1223" y="4065"/>
                    <a:pt x="1579" y="3131"/>
                    <a:pt x="1650" y="2423"/>
                  </a:cubicBezTo>
                  <a:cubicBezTo>
                    <a:pt x="1717" y="1718"/>
                    <a:pt x="1698" y="1548"/>
                    <a:pt x="1792" y="1453"/>
                  </a:cubicBezTo>
                  <a:cubicBezTo>
                    <a:pt x="1818" y="1428"/>
                    <a:pt x="1850" y="1421"/>
                    <a:pt x="1890" y="1421"/>
                  </a:cubicBezTo>
                  <a:cubicBezTo>
                    <a:pt x="1937" y="1421"/>
                    <a:pt x="1994" y="1431"/>
                    <a:pt x="2059" y="1431"/>
                  </a:cubicBezTo>
                  <a:cubicBezTo>
                    <a:pt x="2144" y="1431"/>
                    <a:pt x="2243" y="1414"/>
                    <a:pt x="2350" y="1335"/>
                  </a:cubicBezTo>
                  <a:cubicBezTo>
                    <a:pt x="2608" y="1149"/>
                    <a:pt x="2948" y="990"/>
                    <a:pt x="2604" y="650"/>
                  </a:cubicBezTo>
                  <a:cubicBezTo>
                    <a:pt x="2362" y="408"/>
                    <a:pt x="2247" y="1"/>
                    <a:pt x="1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267702" y="2719403"/>
              <a:ext cx="553489" cy="1001869"/>
            </a:xfrm>
            <a:custGeom>
              <a:avLst/>
              <a:gdLst/>
              <a:ahLst/>
              <a:cxnLst/>
              <a:rect l="l" t="t" r="r" b="b"/>
              <a:pathLst>
                <a:path w="8773" h="15880" extrusionOk="0">
                  <a:moveTo>
                    <a:pt x="1890" y="0"/>
                  </a:moveTo>
                  <a:cubicBezTo>
                    <a:pt x="1887" y="0"/>
                    <a:pt x="1884" y="0"/>
                    <a:pt x="1880" y="0"/>
                  </a:cubicBezTo>
                  <a:cubicBezTo>
                    <a:pt x="1520" y="12"/>
                    <a:pt x="1283" y="443"/>
                    <a:pt x="1184" y="772"/>
                  </a:cubicBezTo>
                  <a:cubicBezTo>
                    <a:pt x="1085" y="1104"/>
                    <a:pt x="535" y="2849"/>
                    <a:pt x="396" y="3304"/>
                  </a:cubicBezTo>
                  <a:cubicBezTo>
                    <a:pt x="214" y="3906"/>
                    <a:pt x="1" y="4048"/>
                    <a:pt x="206" y="4566"/>
                  </a:cubicBezTo>
                  <a:cubicBezTo>
                    <a:pt x="337" y="4883"/>
                    <a:pt x="887" y="6062"/>
                    <a:pt x="1267" y="6668"/>
                  </a:cubicBezTo>
                  <a:cubicBezTo>
                    <a:pt x="1196" y="6735"/>
                    <a:pt x="1117" y="6790"/>
                    <a:pt x="1029" y="6838"/>
                  </a:cubicBezTo>
                  <a:cubicBezTo>
                    <a:pt x="1421" y="7392"/>
                    <a:pt x="2418" y="8444"/>
                    <a:pt x="2450" y="8962"/>
                  </a:cubicBezTo>
                  <a:lnTo>
                    <a:pt x="2450" y="9113"/>
                  </a:lnTo>
                  <a:lnTo>
                    <a:pt x="2240" y="11238"/>
                  </a:lnTo>
                  <a:lnTo>
                    <a:pt x="2031" y="13461"/>
                  </a:lnTo>
                  <a:cubicBezTo>
                    <a:pt x="2193" y="13525"/>
                    <a:pt x="2363" y="13576"/>
                    <a:pt x="2533" y="13612"/>
                  </a:cubicBezTo>
                  <a:cubicBezTo>
                    <a:pt x="2434" y="14280"/>
                    <a:pt x="2347" y="15056"/>
                    <a:pt x="2272" y="15879"/>
                  </a:cubicBezTo>
                  <a:lnTo>
                    <a:pt x="4345" y="15879"/>
                  </a:lnTo>
                  <a:cubicBezTo>
                    <a:pt x="4428" y="15143"/>
                    <a:pt x="4492" y="14482"/>
                    <a:pt x="4492" y="14482"/>
                  </a:cubicBezTo>
                  <a:cubicBezTo>
                    <a:pt x="4492" y="14482"/>
                    <a:pt x="4543" y="15139"/>
                    <a:pt x="4646" y="15879"/>
                  </a:cubicBezTo>
                  <a:lnTo>
                    <a:pt x="6711" y="15879"/>
                  </a:lnTo>
                  <a:cubicBezTo>
                    <a:pt x="6613" y="15155"/>
                    <a:pt x="6490" y="14375"/>
                    <a:pt x="6347" y="13691"/>
                  </a:cubicBezTo>
                  <a:cubicBezTo>
                    <a:pt x="6711" y="13643"/>
                    <a:pt x="6929" y="13592"/>
                    <a:pt x="6929" y="13592"/>
                  </a:cubicBezTo>
                  <a:lnTo>
                    <a:pt x="6553" y="11273"/>
                  </a:lnTo>
                  <a:lnTo>
                    <a:pt x="6189" y="9050"/>
                  </a:lnTo>
                  <a:cubicBezTo>
                    <a:pt x="6197" y="8939"/>
                    <a:pt x="6217" y="8836"/>
                    <a:pt x="6241" y="8733"/>
                  </a:cubicBezTo>
                  <a:cubicBezTo>
                    <a:pt x="6434" y="8163"/>
                    <a:pt x="7261" y="7309"/>
                    <a:pt x="7606" y="6826"/>
                  </a:cubicBezTo>
                  <a:cubicBezTo>
                    <a:pt x="7558" y="6802"/>
                    <a:pt x="7511" y="6770"/>
                    <a:pt x="7463" y="6735"/>
                  </a:cubicBezTo>
                  <a:cubicBezTo>
                    <a:pt x="7843" y="6149"/>
                    <a:pt x="8433" y="4895"/>
                    <a:pt x="8567" y="4566"/>
                  </a:cubicBezTo>
                  <a:cubicBezTo>
                    <a:pt x="8773" y="4048"/>
                    <a:pt x="8563" y="3906"/>
                    <a:pt x="8377" y="3304"/>
                  </a:cubicBezTo>
                  <a:cubicBezTo>
                    <a:pt x="8243" y="2849"/>
                    <a:pt x="7685" y="1104"/>
                    <a:pt x="7594" y="772"/>
                  </a:cubicBezTo>
                  <a:cubicBezTo>
                    <a:pt x="7495" y="443"/>
                    <a:pt x="7194" y="12"/>
                    <a:pt x="6897" y="0"/>
                  </a:cubicBezTo>
                  <a:cubicBezTo>
                    <a:pt x="6895" y="0"/>
                    <a:pt x="6892" y="0"/>
                    <a:pt x="6889" y="0"/>
                  </a:cubicBezTo>
                  <a:cubicBezTo>
                    <a:pt x="6597" y="0"/>
                    <a:pt x="6412" y="410"/>
                    <a:pt x="6173" y="645"/>
                  </a:cubicBezTo>
                  <a:cubicBezTo>
                    <a:pt x="5829" y="989"/>
                    <a:pt x="6169" y="1148"/>
                    <a:pt x="6427" y="1338"/>
                  </a:cubicBezTo>
                  <a:cubicBezTo>
                    <a:pt x="6535" y="1416"/>
                    <a:pt x="6634" y="1433"/>
                    <a:pt x="6720" y="1433"/>
                  </a:cubicBezTo>
                  <a:cubicBezTo>
                    <a:pt x="6782" y="1433"/>
                    <a:pt x="6838" y="1424"/>
                    <a:pt x="6884" y="1424"/>
                  </a:cubicBezTo>
                  <a:cubicBezTo>
                    <a:pt x="6925" y="1424"/>
                    <a:pt x="6959" y="1431"/>
                    <a:pt x="6984" y="1456"/>
                  </a:cubicBezTo>
                  <a:cubicBezTo>
                    <a:pt x="7079" y="1547"/>
                    <a:pt x="7056" y="1714"/>
                    <a:pt x="7127" y="2426"/>
                  </a:cubicBezTo>
                  <a:cubicBezTo>
                    <a:pt x="7202" y="3138"/>
                    <a:pt x="7554" y="4068"/>
                    <a:pt x="7554" y="4068"/>
                  </a:cubicBezTo>
                  <a:cubicBezTo>
                    <a:pt x="7554" y="4068"/>
                    <a:pt x="6984" y="4923"/>
                    <a:pt x="6664" y="5342"/>
                  </a:cubicBezTo>
                  <a:cubicBezTo>
                    <a:pt x="6577" y="5449"/>
                    <a:pt x="6498" y="5564"/>
                    <a:pt x="6427" y="5678"/>
                  </a:cubicBezTo>
                  <a:cubicBezTo>
                    <a:pt x="6363" y="5607"/>
                    <a:pt x="6304" y="5528"/>
                    <a:pt x="6252" y="5457"/>
                  </a:cubicBezTo>
                  <a:cubicBezTo>
                    <a:pt x="6027" y="5659"/>
                    <a:pt x="5956" y="5892"/>
                    <a:pt x="5592" y="6153"/>
                  </a:cubicBezTo>
                  <a:cubicBezTo>
                    <a:pt x="5445" y="6161"/>
                    <a:pt x="5303" y="6189"/>
                    <a:pt x="5164" y="6228"/>
                  </a:cubicBezTo>
                  <a:lnTo>
                    <a:pt x="4947" y="6244"/>
                  </a:lnTo>
                  <a:cubicBezTo>
                    <a:pt x="4943" y="6121"/>
                    <a:pt x="4919" y="5888"/>
                    <a:pt x="4911" y="5793"/>
                  </a:cubicBezTo>
                  <a:cubicBezTo>
                    <a:pt x="4990" y="5738"/>
                    <a:pt x="5311" y="5374"/>
                    <a:pt x="5445" y="4804"/>
                  </a:cubicBezTo>
                  <a:cubicBezTo>
                    <a:pt x="5631" y="4009"/>
                    <a:pt x="5675" y="3075"/>
                    <a:pt x="5129" y="2897"/>
                  </a:cubicBezTo>
                  <a:cubicBezTo>
                    <a:pt x="4877" y="2814"/>
                    <a:pt x="4563" y="2745"/>
                    <a:pt x="4262" y="2745"/>
                  </a:cubicBezTo>
                  <a:cubicBezTo>
                    <a:pt x="3913" y="2745"/>
                    <a:pt x="3581" y="2837"/>
                    <a:pt x="3380" y="3106"/>
                  </a:cubicBezTo>
                  <a:cubicBezTo>
                    <a:pt x="3146" y="3423"/>
                    <a:pt x="3150" y="4321"/>
                    <a:pt x="3328" y="4915"/>
                  </a:cubicBezTo>
                  <a:cubicBezTo>
                    <a:pt x="3506" y="5508"/>
                    <a:pt x="3839" y="5718"/>
                    <a:pt x="3918" y="5793"/>
                  </a:cubicBezTo>
                  <a:cubicBezTo>
                    <a:pt x="3918" y="5833"/>
                    <a:pt x="3918" y="6082"/>
                    <a:pt x="3902" y="6244"/>
                  </a:cubicBezTo>
                  <a:cubicBezTo>
                    <a:pt x="3874" y="6253"/>
                    <a:pt x="3838" y="6256"/>
                    <a:pt x="3802" y="6256"/>
                  </a:cubicBezTo>
                  <a:cubicBezTo>
                    <a:pt x="3729" y="6256"/>
                    <a:pt x="3657" y="6244"/>
                    <a:pt x="3657" y="6244"/>
                  </a:cubicBezTo>
                  <a:cubicBezTo>
                    <a:pt x="3455" y="6205"/>
                    <a:pt x="3253" y="6181"/>
                    <a:pt x="3047" y="6169"/>
                  </a:cubicBezTo>
                  <a:cubicBezTo>
                    <a:pt x="2672" y="5904"/>
                    <a:pt x="2604" y="5666"/>
                    <a:pt x="2383" y="5469"/>
                  </a:cubicBezTo>
                  <a:lnTo>
                    <a:pt x="2292" y="5591"/>
                  </a:lnTo>
                  <a:cubicBezTo>
                    <a:pt x="2236" y="5508"/>
                    <a:pt x="2177" y="5421"/>
                    <a:pt x="2118" y="5342"/>
                  </a:cubicBezTo>
                  <a:cubicBezTo>
                    <a:pt x="1789" y="4923"/>
                    <a:pt x="1223" y="4068"/>
                    <a:pt x="1223" y="4068"/>
                  </a:cubicBezTo>
                  <a:cubicBezTo>
                    <a:pt x="1223" y="4068"/>
                    <a:pt x="1579" y="3134"/>
                    <a:pt x="1647" y="2426"/>
                  </a:cubicBezTo>
                  <a:cubicBezTo>
                    <a:pt x="1718" y="1718"/>
                    <a:pt x="1698" y="1551"/>
                    <a:pt x="1789" y="1456"/>
                  </a:cubicBezTo>
                  <a:cubicBezTo>
                    <a:pt x="1815" y="1431"/>
                    <a:pt x="1849" y="1424"/>
                    <a:pt x="1890" y="1424"/>
                  </a:cubicBezTo>
                  <a:cubicBezTo>
                    <a:pt x="1937" y="1424"/>
                    <a:pt x="1993" y="1433"/>
                    <a:pt x="2056" y="1433"/>
                  </a:cubicBezTo>
                  <a:cubicBezTo>
                    <a:pt x="2143" y="1433"/>
                    <a:pt x="2243" y="1416"/>
                    <a:pt x="2351" y="1338"/>
                  </a:cubicBezTo>
                  <a:cubicBezTo>
                    <a:pt x="2608" y="1148"/>
                    <a:pt x="2949" y="989"/>
                    <a:pt x="2600" y="645"/>
                  </a:cubicBezTo>
                  <a:cubicBezTo>
                    <a:pt x="2361" y="410"/>
                    <a:pt x="2243" y="0"/>
                    <a:pt x="18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4992970" y="2545652"/>
              <a:ext cx="553741" cy="1001617"/>
            </a:xfrm>
            <a:custGeom>
              <a:avLst/>
              <a:gdLst/>
              <a:ahLst/>
              <a:cxnLst/>
              <a:rect l="l" t="t" r="r" b="b"/>
              <a:pathLst>
                <a:path w="8777" h="15876" extrusionOk="0">
                  <a:moveTo>
                    <a:pt x="6885" y="0"/>
                  </a:moveTo>
                  <a:cubicBezTo>
                    <a:pt x="6595" y="0"/>
                    <a:pt x="6415" y="407"/>
                    <a:pt x="6173" y="649"/>
                  </a:cubicBezTo>
                  <a:cubicBezTo>
                    <a:pt x="5829" y="989"/>
                    <a:pt x="6169" y="1148"/>
                    <a:pt x="6426" y="1334"/>
                  </a:cubicBezTo>
                  <a:cubicBezTo>
                    <a:pt x="6535" y="1414"/>
                    <a:pt x="6636" y="1432"/>
                    <a:pt x="6723" y="1432"/>
                  </a:cubicBezTo>
                  <a:cubicBezTo>
                    <a:pt x="6787" y="1432"/>
                    <a:pt x="6843" y="1422"/>
                    <a:pt x="6890" y="1422"/>
                  </a:cubicBezTo>
                  <a:cubicBezTo>
                    <a:pt x="6928" y="1422"/>
                    <a:pt x="6960" y="1429"/>
                    <a:pt x="6984" y="1452"/>
                  </a:cubicBezTo>
                  <a:cubicBezTo>
                    <a:pt x="7079" y="1547"/>
                    <a:pt x="7055" y="1718"/>
                    <a:pt x="7130" y="2422"/>
                  </a:cubicBezTo>
                  <a:cubicBezTo>
                    <a:pt x="7202" y="3130"/>
                    <a:pt x="7554" y="4064"/>
                    <a:pt x="7554" y="4064"/>
                  </a:cubicBezTo>
                  <a:cubicBezTo>
                    <a:pt x="7554" y="4064"/>
                    <a:pt x="6984" y="4923"/>
                    <a:pt x="6660" y="5342"/>
                  </a:cubicBezTo>
                  <a:cubicBezTo>
                    <a:pt x="6576" y="5457"/>
                    <a:pt x="6497" y="5572"/>
                    <a:pt x="6426" y="5682"/>
                  </a:cubicBezTo>
                  <a:cubicBezTo>
                    <a:pt x="6363" y="5603"/>
                    <a:pt x="6303" y="5524"/>
                    <a:pt x="6252" y="5457"/>
                  </a:cubicBezTo>
                  <a:cubicBezTo>
                    <a:pt x="6026" y="5659"/>
                    <a:pt x="5955" y="5892"/>
                    <a:pt x="5591" y="6153"/>
                  </a:cubicBezTo>
                  <a:cubicBezTo>
                    <a:pt x="5445" y="6161"/>
                    <a:pt x="5298" y="6185"/>
                    <a:pt x="5160" y="6228"/>
                  </a:cubicBezTo>
                  <a:lnTo>
                    <a:pt x="4946" y="6240"/>
                  </a:lnTo>
                  <a:cubicBezTo>
                    <a:pt x="4942" y="6118"/>
                    <a:pt x="4919" y="5884"/>
                    <a:pt x="4915" y="5793"/>
                  </a:cubicBezTo>
                  <a:cubicBezTo>
                    <a:pt x="4990" y="5742"/>
                    <a:pt x="5314" y="5378"/>
                    <a:pt x="5445" y="4804"/>
                  </a:cubicBezTo>
                  <a:cubicBezTo>
                    <a:pt x="5631" y="4005"/>
                    <a:pt x="5674" y="3075"/>
                    <a:pt x="5128" y="2893"/>
                  </a:cubicBezTo>
                  <a:cubicBezTo>
                    <a:pt x="4878" y="2809"/>
                    <a:pt x="4566" y="2740"/>
                    <a:pt x="4266" y="2740"/>
                  </a:cubicBezTo>
                  <a:cubicBezTo>
                    <a:pt x="3916" y="2740"/>
                    <a:pt x="3582" y="2834"/>
                    <a:pt x="3379" y="3106"/>
                  </a:cubicBezTo>
                  <a:cubicBezTo>
                    <a:pt x="3146" y="3427"/>
                    <a:pt x="3150" y="4321"/>
                    <a:pt x="3328" y="4911"/>
                  </a:cubicBezTo>
                  <a:cubicBezTo>
                    <a:pt x="3506" y="5500"/>
                    <a:pt x="3838" y="5718"/>
                    <a:pt x="3914" y="5793"/>
                  </a:cubicBezTo>
                  <a:cubicBezTo>
                    <a:pt x="3989" y="5864"/>
                    <a:pt x="3918" y="6078"/>
                    <a:pt x="3902" y="6240"/>
                  </a:cubicBezTo>
                  <a:cubicBezTo>
                    <a:pt x="3874" y="6252"/>
                    <a:pt x="3837" y="6256"/>
                    <a:pt x="3801" y="6256"/>
                  </a:cubicBezTo>
                  <a:cubicBezTo>
                    <a:pt x="3728" y="6256"/>
                    <a:pt x="3656" y="6240"/>
                    <a:pt x="3656" y="6240"/>
                  </a:cubicBezTo>
                  <a:cubicBezTo>
                    <a:pt x="3455" y="6205"/>
                    <a:pt x="3253" y="6177"/>
                    <a:pt x="3047" y="6169"/>
                  </a:cubicBezTo>
                  <a:cubicBezTo>
                    <a:pt x="2671" y="5900"/>
                    <a:pt x="2604" y="5666"/>
                    <a:pt x="2386" y="5465"/>
                  </a:cubicBezTo>
                  <a:lnTo>
                    <a:pt x="2291" y="5587"/>
                  </a:lnTo>
                  <a:cubicBezTo>
                    <a:pt x="2236" y="5504"/>
                    <a:pt x="2177" y="5421"/>
                    <a:pt x="2113" y="5342"/>
                  </a:cubicBezTo>
                  <a:cubicBezTo>
                    <a:pt x="1793" y="4923"/>
                    <a:pt x="1223" y="4064"/>
                    <a:pt x="1223" y="4064"/>
                  </a:cubicBezTo>
                  <a:cubicBezTo>
                    <a:pt x="1223" y="4064"/>
                    <a:pt x="1579" y="3134"/>
                    <a:pt x="1646" y="2422"/>
                  </a:cubicBezTo>
                  <a:cubicBezTo>
                    <a:pt x="1718" y="1710"/>
                    <a:pt x="1698" y="1547"/>
                    <a:pt x="1793" y="1452"/>
                  </a:cubicBezTo>
                  <a:cubicBezTo>
                    <a:pt x="1816" y="1429"/>
                    <a:pt x="1848" y="1422"/>
                    <a:pt x="1887" y="1422"/>
                  </a:cubicBezTo>
                  <a:cubicBezTo>
                    <a:pt x="1934" y="1422"/>
                    <a:pt x="1990" y="1432"/>
                    <a:pt x="2054" y="1432"/>
                  </a:cubicBezTo>
                  <a:cubicBezTo>
                    <a:pt x="2141" y="1432"/>
                    <a:pt x="2241" y="1414"/>
                    <a:pt x="2351" y="1334"/>
                  </a:cubicBezTo>
                  <a:cubicBezTo>
                    <a:pt x="2608" y="1148"/>
                    <a:pt x="2948" y="989"/>
                    <a:pt x="2604" y="649"/>
                  </a:cubicBezTo>
                  <a:cubicBezTo>
                    <a:pt x="2362" y="411"/>
                    <a:pt x="2243" y="0"/>
                    <a:pt x="1895" y="0"/>
                  </a:cubicBezTo>
                  <a:cubicBezTo>
                    <a:pt x="1890" y="0"/>
                    <a:pt x="1885" y="0"/>
                    <a:pt x="1880" y="0"/>
                  </a:cubicBezTo>
                  <a:cubicBezTo>
                    <a:pt x="1520" y="8"/>
                    <a:pt x="1282" y="439"/>
                    <a:pt x="1183" y="772"/>
                  </a:cubicBezTo>
                  <a:cubicBezTo>
                    <a:pt x="1084" y="1104"/>
                    <a:pt x="534" y="2849"/>
                    <a:pt x="396" y="3308"/>
                  </a:cubicBezTo>
                  <a:cubicBezTo>
                    <a:pt x="214" y="3902"/>
                    <a:pt x="0" y="4048"/>
                    <a:pt x="210" y="4570"/>
                  </a:cubicBezTo>
                  <a:cubicBezTo>
                    <a:pt x="337" y="4883"/>
                    <a:pt x="887" y="6058"/>
                    <a:pt x="1266" y="6668"/>
                  </a:cubicBezTo>
                  <a:cubicBezTo>
                    <a:pt x="1195" y="6735"/>
                    <a:pt x="1116" y="6794"/>
                    <a:pt x="1029" y="6842"/>
                  </a:cubicBezTo>
                  <a:cubicBezTo>
                    <a:pt x="1421" y="7392"/>
                    <a:pt x="2418" y="8444"/>
                    <a:pt x="2450" y="8963"/>
                  </a:cubicBezTo>
                  <a:lnTo>
                    <a:pt x="2450" y="9109"/>
                  </a:lnTo>
                  <a:lnTo>
                    <a:pt x="2240" y="11238"/>
                  </a:lnTo>
                  <a:lnTo>
                    <a:pt x="2030" y="13457"/>
                  </a:lnTo>
                  <a:cubicBezTo>
                    <a:pt x="2192" y="13521"/>
                    <a:pt x="2362" y="13572"/>
                    <a:pt x="2533" y="13612"/>
                  </a:cubicBezTo>
                  <a:cubicBezTo>
                    <a:pt x="2434" y="14280"/>
                    <a:pt x="2347" y="15060"/>
                    <a:pt x="2271" y="15875"/>
                  </a:cubicBezTo>
                  <a:lnTo>
                    <a:pt x="4345" y="15875"/>
                  </a:lnTo>
                  <a:cubicBezTo>
                    <a:pt x="4428" y="15139"/>
                    <a:pt x="4491" y="14486"/>
                    <a:pt x="4491" y="14486"/>
                  </a:cubicBezTo>
                  <a:cubicBezTo>
                    <a:pt x="4491" y="14486"/>
                    <a:pt x="4543" y="15139"/>
                    <a:pt x="4646" y="15875"/>
                  </a:cubicBezTo>
                  <a:lnTo>
                    <a:pt x="6711" y="15875"/>
                  </a:lnTo>
                  <a:cubicBezTo>
                    <a:pt x="6612" y="15159"/>
                    <a:pt x="6489" y="14375"/>
                    <a:pt x="6347" y="13695"/>
                  </a:cubicBezTo>
                  <a:cubicBezTo>
                    <a:pt x="6711" y="13639"/>
                    <a:pt x="6929" y="13592"/>
                    <a:pt x="6929" y="13592"/>
                  </a:cubicBezTo>
                  <a:lnTo>
                    <a:pt x="6553" y="11273"/>
                  </a:lnTo>
                  <a:lnTo>
                    <a:pt x="6189" y="9046"/>
                  </a:lnTo>
                  <a:cubicBezTo>
                    <a:pt x="6197" y="8939"/>
                    <a:pt x="6216" y="8832"/>
                    <a:pt x="6244" y="8729"/>
                  </a:cubicBezTo>
                  <a:cubicBezTo>
                    <a:pt x="6434" y="8159"/>
                    <a:pt x="7261" y="7313"/>
                    <a:pt x="7609" y="6826"/>
                  </a:cubicBezTo>
                  <a:cubicBezTo>
                    <a:pt x="7558" y="6798"/>
                    <a:pt x="7510" y="6766"/>
                    <a:pt x="7463" y="6731"/>
                  </a:cubicBezTo>
                  <a:cubicBezTo>
                    <a:pt x="7847" y="6149"/>
                    <a:pt x="8432" y="4895"/>
                    <a:pt x="8567" y="4570"/>
                  </a:cubicBezTo>
                  <a:cubicBezTo>
                    <a:pt x="8776" y="4048"/>
                    <a:pt x="8563" y="3902"/>
                    <a:pt x="8381" y="3308"/>
                  </a:cubicBezTo>
                  <a:cubicBezTo>
                    <a:pt x="8242" y="2849"/>
                    <a:pt x="7688" y="1104"/>
                    <a:pt x="7593" y="772"/>
                  </a:cubicBezTo>
                  <a:cubicBezTo>
                    <a:pt x="7494" y="439"/>
                    <a:pt x="7194" y="12"/>
                    <a:pt x="6897" y="0"/>
                  </a:cubicBezTo>
                  <a:cubicBezTo>
                    <a:pt x="6893" y="0"/>
                    <a:pt x="6889" y="0"/>
                    <a:pt x="68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1015502" y="2886403"/>
              <a:ext cx="553236" cy="1002122"/>
            </a:xfrm>
            <a:custGeom>
              <a:avLst/>
              <a:gdLst/>
              <a:ahLst/>
              <a:cxnLst/>
              <a:rect l="l" t="t" r="r" b="b"/>
              <a:pathLst>
                <a:path w="8769" h="15884" extrusionOk="0">
                  <a:moveTo>
                    <a:pt x="1887" y="0"/>
                  </a:moveTo>
                  <a:cubicBezTo>
                    <a:pt x="1882" y="0"/>
                    <a:pt x="1877" y="0"/>
                    <a:pt x="1872" y="0"/>
                  </a:cubicBezTo>
                  <a:cubicBezTo>
                    <a:pt x="1512" y="8"/>
                    <a:pt x="1274" y="444"/>
                    <a:pt x="1179" y="776"/>
                  </a:cubicBezTo>
                  <a:cubicBezTo>
                    <a:pt x="1088" y="1108"/>
                    <a:pt x="527" y="2849"/>
                    <a:pt x="388" y="3308"/>
                  </a:cubicBezTo>
                  <a:cubicBezTo>
                    <a:pt x="210" y="3906"/>
                    <a:pt x="0" y="4052"/>
                    <a:pt x="206" y="4571"/>
                  </a:cubicBezTo>
                  <a:cubicBezTo>
                    <a:pt x="329" y="4883"/>
                    <a:pt x="883" y="6058"/>
                    <a:pt x="1259" y="6668"/>
                  </a:cubicBezTo>
                  <a:cubicBezTo>
                    <a:pt x="1187" y="6735"/>
                    <a:pt x="1108" y="6794"/>
                    <a:pt x="1021" y="6842"/>
                  </a:cubicBezTo>
                  <a:cubicBezTo>
                    <a:pt x="1417" y="7396"/>
                    <a:pt x="2414" y="8444"/>
                    <a:pt x="2442" y="8967"/>
                  </a:cubicBezTo>
                  <a:cubicBezTo>
                    <a:pt x="2446" y="9014"/>
                    <a:pt x="2446" y="9062"/>
                    <a:pt x="2442" y="9109"/>
                  </a:cubicBezTo>
                  <a:lnTo>
                    <a:pt x="2240" y="11238"/>
                  </a:lnTo>
                  <a:lnTo>
                    <a:pt x="2022" y="13462"/>
                  </a:lnTo>
                  <a:cubicBezTo>
                    <a:pt x="2184" y="13525"/>
                    <a:pt x="2355" y="13576"/>
                    <a:pt x="2525" y="13616"/>
                  </a:cubicBezTo>
                  <a:cubicBezTo>
                    <a:pt x="2426" y="14285"/>
                    <a:pt x="2339" y="15060"/>
                    <a:pt x="2268" y="15883"/>
                  </a:cubicBezTo>
                  <a:lnTo>
                    <a:pt x="4341" y="15883"/>
                  </a:lnTo>
                  <a:cubicBezTo>
                    <a:pt x="4420" y="15139"/>
                    <a:pt x="4483" y="14486"/>
                    <a:pt x="4483" y="14486"/>
                  </a:cubicBezTo>
                  <a:cubicBezTo>
                    <a:pt x="4483" y="14486"/>
                    <a:pt x="4539" y="15143"/>
                    <a:pt x="4642" y="15883"/>
                  </a:cubicBezTo>
                  <a:lnTo>
                    <a:pt x="6711" y="15883"/>
                  </a:lnTo>
                  <a:cubicBezTo>
                    <a:pt x="6604" y="15159"/>
                    <a:pt x="6482" y="14379"/>
                    <a:pt x="6343" y="13695"/>
                  </a:cubicBezTo>
                  <a:cubicBezTo>
                    <a:pt x="6707" y="13640"/>
                    <a:pt x="6929" y="13592"/>
                    <a:pt x="6929" y="13592"/>
                  </a:cubicBezTo>
                  <a:lnTo>
                    <a:pt x="6549" y="11273"/>
                  </a:lnTo>
                  <a:lnTo>
                    <a:pt x="6185" y="9054"/>
                  </a:lnTo>
                  <a:cubicBezTo>
                    <a:pt x="6189" y="8943"/>
                    <a:pt x="6205" y="8836"/>
                    <a:pt x="6236" y="8729"/>
                  </a:cubicBezTo>
                  <a:cubicBezTo>
                    <a:pt x="6430" y="8167"/>
                    <a:pt x="7261" y="7309"/>
                    <a:pt x="7601" y="6830"/>
                  </a:cubicBezTo>
                  <a:lnTo>
                    <a:pt x="7459" y="6739"/>
                  </a:lnTo>
                  <a:cubicBezTo>
                    <a:pt x="7839" y="6149"/>
                    <a:pt x="8432" y="4899"/>
                    <a:pt x="8559" y="4571"/>
                  </a:cubicBezTo>
                  <a:cubicBezTo>
                    <a:pt x="8769" y="4052"/>
                    <a:pt x="8555" y="3910"/>
                    <a:pt x="8373" y="3308"/>
                  </a:cubicBezTo>
                  <a:cubicBezTo>
                    <a:pt x="8234" y="2849"/>
                    <a:pt x="7681" y="1104"/>
                    <a:pt x="7586" y="776"/>
                  </a:cubicBezTo>
                  <a:cubicBezTo>
                    <a:pt x="7491" y="447"/>
                    <a:pt x="7186" y="12"/>
                    <a:pt x="6893" y="0"/>
                  </a:cubicBezTo>
                  <a:cubicBezTo>
                    <a:pt x="6890" y="0"/>
                    <a:pt x="6886" y="0"/>
                    <a:pt x="6883" y="0"/>
                  </a:cubicBezTo>
                  <a:cubicBezTo>
                    <a:pt x="6527" y="0"/>
                    <a:pt x="6408" y="410"/>
                    <a:pt x="6165" y="649"/>
                  </a:cubicBezTo>
                  <a:cubicBezTo>
                    <a:pt x="5821" y="990"/>
                    <a:pt x="6161" y="1148"/>
                    <a:pt x="6418" y="1338"/>
                  </a:cubicBezTo>
                  <a:cubicBezTo>
                    <a:pt x="6527" y="1416"/>
                    <a:pt x="6627" y="1433"/>
                    <a:pt x="6713" y="1433"/>
                  </a:cubicBezTo>
                  <a:cubicBezTo>
                    <a:pt x="6776" y="1433"/>
                    <a:pt x="6831" y="1424"/>
                    <a:pt x="6877" y="1424"/>
                  </a:cubicBezTo>
                  <a:cubicBezTo>
                    <a:pt x="6918" y="1424"/>
                    <a:pt x="6952" y="1431"/>
                    <a:pt x="6976" y="1456"/>
                  </a:cubicBezTo>
                  <a:cubicBezTo>
                    <a:pt x="7071" y="1547"/>
                    <a:pt x="7047" y="1718"/>
                    <a:pt x="7123" y="2426"/>
                  </a:cubicBezTo>
                  <a:cubicBezTo>
                    <a:pt x="7194" y="3130"/>
                    <a:pt x="7546" y="4072"/>
                    <a:pt x="7546" y="4072"/>
                  </a:cubicBezTo>
                  <a:cubicBezTo>
                    <a:pt x="7546" y="4072"/>
                    <a:pt x="6976" y="4923"/>
                    <a:pt x="6656" y="5342"/>
                  </a:cubicBezTo>
                  <a:cubicBezTo>
                    <a:pt x="6569" y="5453"/>
                    <a:pt x="6490" y="5564"/>
                    <a:pt x="6418" y="5682"/>
                  </a:cubicBezTo>
                  <a:cubicBezTo>
                    <a:pt x="6355" y="5603"/>
                    <a:pt x="6296" y="5528"/>
                    <a:pt x="6244" y="5457"/>
                  </a:cubicBezTo>
                  <a:cubicBezTo>
                    <a:pt x="6019" y="5663"/>
                    <a:pt x="5955" y="5896"/>
                    <a:pt x="5583" y="6157"/>
                  </a:cubicBezTo>
                  <a:cubicBezTo>
                    <a:pt x="5437" y="6165"/>
                    <a:pt x="5295" y="6189"/>
                    <a:pt x="5156" y="6228"/>
                  </a:cubicBezTo>
                  <a:lnTo>
                    <a:pt x="4938" y="6248"/>
                  </a:lnTo>
                  <a:cubicBezTo>
                    <a:pt x="4934" y="6118"/>
                    <a:pt x="4931" y="5995"/>
                    <a:pt x="4927" y="5900"/>
                  </a:cubicBezTo>
                  <a:cubicBezTo>
                    <a:pt x="5124" y="5762"/>
                    <a:pt x="5275" y="5564"/>
                    <a:pt x="5362" y="5338"/>
                  </a:cubicBezTo>
                  <a:cubicBezTo>
                    <a:pt x="5560" y="5338"/>
                    <a:pt x="5730" y="5251"/>
                    <a:pt x="5785" y="5065"/>
                  </a:cubicBezTo>
                  <a:cubicBezTo>
                    <a:pt x="5819" y="5073"/>
                    <a:pt x="5851" y="5076"/>
                    <a:pt x="5882" y="5076"/>
                  </a:cubicBezTo>
                  <a:cubicBezTo>
                    <a:pt x="6166" y="5076"/>
                    <a:pt x="6335" y="4783"/>
                    <a:pt x="6193" y="4515"/>
                  </a:cubicBezTo>
                  <a:cubicBezTo>
                    <a:pt x="6296" y="4476"/>
                    <a:pt x="6430" y="4452"/>
                    <a:pt x="6462" y="4321"/>
                  </a:cubicBezTo>
                  <a:cubicBezTo>
                    <a:pt x="6521" y="4115"/>
                    <a:pt x="6355" y="4040"/>
                    <a:pt x="6264" y="3993"/>
                  </a:cubicBezTo>
                  <a:cubicBezTo>
                    <a:pt x="6478" y="3807"/>
                    <a:pt x="6422" y="3506"/>
                    <a:pt x="6185" y="3383"/>
                  </a:cubicBezTo>
                  <a:cubicBezTo>
                    <a:pt x="6421" y="3155"/>
                    <a:pt x="6245" y="2772"/>
                    <a:pt x="5938" y="2772"/>
                  </a:cubicBezTo>
                  <a:cubicBezTo>
                    <a:pt x="5915" y="2772"/>
                    <a:pt x="5892" y="2774"/>
                    <a:pt x="5868" y="2778"/>
                  </a:cubicBezTo>
                  <a:cubicBezTo>
                    <a:pt x="5877" y="2523"/>
                    <a:pt x="5699" y="2350"/>
                    <a:pt x="5487" y="2350"/>
                  </a:cubicBezTo>
                  <a:cubicBezTo>
                    <a:pt x="5417" y="2350"/>
                    <a:pt x="5343" y="2369"/>
                    <a:pt x="5271" y="2410"/>
                  </a:cubicBezTo>
                  <a:cubicBezTo>
                    <a:pt x="5244" y="2186"/>
                    <a:pt x="5062" y="2064"/>
                    <a:pt x="4880" y="2064"/>
                  </a:cubicBezTo>
                  <a:cubicBezTo>
                    <a:pt x="4736" y="2064"/>
                    <a:pt x="4593" y="2139"/>
                    <a:pt x="4523" y="2299"/>
                  </a:cubicBezTo>
                  <a:cubicBezTo>
                    <a:pt x="4424" y="2158"/>
                    <a:pt x="4286" y="2041"/>
                    <a:pt x="4105" y="2041"/>
                  </a:cubicBezTo>
                  <a:cubicBezTo>
                    <a:pt x="4084" y="2041"/>
                    <a:pt x="4063" y="2043"/>
                    <a:pt x="4040" y="2046"/>
                  </a:cubicBezTo>
                  <a:cubicBezTo>
                    <a:pt x="3882" y="2070"/>
                    <a:pt x="3759" y="2196"/>
                    <a:pt x="3743" y="2355"/>
                  </a:cubicBezTo>
                  <a:cubicBezTo>
                    <a:pt x="3700" y="2338"/>
                    <a:pt x="3655" y="2329"/>
                    <a:pt x="3611" y="2329"/>
                  </a:cubicBezTo>
                  <a:cubicBezTo>
                    <a:pt x="3521" y="2329"/>
                    <a:pt x="3434" y="2364"/>
                    <a:pt x="3368" y="2430"/>
                  </a:cubicBezTo>
                  <a:cubicBezTo>
                    <a:pt x="3197" y="2572"/>
                    <a:pt x="3193" y="2798"/>
                    <a:pt x="3213" y="3008"/>
                  </a:cubicBezTo>
                  <a:cubicBezTo>
                    <a:pt x="3172" y="2988"/>
                    <a:pt x="3129" y="2979"/>
                    <a:pt x="3087" y="2979"/>
                  </a:cubicBezTo>
                  <a:cubicBezTo>
                    <a:pt x="2981" y="2979"/>
                    <a:pt x="2880" y="3036"/>
                    <a:pt x="2829" y="3134"/>
                  </a:cubicBezTo>
                  <a:cubicBezTo>
                    <a:pt x="2703" y="3344"/>
                    <a:pt x="2802" y="3565"/>
                    <a:pt x="2936" y="3744"/>
                  </a:cubicBezTo>
                  <a:cubicBezTo>
                    <a:pt x="2794" y="3755"/>
                    <a:pt x="2604" y="3866"/>
                    <a:pt x="2600" y="4044"/>
                  </a:cubicBezTo>
                  <a:cubicBezTo>
                    <a:pt x="2596" y="4226"/>
                    <a:pt x="2734" y="4309"/>
                    <a:pt x="2885" y="4428"/>
                  </a:cubicBezTo>
                  <a:cubicBezTo>
                    <a:pt x="2841" y="4535"/>
                    <a:pt x="2774" y="4606"/>
                    <a:pt x="2814" y="4737"/>
                  </a:cubicBezTo>
                  <a:cubicBezTo>
                    <a:pt x="2853" y="4871"/>
                    <a:pt x="3027" y="4962"/>
                    <a:pt x="3118" y="4990"/>
                  </a:cubicBezTo>
                  <a:cubicBezTo>
                    <a:pt x="3093" y="5156"/>
                    <a:pt x="3203" y="5246"/>
                    <a:pt x="3329" y="5246"/>
                  </a:cubicBezTo>
                  <a:cubicBezTo>
                    <a:pt x="3405" y="5246"/>
                    <a:pt x="3486" y="5215"/>
                    <a:pt x="3550" y="5148"/>
                  </a:cubicBezTo>
                  <a:cubicBezTo>
                    <a:pt x="3605" y="5394"/>
                    <a:pt x="3732" y="5619"/>
                    <a:pt x="3910" y="5797"/>
                  </a:cubicBezTo>
                  <a:cubicBezTo>
                    <a:pt x="3910" y="5837"/>
                    <a:pt x="3910" y="6086"/>
                    <a:pt x="3902" y="6248"/>
                  </a:cubicBezTo>
                  <a:cubicBezTo>
                    <a:pt x="3874" y="6257"/>
                    <a:pt x="3837" y="6261"/>
                    <a:pt x="3799" y="6261"/>
                  </a:cubicBezTo>
                  <a:cubicBezTo>
                    <a:pt x="3724" y="6261"/>
                    <a:pt x="3649" y="6248"/>
                    <a:pt x="3649" y="6248"/>
                  </a:cubicBezTo>
                  <a:cubicBezTo>
                    <a:pt x="3447" y="6205"/>
                    <a:pt x="3245" y="6181"/>
                    <a:pt x="3039" y="6169"/>
                  </a:cubicBezTo>
                  <a:cubicBezTo>
                    <a:pt x="2663" y="5900"/>
                    <a:pt x="2600" y="5671"/>
                    <a:pt x="2378" y="5473"/>
                  </a:cubicBezTo>
                  <a:cubicBezTo>
                    <a:pt x="2351" y="5512"/>
                    <a:pt x="2319" y="5552"/>
                    <a:pt x="2283" y="5587"/>
                  </a:cubicBezTo>
                  <a:lnTo>
                    <a:pt x="2109" y="5342"/>
                  </a:lnTo>
                  <a:cubicBezTo>
                    <a:pt x="1785" y="4923"/>
                    <a:pt x="1219" y="4072"/>
                    <a:pt x="1219" y="4072"/>
                  </a:cubicBezTo>
                  <a:cubicBezTo>
                    <a:pt x="1219" y="4072"/>
                    <a:pt x="1571" y="3138"/>
                    <a:pt x="1646" y="2422"/>
                  </a:cubicBezTo>
                  <a:cubicBezTo>
                    <a:pt x="1722" y="1710"/>
                    <a:pt x="1690" y="1551"/>
                    <a:pt x="1785" y="1453"/>
                  </a:cubicBezTo>
                  <a:cubicBezTo>
                    <a:pt x="1810" y="1427"/>
                    <a:pt x="1842" y="1419"/>
                    <a:pt x="1882" y="1419"/>
                  </a:cubicBezTo>
                  <a:cubicBezTo>
                    <a:pt x="1931" y="1419"/>
                    <a:pt x="1991" y="1431"/>
                    <a:pt x="2059" y="1431"/>
                  </a:cubicBezTo>
                  <a:cubicBezTo>
                    <a:pt x="2144" y="1431"/>
                    <a:pt x="2241" y="1413"/>
                    <a:pt x="2347" y="1334"/>
                  </a:cubicBezTo>
                  <a:cubicBezTo>
                    <a:pt x="2604" y="1144"/>
                    <a:pt x="2948" y="990"/>
                    <a:pt x="2600" y="649"/>
                  </a:cubicBezTo>
                  <a:cubicBezTo>
                    <a:pt x="2358" y="411"/>
                    <a:pt x="2239" y="0"/>
                    <a:pt x="18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1704764" y="2568554"/>
              <a:ext cx="841810" cy="1204136"/>
            </a:xfrm>
            <a:custGeom>
              <a:avLst/>
              <a:gdLst/>
              <a:ahLst/>
              <a:cxnLst/>
              <a:rect l="l" t="t" r="r" b="b"/>
              <a:pathLst>
                <a:path w="13343" h="19086" extrusionOk="0">
                  <a:moveTo>
                    <a:pt x="838" y="0"/>
                  </a:moveTo>
                  <a:cubicBezTo>
                    <a:pt x="663" y="0"/>
                    <a:pt x="468" y="99"/>
                    <a:pt x="249" y="294"/>
                  </a:cubicBezTo>
                  <a:cubicBezTo>
                    <a:pt x="0" y="528"/>
                    <a:pt x="0" y="1299"/>
                    <a:pt x="150" y="1671"/>
                  </a:cubicBezTo>
                  <a:cubicBezTo>
                    <a:pt x="186" y="1754"/>
                    <a:pt x="261" y="1936"/>
                    <a:pt x="348" y="2170"/>
                  </a:cubicBezTo>
                  <a:lnTo>
                    <a:pt x="447" y="2854"/>
                  </a:lnTo>
                  <a:lnTo>
                    <a:pt x="455" y="2854"/>
                  </a:lnTo>
                  <a:cubicBezTo>
                    <a:pt x="471" y="3103"/>
                    <a:pt x="511" y="3353"/>
                    <a:pt x="578" y="3594"/>
                  </a:cubicBezTo>
                  <a:cubicBezTo>
                    <a:pt x="760" y="4251"/>
                    <a:pt x="902" y="4856"/>
                    <a:pt x="1270" y="5612"/>
                  </a:cubicBezTo>
                  <a:cubicBezTo>
                    <a:pt x="1555" y="6198"/>
                    <a:pt x="1614" y="6613"/>
                    <a:pt x="1971" y="7147"/>
                  </a:cubicBezTo>
                  <a:cubicBezTo>
                    <a:pt x="2157" y="7416"/>
                    <a:pt x="2536" y="7919"/>
                    <a:pt x="2869" y="8334"/>
                  </a:cubicBezTo>
                  <a:cubicBezTo>
                    <a:pt x="3312" y="8987"/>
                    <a:pt x="3719" y="10214"/>
                    <a:pt x="3719" y="11286"/>
                  </a:cubicBezTo>
                  <a:cubicBezTo>
                    <a:pt x="3719" y="12271"/>
                    <a:pt x="3502" y="14792"/>
                    <a:pt x="3502" y="14792"/>
                  </a:cubicBezTo>
                  <a:lnTo>
                    <a:pt x="3502" y="15093"/>
                  </a:lnTo>
                  <a:cubicBezTo>
                    <a:pt x="3577" y="15148"/>
                    <a:pt x="3660" y="15196"/>
                    <a:pt x="3743" y="15243"/>
                  </a:cubicBezTo>
                  <a:cubicBezTo>
                    <a:pt x="3644" y="15520"/>
                    <a:pt x="3522" y="15841"/>
                    <a:pt x="3391" y="16181"/>
                  </a:cubicBezTo>
                  <a:lnTo>
                    <a:pt x="3304" y="16410"/>
                  </a:lnTo>
                  <a:cubicBezTo>
                    <a:pt x="3071" y="17024"/>
                    <a:pt x="2817" y="17665"/>
                    <a:pt x="2588" y="18199"/>
                  </a:cubicBezTo>
                  <a:cubicBezTo>
                    <a:pt x="2449" y="18527"/>
                    <a:pt x="2331" y="18812"/>
                    <a:pt x="2236" y="19085"/>
                  </a:cubicBezTo>
                  <a:lnTo>
                    <a:pt x="5227" y="19085"/>
                  </a:lnTo>
                  <a:lnTo>
                    <a:pt x="5358" y="18911"/>
                  </a:lnTo>
                  <a:cubicBezTo>
                    <a:pt x="5971" y="18100"/>
                    <a:pt x="6588" y="17316"/>
                    <a:pt x="6750" y="17170"/>
                  </a:cubicBezTo>
                  <a:cubicBezTo>
                    <a:pt x="6909" y="17316"/>
                    <a:pt x="7534" y="18100"/>
                    <a:pt x="8139" y="18911"/>
                  </a:cubicBezTo>
                  <a:lnTo>
                    <a:pt x="8274" y="19085"/>
                  </a:lnTo>
                  <a:lnTo>
                    <a:pt x="11265" y="19085"/>
                  </a:lnTo>
                  <a:cubicBezTo>
                    <a:pt x="11166" y="18812"/>
                    <a:pt x="11055" y="18527"/>
                    <a:pt x="10909" y="18199"/>
                  </a:cubicBezTo>
                  <a:cubicBezTo>
                    <a:pt x="10683" y="17665"/>
                    <a:pt x="10426" y="17024"/>
                    <a:pt x="10193" y="16414"/>
                  </a:cubicBezTo>
                  <a:lnTo>
                    <a:pt x="10106" y="16181"/>
                  </a:lnTo>
                  <a:cubicBezTo>
                    <a:pt x="9987" y="15872"/>
                    <a:pt x="9876" y="15575"/>
                    <a:pt x="9781" y="15318"/>
                  </a:cubicBezTo>
                  <a:lnTo>
                    <a:pt x="9951" y="15231"/>
                  </a:lnTo>
                  <a:lnTo>
                    <a:pt x="9951" y="14982"/>
                  </a:lnTo>
                  <a:cubicBezTo>
                    <a:pt x="9951" y="14982"/>
                    <a:pt x="9888" y="11987"/>
                    <a:pt x="9951" y="10989"/>
                  </a:cubicBezTo>
                  <a:cubicBezTo>
                    <a:pt x="9987" y="10451"/>
                    <a:pt x="10054" y="9474"/>
                    <a:pt x="10308" y="8849"/>
                  </a:cubicBezTo>
                  <a:cubicBezTo>
                    <a:pt x="10308" y="8841"/>
                    <a:pt x="11016" y="7682"/>
                    <a:pt x="11372" y="7151"/>
                  </a:cubicBezTo>
                  <a:cubicBezTo>
                    <a:pt x="11728" y="6621"/>
                    <a:pt x="11787" y="6202"/>
                    <a:pt x="12068" y="5616"/>
                  </a:cubicBezTo>
                  <a:cubicBezTo>
                    <a:pt x="12432" y="4860"/>
                    <a:pt x="12579" y="4259"/>
                    <a:pt x="12761" y="3598"/>
                  </a:cubicBezTo>
                  <a:cubicBezTo>
                    <a:pt x="12828" y="3357"/>
                    <a:pt x="12872" y="3107"/>
                    <a:pt x="12887" y="2858"/>
                  </a:cubicBezTo>
                  <a:lnTo>
                    <a:pt x="12994" y="2174"/>
                  </a:lnTo>
                  <a:cubicBezTo>
                    <a:pt x="13081" y="1940"/>
                    <a:pt x="13153" y="1758"/>
                    <a:pt x="13192" y="1675"/>
                  </a:cubicBezTo>
                  <a:cubicBezTo>
                    <a:pt x="13339" y="1303"/>
                    <a:pt x="13342" y="532"/>
                    <a:pt x="13085" y="298"/>
                  </a:cubicBezTo>
                  <a:cubicBezTo>
                    <a:pt x="12873" y="103"/>
                    <a:pt x="12682" y="4"/>
                    <a:pt x="12507" y="4"/>
                  </a:cubicBezTo>
                  <a:cubicBezTo>
                    <a:pt x="12264" y="4"/>
                    <a:pt x="12053" y="195"/>
                    <a:pt x="11867" y="579"/>
                  </a:cubicBezTo>
                  <a:cubicBezTo>
                    <a:pt x="11740" y="836"/>
                    <a:pt x="11918" y="1204"/>
                    <a:pt x="11934" y="1252"/>
                  </a:cubicBezTo>
                  <a:cubicBezTo>
                    <a:pt x="12029" y="1608"/>
                    <a:pt x="12132" y="1699"/>
                    <a:pt x="12148" y="1857"/>
                  </a:cubicBezTo>
                  <a:lnTo>
                    <a:pt x="11696" y="2308"/>
                  </a:lnTo>
                  <a:lnTo>
                    <a:pt x="11716" y="2332"/>
                  </a:lnTo>
                  <a:cubicBezTo>
                    <a:pt x="11487" y="2470"/>
                    <a:pt x="11281" y="2652"/>
                    <a:pt x="11119" y="2866"/>
                  </a:cubicBezTo>
                  <a:cubicBezTo>
                    <a:pt x="10727" y="3361"/>
                    <a:pt x="10850" y="3531"/>
                    <a:pt x="10256" y="4223"/>
                  </a:cubicBezTo>
                  <a:cubicBezTo>
                    <a:pt x="9924" y="4603"/>
                    <a:pt x="9924" y="5023"/>
                    <a:pt x="9504" y="5545"/>
                  </a:cubicBezTo>
                  <a:cubicBezTo>
                    <a:pt x="9184" y="5933"/>
                    <a:pt x="8871" y="6562"/>
                    <a:pt x="8733" y="6859"/>
                  </a:cubicBezTo>
                  <a:cubicBezTo>
                    <a:pt x="8543" y="7052"/>
                    <a:pt x="8337" y="7234"/>
                    <a:pt x="8116" y="7393"/>
                  </a:cubicBezTo>
                  <a:lnTo>
                    <a:pt x="8092" y="7369"/>
                  </a:lnTo>
                  <a:cubicBezTo>
                    <a:pt x="7898" y="7202"/>
                    <a:pt x="7706" y="7165"/>
                    <a:pt x="7576" y="7165"/>
                  </a:cubicBezTo>
                  <a:cubicBezTo>
                    <a:pt x="7475" y="7165"/>
                    <a:pt x="7411" y="7187"/>
                    <a:pt x="7411" y="7187"/>
                  </a:cubicBezTo>
                  <a:cubicBezTo>
                    <a:pt x="7684" y="6993"/>
                    <a:pt x="7894" y="6657"/>
                    <a:pt x="7977" y="6257"/>
                  </a:cubicBezTo>
                  <a:cubicBezTo>
                    <a:pt x="8139" y="6241"/>
                    <a:pt x="8333" y="5984"/>
                    <a:pt x="8270" y="5786"/>
                  </a:cubicBezTo>
                  <a:cubicBezTo>
                    <a:pt x="8223" y="5649"/>
                    <a:pt x="8175" y="5626"/>
                    <a:pt x="8132" y="5626"/>
                  </a:cubicBezTo>
                  <a:cubicBezTo>
                    <a:pt x="8113" y="5626"/>
                    <a:pt x="8096" y="5631"/>
                    <a:pt x="8080" y="5632"/>
                  </a:cubicBezTo>
                  <a:lnTo>
                    <a:pt x="8080" y="5624"/>
                  </a:lnTo>
                  <a:cubicBezTo>
                    <a:pt x="8080" y="5624"/>
                    <a:pt x="8096" y="4607"/>
                    <a:pt x="7961" y="4389"/>
                  </a:cubicBezTo>
                  <a:cubicBezTo>
                    <a:pt x="7763" y="4062"/>
                    <a:pt x="7308" y="3894"/>
                    <a:pt x="6861" y="3894"/>
                  </a:cubicBezTo>
                  <a:cubicBezTo>
                    <a:pt x="6442" y="3894"/>
                    <a:pt x="6030" y="4042"/>
                    <a:pt x="5840" y="4346"/>
                  </a:cubicBezTo>
                  <a:cubicBezTo>
                    <a:pt x="5639" y="4666"/>
                    <a:pt x="5662" y="5624"/>
                    <a:pt x="5662" y="5624"/>
                  </a:cubicBezTo>
                  <a:lnTo>
                    <a:pt x="5666" y="5624"/>
                  </a:lnTo>
                  <a:cubicBezTo>
                    <a:pt x="5619" y="5628"/>
                    <a:pt x="5563" y="5656"/>
                    <a:pt x="5512" y="5747"/>
                  </a:cubicBezTo>
                  <a:cubicBezTo>
                    <a:pt x="5421" y="5941"/>
                    <a:pt x="5587" y="6237"/>
                    <a:pt x="5749" y="6257"/>
                  </a:cubicBezTo>
                  <a:cubicBezTo>
                    <a:pt x="5813" y="6562"/>
                    <a:pt x="5963" y="6843"/>
                    <a:pt x="6181" y="7068"/>
                  </a:cubicBezTo>
                  <a:cubicBezTo>
                    <a:pt x="5923" y="7084"/>
                    <a:pt x="5678" y="7187"/>
                    <a:pt x="5488" y="7365"/>
                  </a:cubicBezTo>
                  <a:lnTo>
                    <a:pt x="5369" y="7464"/>
                  </a:lnTo>
                  <a:cubicBezTo>
                    <a:pt x="5275" y="7444"/>
                    <a:pt x="5172" y="7432"/>
                    <a:pt x="5073" y="7428"/>
                  </a:cubicBezTo>
                  <a:cubicBezTo>
                    <a:pt x="4641" y="7120"/>
                    <a:pt x="4637" y="6811"/>
                    <a:pt x="4455" y="6538"/>
                  </a:cubicBezTo>
                  <a:cubicBezTo>
                    <a:pt x="4297" y="6221"/>
                    <a:pt x="4068" y="5822"/>
                    <a:pt x="3842" y="5537"/>
                  </a:cubicBezTo>
                  <a:cubicBezTo>
                    <a:pt x="3415" y="5019"/>
                    <a:pt x="3415" y="4599"/>
                    <a:pt x="3086" y="4219"/>
                  </a:cubicBezTo>
                  <a:cubicBezTo>
                    <a:pt x="2493" y="3527"/>
                    <a:pt x="2616" y="3357"/>
                    <a:pt x="2232" y="2862"/>
                  </a:cubicBezTo>
                  <a:cubicBezTo>
                    <a:pt x="2062" y="2648"/>
                    <a:pt x="1860" y="2466"/>
                    <a:pt x="1626" y="2328"/>
                  </a:cubicBezTo>
                  <a:lnTo>
                    <a:pt x="1646" y="2304"/>
                  </a:lnTo>
                  <a:lnTo>
                    <a:pt x="1195" y="1853"/>
                  </a:lnTo>
                  <a:cubicBezTo>
                    <a:pt x="1211" y="1695"/>
                    <a:pt x="1314" y="1600"/>
                    <a:pt x="1413" y="1244"/>
                  </a:cubicBezTo>
                  <a:cubicBezTo>
                    <a:pt x="1425" y="1200"/>
                    <a:pt x="1607" y="828"/>
                    <a:pt x="1476" y="571"/>
                  </a:cubicBezTo>
                  <a:cubicBezTo>
                    <a:pt x="1290" y="189"/>
                    <a:pt x="1082" y="0"/>
                    <a:pt x="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4144216" y="2584011"/>
              <a:ext cx="804334" cy="1150194"/>
            </a:xfrm>
            <a:custGeom>
              <a:avLst/>
              <a:gdLst/>
              <a:ahLst/>
              <a:cxnLst/>
              <a:rect l="l" t="t" r="r" b="b"/>
              <a:pathLst>
                <a:path w="12749" h="18231" extrusionOk="0">
                  <a:moveTo>
                    <a:pt x="803" y="0"/>
                  </a:moveTo>
                  <a:cubicBezTo>
                    <a:pt x="636" y="0"/>
                    <a:pt x="452" y="94"/>
                    <a:pt x="245" y="283"/>
                  </a:cubicBezTo>
                  <a:cubicBezTo>
                    <a:pt x="0" y="504"/>
                    <a:pt x="0" y="1240"/>
                    <a:pt x="150" y="1592"/>
                  </a:cubicBezTo>
                  <a:lnTo>
                    <a:pt x="336" y="2071"/>
                  </a:lnTo>
                  <a:lnTo>
                    <a:pt x="435" y="2724"/>
                  </a:lnTo>
                  <a:cubicBezTo>
                    <a:pt x="451" y="2965"/>
                    <a:pt x="491" y="3203"/>
                    <a:pt x="554" y="3432"/>
                  </a:cubicBezTo>
                  <a:cubicBezTo>
                    <a:pt x="732" y="4061"/>
                    <a:pt x="867" y="4635"/>
                    <a:pt x="1219" y="5363"/>
                  </a:cubicBezTo>
                  <a:cubicBezTo>
                    <a:pt x="1492" y="5921"/>
                    <a:pt x="1551" y="6317"/>
                    <a:pt x="1887" y="6827"/>
                  </a:cubicBezTo>
                  <a:cubicBezTo>
                    <a:pt x="2058" y="7088"/>
                    <a:pt x="2430" y="7563"/>
                    <a:pt x="2742" y="7963"/>
                  </a:cubicBezTo>
                  <a:cubicBezTo>
                    <a:pt x="3173" y="8588"/>
                    <a:pt x="3557" y="9755"/>
                    <a:pt x="3557" y="10784"/>
                  </a:cubicBezTo>
                  <a:cubicBezTo>
                    <a:pt x="3557" y="11722"/>
                    <a:pt x="3352" y="14131"/>
                    <a:pt x="3352" y="14131"/>
                  </a:cubicBezTo>
                  <a:lnTo>
                    <a:pt x="3352" y="14424"/>
                  </a:lnTo>
                  <a:lnTo>
                    <a:pt x="3581" y="14563"/>
                  </a:lnTo>
                  <a:lnTo>
                    <a:pt x="3245" y="15457"/>
                  </a:lnTo>
                  <a:lnTo>
                    <a:pt x="3162" y="15675"/>
                  </a:lnTo>
                  <a:cubicBezTo>
                    <a:pt x="2940" y="16256"/>
                    <a:pt x="2691" y="16878"/>
                    <a:pt x="2473" y="17384"/>
                  </a:cubicBezTo>
                  <a:cubicBezTo>
                    <a:pt x="2343" y="17697"/>
                    <a:pt x="2232" y="17974"/>
                    <a:pt x="2137" y="18231"/>
                  </a:cubicBezTo>
                  <a:lnTo>
                    <a:pt x="4998" y="18231"/>
                  </a:lnTo>
                  <a:lnTo>
                    <a:pt x="5120" y="18069"/>
                  </a:lnTo>
                  <a:cubicBezTo>
                    <a:pt x="5706" y="17293"/>
                    <a:pt x="6299" y="16541"/>
                    <a:pt x="6450" y="16403"/>
                  </a:cubicBezTo>
                  <a:cubicBezTo>
                    <a:pt x="6604" y="16541"/>
                    <a:pt x="7198" y="17293"/>
                    <a:pt x="7783" y="18069"/>
                  </a:cubicBezTo>
                  <a:lnTo>
                    <a:pt x="7906" y="18231"/>
                  </a:lnTo>
                  <a:lnTo>
                    <a:pt x="10763" y="18231"/>
                  </a:lnTo>
                  <a:cubicBezTo>
                    <a:pt x="10672" y="17974"/>
                    <a:pt x="10561" y="17697"/>
                    <a:pt x="10426" y="17384"/>
                  </a:cubicBezTo>
                  <a:cubicBezTo>
                    <a:pt x="10205" y="16878"/>
                    <a:pt x="9963" y="16256"/>
                    <a:pt x="9742" y="15679"/>
                  </a:cubicBezTo>
                  <a:lnTo>
                    <a:pt x="9655" y="15457"/>
                  </a:lnTo>
                  <a:lnTo>
                    <a:pt x="9346" y="14630"/>
                  </a:lnTo>
                  <a:lnTo>
                    <a:pt x="9508" y="14551"/>
                  </a:lnTo>
                  <a:lnTo>
                    <a:pt x="9508" y="14310"/>
                  </a:lnTo>
                  <a:cubicBezTo>
                    <a:pt x="9508" y="14310"/>
                    <a:pt x="9449" y="11445"/>
                    <a:pt x="9508" y="10491"/>
                  </a:cubicBezTo>
                  <a:cubicBezTo>
                    <a:pt x="9544" y="9977"/>
                    <a:pt x="9607" y="9047"/>
                    <a:pt x="9849" y="8442"/>
                  </a:cubicBezTo>
                  <a:cubicBezTo>
                    <a:pt x="9849" y="8442"/>
                    <a:pt x="10525" y="7330"/>
                    <a:pt x="10862" y="6827"/>
                  </a:cubicBezTo>
                  <a:cubicBezTo>
                    <a:pt x="11198" y="6321"/>
                    <a:pt x="11257" y="5921"/>
                    <a:pt x="11530" y="5363"/>
                  </a:cubicBezTo>
                  <a:cubicBezTo>
                    <a:pt x="11882" y="4635"/>
                    <a:pt x="12017" y="4061"/>
                    <a:pt x="12195" y="3432"/>
                  </a:cubicBezTo>
                  <a:cubicBezTo>
                    <a:pt x="12258" y="3203"/>
                    <a:pt x="12298" y="2965"/>
                    <a:pt x="12314" y="2724"/>
                  </a:cubicBezTo>
                  <a:lnTo>
                    <a:pt x="12318" y="2724"/>
                  </a:lnTo>
                  <a:lnTo>
                    <a:pt x="12413" y="2071"/>
                  </a:lnTo>
                  <a:lnTo>
                    <a:pt x="12599" y="1592"/>
                  </a:lnTo>
                  <a:cubicBezTo>
                    <a:pt x="12749" y="1240"/>
                    <a:pt x="12749" y="504"/>
                    <a:pt x="12504" y="283"/>
                  </a:cubicBezTo>
                  <a:cubicBezTo>
                    <a:pt x="12301" y="98"/>
                    <a:pt x="12119" y="6"/>
                    <a:pt x="11952" y="6"/>
                  </a:cubicBezTo>
                  <a:cubicBezTo>
                    <a:pt x="11718" y="6"/>
                    <a:pt x="11517" y="188"/>
                    <a:pt x="11336" y="556"/>
                  </a:cubicBezTo>
                  <a:cubicBezTo>
                    <a:pt x="11218" y="797"/>
                    <a:pt x="11392" y="1153"/>
                    <a:pt x="11404" y="1193"/>
                  </a:cubicBezTo>
                  <a:cubicBezTo>
                    <a:pt x="11495" y="1533"/>
                    <a:pt x="11590" y="1628"/>
                    <a:pt x="11609" y="1778"/>
                  </a:cubicBezTo>
                  <a:lnTo>
                    <a:pt x="11178" y="2206"/>
                  </a:lnTo>
                  <a:lnTo>
                    <a:pt x="11198" y="2233"/>
                  </a:lnTo>
                  <a:cubicBezTo>
                    <a:pt x="10976" y="2364"/>
                    <a:pt x="10782" y="2534"/>
                    <a:pt x="10620" y="2736"/>
                  </a:cubicBezTo>
                  <a:cubicBezTo>
                    <a:pt x="10248" y="3211"/>
                    <a:pt x="10367" y="3369"/>
                    <a:pt x="9801" y="4034"/>
                  </a:cubicBezTo>
                  <a:cubicBezTo>
                    <a:pt x="9489" y="4398"/>
                    <a:pt x="9489" y="4805"/>
                    <a:pt x="9081" y="5300"/>
                  </a:cubicBezTo>
                  <a:cubicBezTo>
                    <a:pt x="8780" y="5668"/>
                    <a:pt x="8480" y="6273"/>
                    <a:pt x="8345" y="6550"/>
                  </a:cubicBezTo>
                  <a:cubicBezTo>
                    <a:pt x="8163" y="6736"/>
                    <a:pt x="7965" y="6910"/>
                    <a:pt x="7755" y="7065"/>
                  </a:cubicBezTo>
                  <a:cubicBezTo>
                    <a:pt x="7748" y="7053"/>
                    <a:pt x="7736" y="7049"/>
                    <a:pt x="7732" y="7041"/>
                  </a:cubicBezTo>
                  <a:cubicBezTo>
                    <a:pt x="7549" y="6881"/>
                    <a:pt x="7367" y="6846"/>
                    <a:pt x="7242" y="6846"/>
                  </a:cubicBezTo>
                  <a:cubicBezTo>
                    <a:pt x="7145" y="6846"/>
                    <a:pt x="7083" y="6867"/>
                    <a:pt x="7083" y="6867"/>
                  </a:cubicBezTo>
                  <a:cubicBezTo>
                    <a:pt x="7348" y="6685"/>
                    <a:pt x="7546" y="6360"/>
                    <a:pt x="7625" y="5976"/>
                  </a:cubicBezTo>
                  <a:cubicBezTo>
                    <a:pt x="7775" y="5961"/>
                    <a:pt x="7965" y="5715"/>
                    <a:pt x="7906" y="5529"/>
                  </a:cubicBezTo>
                  <a:cubicBezTo>
                    <a:pt x="7864" y="5400"/>
                    <a:pt x="7814" y="5377"/>
                    <a:pt x="7771" y="5377"/>
                  </a:cubicBezTo>
                  <a:cubicBezTo>
                    <a:pt x="7754" y="5377"/>
                    <a:pt x="7738" y="5381"/>
                    <a:pt x="7724" y="5383"/>
                  </a:cubicBezTo>
                  <a:lnTo>
                    <a:pt x="7724" y="5371"/>
                  </a:lnTo>
                  <a:cubicBezTo>
                    <a:pt x="7724" y="5371"/>
                    <a:pt x="7736" y="4402"/>
                    <a:pt x="7609" y="4196"/>
                  </a:cubicBezTo>
                  <a:cubicBezTo>
                    <a:pt x="7419" y="3881"/>
                    <a:pt x="6984" y="3720"/>
                    <a:pt x="6556" y="3720"/>
                  </a:cubicBezTo>
                  <a:cubicBezTo>
                    <a:pt x="6156" y="3720"/>
                    <a:pt x="5761" y="3861"/>
                    <a:pt x="5579" y="4152"/>
                  </a:cubicBezTo>
                  <a:cubicBezTo>
                    <a:pt x="5389" y="4461"/>
                    <a:pt x="5413" y="5371"/>
                    <a:pt x="5413" y="5371"/>
                  </a:cubicBezTo>
                  <a:lnTo>
                    <a:pt x="5417" y="5371"/>
                  </a:lnTo>
                  <a:cubicBezTo>
                    <a:pt x="5369" y="5379"/>
                    <a:pt x="5314" y="5403"/>
                    <a:pt x="5271" y="5490"/>
                  </a:cubicBezTo>
                  <a:cubicBezTo>
                    <a:pt x="5180" y="5672"/>
                    <a:pt x="5342" y="5957"/>
                    <a:pt x="5500" y="5980"/>
                  </a:cubicBezTo>
                  <a:cubicBezTo>
                    <a:pt x="5555" y="6273"/>
                    <a:pt x="5698" y="6542"/>
                    <a:pt x="5908" y="6752"/>
                  </a:cubicBezTo>
                  <a:cubicBezTo>
                    <a:pt x="5658" y="6768"/>
                    <a:pt x="5425" y="6867"/>
                    <a:pt x="5243" y="7033"/>
                  </a:cubicBezTo>
                  <a:cubicBezTo>
                    <a:pt x="5207" y="7069"/>
                    <a:pt x="5172" y="7100"/>
                    <a:pt x="5132" y="7128"/>
                  </a:cubicBezTo>
                  <a:cubicBezTo>
                    <a:pt x="5037" y="7112"/>
                    <a:pt x="4946" y="7100"/>
                    <a:pt x="4855" y="7096"/>
                  </a:cubicBezTo>
                  <a:cubicBezTo>
                    <a:pt x="4440" y="6799"/>
                    <a:pt x="4432" y="6503"/>
                    <a:pt x="4262" y="6246"/>
                  </a:cubicBezTo>
                  <a:cubicBezTo>
                    <a:pt x="4107" y="5945"/>
                    <a:pt x="3890" y="5561"/>
                    <a:pt x="3672" y="5292"/>
                  </a:cubicBezTo>
                  <a:cubicBezTo>
                    <a:pt x="3264" y="4797"/>
                    <a:pt x="3264" y="4394"/>
                    <a:pt x="2956" y="4026"/>
                  </a:cubicBezTo>
                  <a:cubicBezTo>
                    <a:pt x="2386" y="3365"/>
                    <a:pt x="2505" y="3207"/>
                    <a:pt x="2133" y="2732"/>
                  </a:cubicBezTo>
                  <a:cubicBezTo>
                    <a:pt x="1971" y="2530"/>
                    <a:pt x="1777" y="2356"/>
                    <a:pt x="1555" y="2225"/>
                  </a:cubicBezTo>
                  <a:lnTo>
                    <a:pt x="1575" y="2202"/>
                  </a:lnTo>
                  <a:lnTo>
                    <a:pt x="1144" y="1770"/>
                  </a:lnTo>
                  <a:cubicBezTo>
                    <a:pt x="1163" y="1624"/>
                    <a:pt x="1258" y="1529"/>
                    <a:pt x="1353" y="1189"/>
                  </a:cubicBezTo>
                  <a:cubicBezTo>
                    <a:pt x="1361" y="1149"/>
                    <a:pt x="1535" y="793"/>
                    <a:pt x="1417" y="548"/>
                  </a:cubicBezTo>
                  <a:cubicBezTo>
                    <a:pt x="1237" y="183"/>
                    <a:pt x="1037" y="0"/>
                    <a:pt x="8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5603054" y="2718015"/>
              <a:ext cx="902376" cy="1289560"/>
            </a:xfrm>
            <a:custGeom>
              <a:avLst/>
              <a:gdLst/>
              <a:ahLst/>
              <a:cxnLst/>
              <a:rect l="l" t="t" r="r" b="b"/>
              <a:pathLst>
                <a:path w="14303" h="20440" extrusionOk="0">
                  <a:moveTo>
                    <a:pt x="1607" y="7038"/>
                  </a:moveTo>
                  <a:cubicBezTo>
                    <a:pt x="1726" y="7164"/>
                    <a:pt x="1837" y="7271"/>
                    <a:pt x="1912" y="7338"/>
                  </a:cubicBezTo>
                  <a:cubicBezTo>
                    <a:pt x="1983" y="7410"/>
                    <a:pt x="1896" y="7588"/>
                    <a:pt x="1872" y="7972"/>
                  </a:cubicBezTo>
                  <a:cubicBezTo>
                    <a:pt x="1583" y="7671"/>
                    <a:pt x="1338" y="7390"/>
                    <a:pt x="1338" y="7390"/>
                  </a:cubicBezTo>
                  <a:lnTo>
                    <a:pt x="1607" y="7038"/>
                  </a:lnTo>
                  <a:close/>
                  <a:moveTo>
                    <a:pt x="7341" y="7437"/>
                  </a:moveTo>
                  <a:cubicBezTo>
                    <a:pt x="7412" y="7497"/>
                    <a:pt x="7475" y="7556"/>
                    <a:pt x="7550" y="7611"/>
                  </a:cubicBezTo>
                  <a:cubicBezTo>
                    <a:pt x="7396" y="8478"/>
                    <a:pt x="7159" y="9333"/>
                    <a:pt x="6988" y="10385"/>
                  </a:cubicBezTo>
                  <a:cubicBezTo>
                    <a:pt x="6941" y="10686"/>
                    <a:pt x="6901" y="10983"/>
                    <a:pt x="6858" y="11275"/>
                  </a:cubicBezTo>
                  <a:cubicBezTo>
                    <a:pt x="6799" y="10441"/>
                    <a:pt x="6684" y="9471"/>
                    <a:pt x="6581" y="8700"/>
                  </a:cubicBezTo>
                  <a:cubicBezTo>
                    <a:pt x="6882" y="8438"/>
                    <a:pt x="7127" y="7964"/>
                    <a:pt x="7341" y="7437"/>
                  </a:cubicBezTo>
                  <a:close/>
                  <a:moveTo>
                    <a:pt x="6692" y="12565"/>
                  </a:moveTo>
                  <a:lnTo>
                    <a:pt x="6692" y="12565"/>
                  </a:lnTo>
                  <a:cubicBezTo>
                    <a:pt x="6688" y="12633"/>
                    <a:pt x="6680" y="12700"/>
                    <a:pt x="6672" y="12763"/>
                  </a:cubicBezTo>
                  <a:cubicBezTo>
                    <a:pt x="6723" y="12799"/>
                    <a:pt x="6775" y="12827"/>
                    <a:pt x="6830" y="12850"/>
                  </a:cubicBezTo>
                  <a:lnTo>
                    <a:pt x="6652" y="13741"/>
                  </a:lnTo>
                  <a:cubicBezTo>
                    <a:pt x="6620" y="13923"/>
                    <a:pt x="6581" y="14207"/>
                    <a:pt x="6545" y="14473"/>
                  </a:cubicBezTo>
                  <a:cubicBezTo>
                    <a:pt x="6529" y="14591"/>
                    <a:pt x="6514" y="14710"/>
                    <a:pt x="6506" y="14809"/>
                  </a:cubicBezTo>
                  <a:cubicBezTo>
                    <a:pt x="6486" y="14987"/>
                    <a:pt x="6470" y="15110"/>
                    <a:pt x="6470" y="15110"/>
                  </a:cubicBezTo>
                  <a:cubicBezTo>
                    <a:pt x="6529" y="15185"/>
                    <a:pt x="6593" y="15256"/>
                    <a:pt x="6668" y="15315"/>
                  </a:cubicBezTo>
                  <a:cubicBezTo>
                    <a:pt x="6632" y="15482"/>
                    <a:pt x="6601" y="15652"/>
                    <a:pt x="6565" y="15822"/>
                  </a:cubicBezTo>
                  <a:cubicBezTo>
                    <a:pt x="6474" y="15339"/>
                    <a:pt x="6411" y="14856"/>
                    <a:pt x="6387" y="14366"/>
                  </a:cubicBezTo>
                  <a:cubicBezTo>
                    <a:pt x="6355" y="13752"/>
                    <a:pt x="6347" y="13210"/>
                    <a:pt x="6343" y="12751"/>
                  </a:cubicBezTo>
                  <a:cubicBezTo>
                    <a:pt x="6462" y="12696"/>
                    <a:pt x="6581" y="12633"/>
                    <a:pt x="6692" y="12565"/>
                  </a:cubicBezTo>
                  <a:close/>
                  <a:moveTo>
                    <a:pt x="7008" y="17943"/>
                  </a:moveTo>
                  <a:cubicBezTo>
                    <a:pt x="7167" y="18018"/>
                    <a:pt x="7333" y="18073"/>
                    <a:pt x="7503" y="18097"/>
                  </a:cubicBezTo>
                  <a:cubicBezTo>
                    <a:pt x="7531" y="18548"/>
                    <a:pt x="7534" y="18987"/>
                    <a:pt x="7491" y="19300"/>
                  </a:cubicBezTo>
                  <a:cubicBezTo>
                    <a:pt x="7475" y="19395"/>
                    <a:pt x="7420" y="19478"/>
                    <a:pt x="7341" y="19537"/>
                  </a:cubicBezTo>
                  <a:lnTo>
                    <a:pt x="7079" y="19664"/>
                  </a:lnTo>
                  <a:cubicBezTo>
                    <a:pt x="7075" y="19664"/>
                    <a:pt x="7068" y="19664"/>
                    <a:pt x="7068" y="19660"/>
                  </a:cubicBezTo>
                  <a:lnTo>
                    <a:pt x="6838" y="19549"/>
                  </a:lnTo>
                  <a:cubicBezTo>
                    <a:pt x="6981" y="19466"/>
                    <a:pt x="7111" y="19355"/>
                    <a:pt x="7218" y="19229"/>
                  </a:cubicBezTo>
                  <a:cubicBezTo>
                    <a:pt x="7174" y="18797"/>
                    <a:pt x="7103" y="18366"/>
                    <a:pt x="7008" y="17943"/>
                  </a:cubicBezTo>
                  <a:close/>
                  <a:moveTo>
                    <a:pt x="4719" y="0"/>
                  </a:moveTo>
                  <a:cubicBezTo>
                    <a:pt x="4584" y="0"/>
                    <a:pt x="4445" y="44"/>
                    <a:pt x="4318" y="153"/>
                  </a:cubicBezTo>
                  <a:cubicBezTo>
                    <a:pt x="4176" y="65"/>
                    <a:pt x="4039" y="27"/>
                    <a:pt x="3913" y="27"/>
                  </a:cubicBezTo>
                  <a:cubicBezTo>
                    <a:pt x="3565" y="27"/>
                    <a:pt x="3296" y="312"/>
                    <a:pt x="3218" y="628"/>
                  </a:cubicBezTo>
                  <a:cubicBezTo>
                    <a:pt x="3198" y="683"/>
                    <a:pt x="3186" y="746"/>
                    <a:pt x="3182" y="806"/>
                  </a:cubicBezTo>
                  <a:lnTo>
                    <a:pt x="3178" y="806"/>
                  </a:lnTo>
                  <a:cubicBezTo>
                    <a:pt x="3158" y="893"/>
                    <a:pt x="3150" y="984"/>
                    <a:pt x="3158" y="1079"/>
                  </a:cubicBezTo>
                  <a:cubicBezTo>
                    <a:pt x="3154" y="1193"/>
                    <a:pt x="3142" y="1312"/>
                    <a:pt x="3127" y="1427"/>
                  </a:cubicBezTo>
                  <a:cubicBezTo>
                    <a:pt x="3051" y="1443"/>
                    <a:pt x="2992" y="1498"/>
                    <a:pt x="2968" y="1573"/>
                  </a:cubicBezTo>
                  <a:cubicBezTo>
                    <a:pt x="2933" y="1672"/>
                    <a:pt x="2972" y="1791"/>
                    <a:pt x="3044" y="1878"/>
                  </a:cubicBezTo>
                  <a:cubicBezTo>
                    <a:pt x="2964" y="2198"/>
                    <a:pt x="2846" y="2503"/>
                    <a:pt x="2691" y="2792"/>
                  </a:cubicBezTo>
                  <a:cubicBezTo>
                    <a:pt x="2573" y="3010"/>
                    <a:pt x="3047" y="2986"/>
                    <a:pt x="2810" y="3322"/>
                  </a:cubicBezTo>
                  <a:cubicBezTo>
                    <a:pt x="2735" y="3437"/>
                    <a:pt x="2715" y="3579"/>
                    <a:pt x="2755" y="3714"/>
                  </a:cubicBezTo>
                  <a:cubicBezTo>
                    <a:pt x="2466" y="3817"/>
                    <a:pt x="2141" y="3967"/>
                    <a:pt x="1920" y="4153"/>
                  </a:cubicBezTo>
                  <a:cubicBezTo>
                    <a:pt x="1880" y="4185"/>
                    <a:pt x="1845" y="4220"/>
                    <a:pt x="1813" y="4256"/>
                  </a:cubicBezTo>
                  <a:cubicBezTo>
                    <a:pt x="1718" y="4367"/>
                    <a:pt x="1599" y="4521"/>
                    <a:pt x="1469" y="4691"/>
                  </a:cubicBezTo>
                  <a:cubicBezTo>
                    <a:pt x="1342" y="4865"/>
                    <a:pt x="1105" y="5202"/>
                    <a:pt x="911" y="5491"/>
                  </a:cubicBezTo>
                  <a:lnTo>
                    <a:pt x="863" y="5562"/>
                  </a:lnTo>
                  <a:cubicBezTo>
                    <a:pt x="847" y="5590"/>
                    <a:pt x="828" y="5613"/>
                    <a:pt x="812" y="5641"/>
                  </a:cubicBezTo>
                  <a:lnTo>
                    <a:pt x="788" y="5673"/>
                  </a:lnTo>
                  <a:lnTo>
                    <a:pt x="610" y="5938"/>
                  </a:lnTo>
                  <a:lnTo>
                    <a:pt x="697" y="6037"/>
                  </a:lnTo>
                  <a:cubicBezTo>
                    <a:pt x="650" y="6108"/>
                    <a:pt x="317" y="6626"/>
                    <a:pt x="119" y="6982"/>
                  </a:cubicBezTo>
                  <a:cubicBezTo>
                    <a:pt x="1" y="7200"/>
                    <a:pt x="159" y="7398"/>
                    <a:pt x="357" y="7952"/>
                  </a:cubicBezTo>
                  <a:cubicBezTo>
                    <a:pt x="440" y="8185"/>
                    <a:pt x="1188" y="8735"/>
                    <a:pt x="1801" y="9115"/>
                  </a:cubicBezTo>
                  <a:cubicBezTo>
                    <a:pt x="1746" y="10065"/>
                    <a:pt x="1678" y="11196"/>
                    <a:pt x="1639" y="12011"/>
                  </a:cubicBezTo>
                  <a:lnTo>
                    <a:pt x="1639" y="12039"/>
                  </a:lnTo>
                  <a:cubicBezTo>
                    <a:pt x="1627" y="12182"/>
                    <a:pt x="1623" y="12308"/>
                    <a:pt x="1619" y="12427"/>
                  </a:cubicBezTo>
                  <a:cubicBezTo>
                    <a:pt x="1793" y="12637"/>
                    <a:pt x="2141" y="12799"/>
                    <a:pt x="2549" y="12918"/>
                  </a:cubicBezTo>
                  <a:cubicBezTo>
                    <a:pt x="2525" y="13654"/>
                    <a:pt x="2497" y="14413"/>
                    <a:pt x="2470" y="14797"/>
                  </a:cubicBezTo>
                  <a:cubicBezTo>
                    <a:pt x="2399" y="15869"/>
                    <a:pt x="1785" y="19047"/>
                    <a:pt x="1785" y="19047"/>
                  </a:cubicBezTo>
                  <a:cubicBezTo>
                    <a:pt x="1955" y="19229"/>
                    <a:pt x="2157" y="19383"/>
                    <a:pt x="2375" y="19502"/>
                  </a:cubicBezTo>
                  <a:lnTo>
                    <a:pt x="2359" y="19510"/>
                  </a:lnTo>
                  <a:lnTo>
                    <a:pt x="2054" y="19660"/>
                  </a:lnTo>
                  <a:cubicBezTo>
                    <a:pt x="1853" y="19735"/>
                    <a:pt x="1599" y="19802"/>
                    <a:pt x="1318" y="19901"/>
                  </a:cubicBezTo>
                  <a:lnTo>
                    <a:pt x="1306" y="19901"/>
                  </a:lnTo>
                  <a:lnTo>
                    <a:pt x="1223" y="19933"/>
                  </a:lnTo>
                  <a:cubicBezTo>
                    <a:pt x="895" y="20060"/>
                    <a:pt x="784" y="20313"/>
                    <a:pt x="1140" y="20313"/>
                  </a:cubicBezTo>
                  <a:lnTo>
                    <a:pt x="855" y="20313"/>
                  </a:lnTo>
                  <a:lnTo>
                    <a:pt x="855" y="20436"/>
                  </a:lnTo>
                  <a:lnTo>
                    <a:pt x="3400" y="20436"/>
                  </a:lnTo>
                  <a:lnTo>
                    <a:pt x="3400" y="20313"/>
                  </a:lnTo>
                  <a:lnTo>
                    <a:pt x="3182" y="20313"/>
                  </a:lnTo>
                  <a:cubicBezTo>
                    <a:pt x="3384" y="20313"/>
                    <a:pt x="3388" y="20032"/>
                    <a:pt x="3388" y="19747"/>
                  </a:cubicBezTo>
                  <a:cubicBezTo>
                    <a:pt x="3590" y="19743"/>
                    <a:pt x="3787" y="19704"/>
                    <a:pt x="3973" y="19628"/>
                  </a:cubicBezTo>
                  <a:cubicBezTo>
                    <a:pt x="4049" y="18081"/>
                    <a:pt x="4155" y="15165"/>
                    <a:pt x="4231" y="13151"/>
                  </a:cubicBezTo>
                  <a:lnTo>
                    <a:pt x="4480" y="13151"/>
                  </a:lnTo>
                  <a:lnTo>
                    <a:pt x="4986" y="19660"/>
                  </a:lnTo>
                  <a:cubicBezTo>
                    <a:pt x="5228" y="19727"/>
                    <a:pt x="5477" y="19771"/>
                    <a:pt x="5730" y="19783"/>
                  </a:cubicBezTo>
                  <a:cubicBezTo>
                    <a:pt x="5734" y="20052"/>
                    <a:pt x="5742" y="20317"/>
                    <a:pt x="5936" y="20317"/>
                  </a:cubicBezTo>
                  <a:lnTo>
                    <a:pt x="5722" y="20317"/>
                  </a:lnTo>
                  <a:lnTo>
                    <a:pt x="5722" y="20440"/>
                  </a:lnTo>
                  <a:lnTo>
                    <a:pt x="8350" y="20440"/>
                  </a:lnTo>
                  <a:lnTo>
                    <a:pt x="8350" y="20317"/>
                  </a:lnTo>
                  <a:lnTo>
                    <a:pt x="8168" y="20317"/>
                  </a:lnTo>
                  <a:cubicBezTo>
                    <a:pt x="8405" y="20281"/>
                    <a:pt x="8314" y="19775"/>
                    <a:pt x="8350" y="19470"/>
                  </a:cubicBezTo>
                  <a:cubicBezTo>
                    <a:pt x="8365" y="19363"/>
                    <a:pt x="8405" y="18687"/>
                    <a:pt x="8449" y="17816"/>
                  </a:cubicBezTo>
                  <a:cubicBezTo>
                    <a:pt x="8621" y="17716"/>
                    <a:pt x="8806" y="17632"/>
                    <a:pt x="9172" y="17632"/>
                  </a:cubicBezTo>
                  <a:cubicBezTo>
                    <a:pt x="9284" y="17632"/>
                    <a:pt x="9413" y="17640"/>
                    <a:pt x="9564" y="17658"/>
                  </a:cubicBezTo>
                  <a:cubicBezTo>
                    <a:pt x="9651" y="17666"/>
                    <a:pt x="9734" y="17682"/>
                    <a:pt x="9814" y="17709"/>
                  </a:cubicBezTo>
                  <a:cubicBezTo>
                    <a:pt x="9861" y="18631"/>
                    <a:pt x="9901" y="19363"/>
                    <a:pt x="9913" y="19470"/>
                  </a:cubicBezTo>
                  <a:cubicBezTo>
                    <a:pt x="9952" y="19783"/>
                    <a:pt x="9853" y="20317"/>
                    <a:pt x="10126" y="20317"/>
                  </a:cubicBezTo>
                  <a:lnTo>
                    <a:pt x="9916" y="20317"/>
                  </a:lnTo>
                  <a:lnTo>
                    <a:pt x="9916" y="20440"/>
                  </a:lnTo>
                  <a:lnTo>
                    <a:pt x="12386" y="20440"/>
                  </a:lnTo>
                  <a:lnTo>
                    <a:pt x="12386" y="20317"/>
                  </a:lnTo>
                  <a:lnTo>
                    <a:pt x="12120" y="20317"/>
                  </a:lnTo>
                  <a:cubicBezTo>
                    <a:pt x="12461" y="20317"/>
                    <a:pt x="12350" y="20075"/>
                    <a:pt x="12029" y="19953"/>
                  </a:cubicBezTo>
                  <a:lnTo>
                    <a:pt x="11950" y="19921"/>
                  </a:lnTo>
                  <a:lnTo>
                    <a:pt x="11942" y="19921"/>
                  </a:lnTo>
                  <a:cubicBezTo>
                    <a:pt x="11669" y="19822"/>
                    <a:pt x="11420" y="19759"/>
                    <a:pt x="11230" y="19684"/>
                  </a:cubicBezTo>
                  <a:lnTo>
                    <a:pt x="10925" y="19541"/>
                  </a:lnTo>
                  <a:cubicBezTo>
                    <a:pt x="10846" y="19486"/>
                    <a:pt x="10791" y="19399"/>
                    <a:pt x="10779" y="19304"/>
                  </a:cubicBezTo>
                  <a:cubicBezTo>
                    <a:pt x="10728" y="18972"/>
                    <a:pt x="10740" y="18497"/>
                    <a:pt x="10763" y="18018"/>
                  </a:cubicBezTo>
                  <a:lnTo>
                    <a:pt x="10763" y="18018"/>
                  </a:lnTo>
                  <a:cubicBezTo>
                    <a:pt x="10918" y="18050"/>
                    <a:pt x="11072" y="18065"/>
                    <a:pt x="11230" y="18065"/>
                  </a:cubicBezTo>
                  <a:cubicBezTo>
                    <a:pt x="12105" y="18065"/>
                    <a:pt x="12805" y="17519"/>
                    <a:pt x="12805" y="17519"/>
                  </a:cubicBezTo>
                  <a:lnTo>
                    <a:pt x="12738" y="17143"/>
                  </a:lnTo>
                  <a:cubicBezTo>
                    <a:pt x="12718" y="17045"/>
                    <a:pt x="12690" y="16934"/>
                    <a:pt x="12666" y="16807"/>
                  </a:cubicBezTo>
                  <a:cubicBezTo>
                    <a:pt x="12579" y="16376"/>
                    <a:pt x="12445" y="15778"/>
                    <a:pt x="12267" y="15133"/>
                  </a:cubicBezTo>
                  <a:lnTo>
                    <a:pt x="12457" y="15034"/>
                  </a:lnTo>
                  <a:lnTo>
                    <a:pt x="12417" y="14817"/>
                  </a:lnTo>
                  <a:cubicBezTo>
                    <a:pt x="12401" y="14730"/>
                    <a:pt x="12382" y="14619"/>
                    <a:pt x="12350" y="14484"/>
                  </a:cubicBezTo>
                  <a:cubicBezTo>
                    <a:pt x="12271" y="14081"/>
                    <a:pt x="12144" y="13483"/>
                    <a:pt x="11966" y="12815"/>
                  </a:cubicBezTo>
                  <a:lnTo>
                    <a:pt x="12105" y="12743"/>
                  </a:lnTo>
                  <a:cubicBezTo>
                    <a:pt x="12093" y="12605"/>
                    <a:pt x="12073" y="12470"/>
                    <a:pt x="12049" y="12336"/>
                  </a:cubicBezTo>
                  <a:cubicBezTo>
                    <a:pt x="12025" y="12205"/>
                    <a:pt x="12002" y="12071"/>
                    <a:pt x="11970" y="11944"/>
                  </a:cubicBezTo>
                  <a:cubicBezTo>
                    <a:pt x="11851" y="11398"/>
                    <a:pt x="11693" y="10892"/>
                    <a:pt x="11626" y="10496"/>
                  </a:cubicBezTo>
                  <a:cubicBezTo>
                    <a:pt x="11396" y="9159"/>
                    <a:pt x="11183" y="8379"/>
                    <a:pt x="11020" y="7873"/>
                  </a:cubicBezTo>
                  <a:cubicBezTo>
                    <a:pt x="11040" y="7841"/>
                    <a:pt x="11048" y="7801"/>
                    <a:pt x="11052" y="7766"/>
                  </a:cubicBezTo>
                  <a:cubicBezTo>
                    <a:pt x="11080" y="7453"/>
                    <a:pt x="11032" y="6955"/>
                    <a:pt x="10747" y="6907"/>
                  </a:cubicBezTo>
                  <a:lnTo>
                    <a:pt x="10704" y="6907"/>
                  </a:lnTo>
                  <a:cubicBezTo>
                    <a:pt x="10700" y="6860"/>
                    <a:pt x="10696" y="6804"/>
                    <a:pt x="10696" y="6757"/>
                  </a:cubicBezTo>
                  <a:lnTo>
                    <a:pt x="10696" y="6282"/>
                  </a:lnTo>
                  <a:lnTo>
                    <a:pt x="10688" y="6282"/>
                  </a:lnTo>
                  <a:lnTo>
                    <a:pt x="10688" y="6128"/>
                  </a:lnTo>
                  <a:cubicBezTo>
                    <a:pt x="10906" y="6452"/>
                    <a:pt x="11163" y="6824"/>
                    <a:pt x="11420" y="7232"/>
                  </a:cubicBezTo>
                  <a:cubicBezTo>
                    <a:pt x="11610" y="7520"/>
                    <a:pt x="12457" y="9309"/>
                    <a:pt x="12639" y="10357"/>
                  </a:cubicBezTo>
                  <a:cubicBezTo>
                    <a:pt x="12682" y="10615"/>
                    <a:pt x="12623" y="10923"/>
                    <a:pt x="12568" y="11097"/>
                  </a:cubicBezTo>
                  <a:cubicBezTo>
                    <a:pt x="12544" y="11178"/>
                    <a:pt x="12566" y="11212"/>
                    <a:pt x="12603" y="11212"/>
                  </a:cubicBezTo>
                  <a:cubicBezTo>
                    <a:pt x="12646" y="11212"/>
                    <a:pt x="12710" y="11167"/>
                    <a:pt x="12746" y="11097"/>
                  </a:cubicBezTo>
                  <a:cubicBezTo>
                    <a:pt x="12815" y="10975"/>
                    <a:pt x="12880" y="10641"/>
                    <a:pt x="12984" y="10641"/>
                  </a:cubicBezTo>
                  <a:cubicBezTo>
                    <a:pt x="12988" y="10641"/>
                    <a:pt x="12991" y="10642"/>
                    <a:pt x="12995" y="10642"/>
                  </a:cubicBezTo>
                  <a:cubicBezTo>
                    <a:pt x="13102" y="10666"/>
                    <a:pt x="13442" y="11161"/>
                    <a:pt x="13703" y="11287"/>
                  </a:cubicBezTo>
                  <a:cubicBezTo>
                    <a:pt x="13803" y="11335"/>
                    <a:pt x="13922" y="11365"/>
                    <a:pt x="14024" y="11365"/>
                  </a:cubicBezTo>
                  <a:cubicBezTo>
                    <a:pt x="14184" y="11365"/>
                    <a:pt x="14303" y="11291"/>
                    <a:pt x="14237" y="11097"/>
                  </a:cubicBezTo>
                  <a:cubicBezTo>
                    <a:pt x="14127" y="10781"/>
                    <a:pt x="13395" y="10001"/>
                    <a:pt x="13252" y="9823"/>
                  </a:cubicBezTo>
                  <a:cubicBezTo>
                    <a:pt x="13098" y="9317"/>
                    <a:pt x="12508" y="7176"/>
                    <a:pt x="12457" y="7018"/>
                  </a:cubicBezTo>
                  <a:cubicBezTo>
                    <a:pt x="12049" y="5910"/>
                    <a:pt x="11432" y="5047"/>
                    <a:pt x="11234" y="4561"/>
                  </a:cubicBezTo>
                  <a:cubicBezTo>
                    <a:pt x="11036" y="4070"/>
                    <a:pt x="10799" y="3848"/>
                    <a:pt x="10625" y="3718"/>
                  </a:cubicBezTo>
                  <a:lnTo>
                    <a:pt x="10625" y="3651"/>
                  </a:lnTo>
                  <a:lnTo>
                    <a:pt x="10530" y="3619"/>
                  </a:lnTo>
                  <a:cubicBezTo>
                    <a:pt x="10510" y="3089"/>
                    <a:pt x="10478" y="2507"/>
                    <a:pt x="10423" y="2048"/>
                  </a:cubicBezTo>
                  <a:lnTo>
                    <a:pt x="10423" y="2048"/>
                  </a:lnTo>
                  <a:cubicBezTo>
                    <a:pt x="10534" y="2146"/>
                    <a:pt x="10644" y="2179"/>
                    <a:pt x="10743" y="2179"/>
                  </a:cubicBezTo>
                  <a:cubicBezTo>
                    <a:pt x="10966" y="2179"/>
                    <a:pt x="11135" y="2009"/>
                    <a:pt x="11135" y="2009"/>
                  </a:cubicBezTo>
                  <a:lnTo>
                    <a:pt x="11135" y="2009"/>
                  </a:lnTo>
                  <a:cubicBezTo>
                    <a:pt x="11135" y="2009"/>
                    <a:pt x="11119" y="2012"/>
                    <a:pt x="11094" y="2012"/>
                  </a:cubicBezTo>
                  <a:cubicBezTo>
                    <a:pt x="11001" y="2012"/>
                    <a:pt x="10780" y="1970"/>
                    <a:pt x="10724" y="1585"/>
                  </a:cubicBezTo>
                  <a:cubicBezTo>
                    <a:pt x="10688" y="1356"/>
                    <a:pt x="10502" y="1257"/>
                    <a:pt x="10360" y="1217"/>
                  </a:cubicBezTo>
                  <a:cubicBezTo>
                    <a:pt x="10352" y="1178"/>
                    <a:pt x="10348" y="1138"/>
                    <a:pt x="10340" y="1091"/>
                  </a:cubicBezTo>
                  <a:cubicBezTo>
                    <a:pt x="10332" y="1043"/>
                    <a:pt x="10324" y="1000"/>
                    <a:pt x="10308" y="952"/>
                  </a:cubicBezTo>
                  <a:cubicBezTo>
                    <a:pt x="10284" y="857"/>
                    <a:pt x="10249" y="762"/>
                    <a:pt x="10209" y="671"/>
                  </a:cubicBezTo>
                  <a:lnTo>
                    <a:pt x="10193" y="647"/>
                  </a:lnTo>
                  <a:cubicBezTo>
                    <a:pt x="10049" y="337"/>
                    <a:pt x="9662" y="78"/>
                    <a:pt x="9237" y="78"/>
                  </a:cubicBezTo>
                  <a:cubicBezTo>
                    <a:pt x="8941" y="78"/>
                    <a:pt x="8626" y="203"/>
                    <a:pt x="8361" y="525"/>
                  </a:cubicBezTo>
                  <a:lnTo>
                    <a:pt x="8302" y="604"/>
                  </a:lnTo>
                  <a:cubicBezTo>
                    <a:pt x="8247" y="683"/>
                    <a:pt x="8203" y="770"/>
                    <a:pt x="8172" y="861"/>
                  </a:cubicBezTo>
                  <a:cubicBezTo>
                    <a:pt x="8148" y="932"/>
                    <a:pt x="8128" y="1004"/>
                    <a:pt x="8108" y="1071"/>
                  </a:cubicBezTo>
                  <a:cubicBezTo>
                    <a:pt x="8088" y="1142"/>
                    <a:pt x="8073" y="1241"/>
                    <a:pt x="8065" y="1308"/>
                  </a:cubicBezTo>
                  <a:cubicBezTo>
                    <a:pt x="8053" y="1379"/>
                    <a:pt x="8049" y="1542"/>
                    <a:pt x="8049" y="1542"/>
                  </a:cubicBezTo>
                  <a:lnTo>
                    <a:pt x="8069" y="1542"/>
                  </a:lnTo>
                  <a:cubicBezTo>
                    <a:pt x="7958" y="2001"/>
                    <a:pt x="7906" y="2863"/>
                    <a:pt x="7875" y="3611"/>
                  </a:cubicBezTo>
                  <a:lnTo>
                    <a:pt x="7800" y="3635"/>
                  </a:lnTo>
                  <a:lnTo>
                    <a:pt x="7728" y="3659"/>
                  </a:lnTo>
                  <a:lnTo>
                    <a:pt x="7728" y="3670"/>
                  </a:lnTo>
                  <a:cubicBezTo>
                    <a:pt x="7534" y="3761"/>
                    <a:pt x="7202" y="3999"/>
                    <a:pt x="7068" y="4565"/>
                  </a:cubicBezTo>
                  <a:cubicBezTo>
                    <a:pt x="6981" y="4446"/>
                    <a:pt x="6890" y="4335"/>
                    <a:pt x="6822" y="4256"/>
                  </a:cubicBezTo>
                  <a:cubicBezTo>
                    <a:pt x="6743" y="4169"/>
                    <a:pt x="6656" y="4094"/>
                    <a:pt x="6553" y="4034"/>
                  </a:cubicBezTo>
                  <a:cubicBezTo>
                    <a:pt x="6320" y="3888"/>
                    <a:pt x="6067" y="3769"/>
                    <a:pt x="5801" y="3682"/>
                  </a:cubicBezTo>
                  <a:cubicBezTo>
                    <a:pt x="5770" y="3552"/>
                    <a:pt x="5722" y="3421"/>
                    <a:pt x="5671" y="3298"/>
                  </a:cubicBezTo>
                  <a:cubicBezTo>
                    <a:pt x="5564" y="3069"/>
                    <a:pt x="5896" y="3049"/>
                    <a:pt x="5801" y="2792"/>
                  </a:cubicBezTo>
                  <a:cubicBezTo>
                    <a:pt x="5651" y="2377"/>
                    <a:pt x="5544" y="2119"/>
                    <a:pt x="5497" y="1961"/>
                  </a:cubicBezTo>
                  <a:cubicBezTo>
                    <a:pt x="5611" y="1878"/>
                    <a:pt x="5699" y="1712"/>
                    <a:pt x="5655" y="1573"/>
                  </a:cubicBezTo>
                  <a:cubicBezTo>
                    <a:pt x="5631" y="1498"/>
                    <a:pt x="5572" y="1447"/>
                    <a:pt x="5497" y="1427"/>
                  </a:cubicBezTo>
                  <a:lnTo>
                    <a:pt x="5497" y="1379"/>
                  </a:lnTo>
                  <a:cubicBezTo>
                    <a:pt x="5497" y="1379"/>
                    <a:pt x="5501" y="1269"/>
                    <a:pt x="5501" y="1122"/>
                  </a:cubicBezTo>
                  <a:lnTo>
                    <a:pt x="5501" y="1102"/>
                  </a:lnTo>
                  <a:cubicBezTo>
                    <a:pt x="5497" y="873"/>
                    <a:pt x="5473" y="556"/>
                    <a:pt x="5382" y="390"/>
                  </a:cubicBezTo>
                  <a:cubicBezTo>
                    <a:pt x="5277" y="199"/>
                    <a:pt x="5007" y="0"/>
                    <a:pt x="4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2749982" y="2793913"/>
              <a:ext cx="712286" cy="1315742"/>
            </a:xfrm>
            <a:custGeom>
              <a:avLst/>
              <a:gdLst/>
              <a:ahLst/>
              <a:cxnLst/>
              <a:rect l="l" t="t" r="r" b="b"/>
              <a:pathLst>
                <a:path w="11290" h="20855" extrusionOk="0">
                  <a:moveTo>
                    <a:pt x="5654" y="1"/>
                  </a:moveTo>
                  <a:cubicBezTo>
                    <a:pt x="4825" y="1"/>
                    <a:pt x="4529" y="564"/>
                    <a:pt x="4464" y="833"/>
                  </a:cubicBezTo>
                  <a:lnTo>
                    <a:pt x="4432" y="833"/>
                  </a:lnTo>
                  <a:lnTo>
                    <a:pt x="4432" y="1253"/>
                  </a:lnTo>
                  <a:cubicBezTo>
                    <a:pt x="4377" y="1656"/>
                    <a:pt x="4254" y="2044"/>
                    <a:pt x="4064" y="2400"/>
                  </a:cubicBezTo>
                  <a:cubicBezTo>
                    <a:pt x="3759" y="2966"/>
                    <a:pt x="3925" y="2954"/>
                    <a:pt x="4103" y="3271"/>
                  </a:cubicBezTo>
                  <a:cubicBezTo>
                    <a:pt x="4282" y="3587"/>
                    <a:pt x="3692" y="3476"/>
                    <a:pt x="3846" y="4074"/>
                  </a:cubicBezTo>
                  <a:cubicBezTo>
                    <a:pt x="3601" y="4181"/>
                    <a:pt x="3371" y="4319"/>
                    <a:pt x="3221" y="4489"/>
                  </a:cubicBezTo>
                  <a:cubicBezTo>
                    <a:pt x="3075" y="4656"/>
                    <a:pt x="1915" y="7516"/>
                    <a:pt x="1809" y="7865"/>
                  </a:cubicBezTo>
                  <a:cubicBezTo>
                    <a:pt x="1698" y="8217"/>
                    <a:pt x="906" y="9716"/>
                    <a:pt x="906" y="9716"/>
                  </a:cubicBezTo>
                  <a:cubicBezTo>
                    <a:pt x="1029" y="9942"/>
                    <a:pt x="1179" y="10156"/>
                    <a:pt x="1350" y="10349"/>
                  </a:cubicBezTo>
                  <a:cubicBezTo>
                    <a:pt x="1247" y="10512"/>
                    <a:pt x="1128" y="10702"/>
                    <a:pt x="986" y="10907"/>
                  </a:cubicBezTo>
                  <a:cubicBezTo>
                    <a:pt x="744" y="11275"/>
                    <a:pt x="0" y="11730"/>
                    <a:pt x="250" y="11932"/>
                  </a:cubicBezTo>
                  <a:cubicBezTo>
                    <a:pt x="297" y="11971"/>
                    <a:pt x="355" y="11987"/>
                    <a:pt x="419" y="11987"/>
                  </a:cubicBezTo>
                  <a:cubicBezTo>
                    <a:pt x="689" y="11987"/>
                    <a:pt x="1073" y="11698"/>
                    <a:pt x="1274" y="11564"/>
                  </a:cubicBezTo>
                  <a:cubicBezTo>
                    <a:pt x="1385" y="11491"/>
                    <a:pt x="1475" y="11447"/>
                    <a:pt x="1538" y="11447"/>
                  </a:cubicBezTo>
                  <a:cubicBezTo>
                    <a:pt x="1615" y="11447"/>
                    <a:pt x="1653" y="11512"/>
                    <a:pt x="1642" y="11671"/>
                  </a:cubicBezTo>
                  <a:cubicBezTo>
                    <a:pt x="1623" y="11956"/>
                    <a:pt x="1991" y="12284"/>
                    <a:pt x="1991" y="12284"/>
                  </a:cubicBezTo>
                  <a:cubicBezTo>
                    <a:pt x="1991" y="12284"/>
                    <a:pt x="2086" y="11394"/>
                    <a:pt x="2133" y="10789"/>
                  </a:cubicBezTo>
                  <a:cubicBezTo>
                    <a:pt x="2165" y="10792"/>
                    <a:pt x="2197" y="10793"/>
                    <a:pt x="2226" y="10793"/>
                  </a:cubicBezTo>
                  <a:cubicBezTo>
                    <a:pt x="2565" y="10793"/>
                    <a:pt x="2742" y="10622"/>
                    <a:pt x="2742" y="10622"/>
                  </a:cubicBezTo>
                  <a:cubicBezTo>
                    <a:pt x="2742" y="10622"/>
                    <a:pt x="3178" y="8391"/>
                    <a:pt x="3379" y="7663"/>
                  </a:cubicBezTo>
                  <a:cubicBezTo>
                    <a:pt x="3462" y="7362"/>
                    <a:pt x="3795" y="6480"/>
                    <a:pt x="3795" y="6480"/>
                  </a:cubicBezTo>
                  <a:lnTo>
                    <a:pt x="3795" y="6480"/>
                  </a:lnTo>
                  <a:lnTo>
                    <a:pt x="3462" y="11853"/>
                  </a:lnTo>
                  <a:cubicBezTo>
                    <a:pt x="3546" y="11924"/>
                    <a:pt x="3633" y="11988"/>
                    <a:pt x="3724" y="12047"/>
                  </a:cubicBezTo>
                  <a:cubicBezTo>
                    <a:pt x="3625" y="13740"/>
                    <a:pt x="3348" y="17939"/>
                    <a:pt x="3067" y="19581"/>
                  </a:cubicBezTo>
                  <a:cubicBezTo>
                    <a:pt x="3241" y="19755"/>
                    <a:pt x="3447" y="19893"/>
                    <a:pt x="3676" y="19984"/>
                  </a:cubicBezTo>
                  <a:lnTo>
                    <a:pt x="3490" y="20079"/>
                  </a:lnTo>
                  <a:cubicBezTo>
                    <a:pt x="3292" y="20154"/>
                    <a:pt x="3031" y="20218"/>
                    <a:pt x="2750" y="20321"/>
                  </a:cubicBezTo>
                  <a:lnTo>
                    <a:pt x="2742" y="20321"/>
                  </a:lnTo>
                  <a:lnTo>
                    <a:pt x="2663" y="20352"/>
                  </a:lnTo>
                  <a:cubicBezTo>
                    <a:pt x="2331" y="20475"/>
                    <a:pt x="2224" y="20728"/>
                    <a:pt x="2572" y="20728"/>
                  </a:cubicBezTo>
                  <a:lnTo>
                    <a:pt x="2295" y="20728"/>
                  </a:lnTo>
                  <a:lnTo>
                    <a:pt x="2295" y="20855"/>
                  </a:lnTo>
                  <a:lnTo>
                    <a:pt x="4836" y="20855"/>
                  </a:lnTo>
                  <a:lnTo>
                    <a:pt x="4836" y="20728"/>
                  </a:lnTo>
                  <a:lnTo>
                    <a:pt x="4622" y="20728"/>
                  </a:lnTo>
                  <a:cubicBezTo>
                    <a:pt x="4843" y="20728"/>
                    <a:pt x="4824" y="20376"/>
                    <a:pt x="4824" y="20067"/>
                  </a:cubicBezTo>
                  <a:cubicBezTo>
                    <a:pt x="4915" y="20052"/>
                    <a:pt x="5006" y="20024"/>
                    <a:pt x="5097" y="19996"/>
                  </a:cubicBezTo>
                  <a:cubicBezTo>
                    <a:pt x="5259" y="17903"/>
                    <a:pt x="5492" y="14567"/>
                    <a:pt x="5619" y="12668"/>
                  </a:cubicBezTo>
                  <a:lnTo>
                    <a:pt x="5892" y="12668"/>
                  </a:lnTo>
                  <a:cubicBezTo>
                    <a:pt x="6141" y="14805"/>
                    <a:pt x="6584" y="18683"/>
                    <a:pt x="6679" y="19996"/>
                  </a:cubicBezTo>
                  <a:cubicBezTo>
                    <a:pt x="6838" y="20063"/>
                    <a:pt x="7000" y="20115"/>
                    <a:pt x="7170" y="20147"/>
                  </a:cubicBezTo>
                  <a:cubicBezTo>
                    <a:pt x="7170" y="20431"/>
                    <a:pt x="7170" y="20728"/>
                    <a:pt x="7372" y="20728"/>
                  </a:cubicBezTo>
                  <a:lnTo>
                    <a:pt x="7158" y="20728"/>
                  </a:lnTo>
                  <a:lnTo>
                    <a:pt x="7158" y="20855"/>
                  </a:lnTo>
                  <a:lnTo>
                    <a:pt x="9694" y="20855"/>
                  </a:lnTo>
                  <a:lnTo>
                    <a:pt x="9694" y="20728"/>
                  </a:lnTo>
                  <a:lnTo>
                    <a:pt x="9417" y="20728"/>
                  </a:lnTo>
                  <a:cubicBezTo>
                    <a:pt x="9770" y="20728"/>
                    <a:pt x="9663" y="20475"/>
                    <a:pt x="9330" y="20352"/>
                  </a:cubicBezTo>
                  <a:lnTo>
                    <a:pt x="9251" y="20321"/>
                  </a:lnTo>
                  <a:lnTo>
                    <a:pt x="9239" y="20321"/>
                  </a:lnTo>
                  <a:cubicBezTo>
                    <a:pt x="8959" y="20218"/>
                    <a:pt x="8701" y="20154"/>
                    <a:pt x="8503" y="20079"/>
                  </a:cubicBezTo>
                  <a:lnTo>
                    <a:pt x="8377" y="20016"/>
                  </a:lnTo>
                  <a:cubicBezTo>
                    <a:pt x="8598" y="19905"/>
                    <a:pt x="8761" y="19751"/>
                    <a:pt x="8836" y="19581"/>
                  </a:cubicBezTo>
                  <a:cubicBezTo>
                    <a:pt x="8480" y="17674"/>
                    <a:pt x="8021" y="13729"/>
                    <a:pt x="7835" y="12083"/>
                  </a:cubicBezTo>
                  <a:cubicBezTo>
                    <a:pt x="7926" y="12023"/>
                    <a:pt x="8013" y="11960"/>
                    <a:pt x="8092" y="11893"/>
                  </a:cubicBezTo>
                  <a:lnTo>
                    <a:pt x="7510" y="6298"/>
                  </a:lnTo>
                  <a:lnTo>
                    <a:pt x="7510" y="6298"/>
                  </a:lnTo>
                  <a:cubicBezTo>
                    <a:pt x="7510" y="6298"/>
                    <a:pt x="7926" y="7552"/>
                    <a:pt x="8033" y="7975"/>
                  </a:cubicBezTo>
                  <a:cubicBezTo>
                    <a:pt x="8203" y="8628"/>
                    <a:pt x="8575" y="10622"/>
                    <a:pt x="8575" y="10622"/>
                  </a:cubicBezTo>
                  <a:cubicBezTo>
                    <a:pt x="8575" y="10622"/>
                    <a:pt x="8747" y="10791"/>
                    <a:pt x="9082" y="10791"/>
                  </a:cubicBezTo>
                  <a:cubicBezTo>
                    <a:pt x="9106" y="10791"/>
                    <a:pt x="9131" y="10791"/>
                    <a:pt x="9156" y="10789"/>
                  </a:cubicBezTo>
                  <a:cubicBezTo>
                    <a:pt x="9208" y="11394"/>
                    <a:pt x="9299" y="12284"/>
                    <a:pt x="9299" y="12284"/>
                  </a:cubicBezTo>
                  <a:cubicBezTo>
                    <a:pt x="9299" y="12284"/>
                    <a:pt x="9671" y="11956"/>
                    <a:pt x="9647" y="11671"/>
                  </a:cubicBezTo>
                  <a:cubicBezTo>
                    <a:pt x="9634" y="11513"/>
                    <a:pt x="9672" y="11448"/>
                    <a:pt x="9750" y="11448"/>
                  </a:cubicBezTo>
                  <a:cubicBezTo>
                    <a:pt x="9814" y="11448"/>
                    <a:pt x="9906" y="11493"/>
                    <a:pt x="10019" y="11568"/>
                  </a:cubicBezTo>
                  <a:cubicBezTo>
                    <a:pt x="10216" y="11699"/>
                    <a:pt x="10598" y="11990"/>
                    <a:pt x="10867" y="11990"/>
                  </a:cubicBezTo>
                  <a:cubicBezTo>
                    <a:pt x="10933" y="11990"/>
                    <a:pt x="10992" y="11973"/>
                    <a:pt x="11040" y="11932"/>
                  </a:cubicBezTo>
                  <a:cubicBezTo>
                    <a:pt x="11289" y="11726"/>
                    <a:pt x="10545" y="11275"/>
                    <a:pt x="10304" y="10907"/>
                  </a:cubicBezTo>
                  <a:cubicBezTo>
                    <a:pt x="10165" y="10706"/>
                    <a:pt x="10051" y="10528"/>
                    <a:pt x="9948" y="10369"/>
                  </a:cubicBezTo>
                  <a:cubicBezTo>
                    <a:pt x="10126" y="10171"/>
                    <a:pt x="10284" y="9950"/>
                    <a:pt x="10415" y="9716"/>
                  </a:cubicBezTo>
                  <a:cubicBezTo>
                    <a:pt x="10415" y="9716"/>
                    <a:pt x="9623" y="8225"/>
                    <a:pt x="9509" y="7869"/>
                  </a:cubicBezTo>
                  <a:cubicBezTo>
                    <a:pt x="9449" y="7671"/>
                    <a:pt x="8523" y="4818"/>
                    <a:pt x="8230" y="4489"/>
                  </a:cubicBezTo>
                  <a:cubicBezTo>
                    <a:pt x="8088" y="4331"/>
                    <a:pt x="7870" y="4193"/>
                    <a:pt x="7633" y="4082"/>
                  </a:cubicBezTo>
                  <a:cubicBezTo>
                    <a:pt x="7692" y="3912"/>
                    <a:pt x="7720" y="3730"/>
                    <a:pt x="7716" y="3548"/>
                  </a:cubicBezTo>
                  <a:cubicBezTo>
                    <a:pt x="7716" y="3211"/>
                    <a:pt x="7427" y="3089"/>
                    <a:pt x="7518" y="2899"/>
                  </a:cubicBezTo>
                  <a:cubicBezTo>
                    <a:pt x="7736" y="2475"/>
                    <a:pt x="7415" y="2056"/>
                    <a:pt x="7174" y="1688"/>
                  </a:cubicBezTo>
                  <a:cubicBezTo>
                    <a:pt x="7099" y="1336"/>
                    <a:pt x="7020" y="1154"/>
                    <a:pt x="6956" y="1055"/>
                  </a:cubicBezTo>
                  <a:lnTo>
                    <a:pt x="6956" y="833"/>
                  </a:lnTo>
                  <a:lnTo>
                    <a:pt x="6925" y="833"/>
                  </a:lnTo>
                  <a:cubicBezTo>
                    <a:pt x="6857" y="552"/>
                    <a:pt x="6616" y="38"/>
                    <a:pt x="5730" y="2"/>
                  </a:cubicBezTo>
                  <a:cubicBezTo>
                    <a:pt x="5704" y="1"/>
                    <a:pt x="5679" y="1"/>
                    <a:pt x="56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2373774" y="2724072"/>
              <a:ext cx="697523" cy="1277509"/>
            </a:xfrm>
            <a:custGeom>
              <a:avLst/>
              <a:gdLst/>
              <a:ahLst/>
              <a:cxnLst/>
              <a:rect l="l" t="t" r="r" b="b"/>
              <a:pathLst>
                <a:path w="11056" h="20249" extrusionOk="0">
                  <a:moveTo>
                    <a:pt x="5609" y="1"/>
                  </a:moveTo>
                  <a:cubicBezTo>
                    <a:pt x="5335" y="1"/>
                    <a:pt x="5039" y="88"/>
                    <a:pt x="4824" y="330"/>
                  </a:cubicBezTo>
                  <a:cubicBezTo>
                    <a:pt x="4634" y="547"/>
                    <a:pt x="4511" y="817"/>
                    <a:pt x="4464" y="1105"/>
                  </a:cubicBezTo>
                  <a:lnTo>
                    <a:pt x="4456" y="1141"/>
                  </a:lnTo>
                  <a:lnTo>
                    <a:pt x="4424" y="1283"/>
                  </a:lnTo>
                  <a:lnTo>
                    <a:pt x="4396" y="1430"/>
                  </a:lnTo>
                  <a:cubicBezTo>
                    <a:pt x="4305" y="1897"/>
                    <a:pt x="4254" y="2676"/>
                    <a:pt x="4226" y="3377"/>
                  </a:cubicBezTo>
                  <a:lnTo>
                    <a:pt x="3906" y="3460"/>
                  </a:lnTo>
                  <a:cubicBezTo>
                    <a:pt x="3906" y="3460"/>
                    <a:pt x="3605" y="3495"/>
                    <a:pt x="3387" y="3638"/>
                  </a:cubicBezTo>
                  <a:cubicBezTo>
                    <a:pt x="3170" y="3780"/>
                    <a:pt x="2794" y="4940"/>
                    <a:pt x="2584" y="5640"/>
                  </a:cubicBezTo>
                  <a:cubicBezTo>
                    <a:pt x="2541" y="5790"/>
                    <a:pt x="2497" y="5933"/>
                    <a:pt x="2454" y="6071"/>
                  </a:cubicBezTo>
                  <a:cubicBezTo>
                    <a:pt x="2335" y="6443"/>
                    <a:pt x="2224" y="6764"/>
                    <a:pt x="2129" y="7021"/>
                  </a:cubicBezTo>
                  <a:cubicBezTo>
                    <a:pt x="2038" y="7278"/>
                    <a:pt x="1959" y="7460"/>
                    <a:pt x="1911" y="7575"/>
                  </a:cubicBezTo>
                  <a:cubicBezTo>
                    <a:pt x="1563" y="8382"/>
                    <a:pt x="1128" y="9522"/>
                    <a:pt x="1128" y="9522"/>
                  </a:cubicBezTo>
                  <a:lnTo>
                    <a:pt x="1187" y="9557"/>
                  </a:lnTo>
                  <a:cubicBezTo>
                    <a:pt x="1128" y="9676"/>
                    <a:pt x="1061" y="9791"/>
                    <a:pt x="990" y="9897"/>
                  </a:cubicBezTo>
                  <a:cubicBezTo>
                    <a:pt x="796" y="10174"/>
                    <a:pt x="566" y="10558"/>
                    <a:pt x="368" y="10827"/>
                  </a:cubicBezTo>
                  <a:cubicBezTo>
                    <a:pt x="170" y="11100"/>
                    <a:pt x="0" y="11393"/>
                    <a:pt x="151" y="11449"/>
                  </a:cubicBezTo>
                  <a:cubicBezTo>
                    <a:pt x="193" y="11463"/>
                    <a:pt x="236" y="11470"/>
                    <a:pt x="280" y="11470"/>
                  </a:cubicBezTo>
                  <a:cubicBezTo>
                    <a:pt x="527" y="11470"/>
                    <a:pt x="783" y="11239"/>
                    <a:pt x="958" y="10879"/>
                  </a:cubicBezTo>
                  <a:cubicBezTo>
                    <a:pt x="1040" y="10706"/>
                    <a:pt x="1141" y="10589"/>
                    <a:pt x="1215" y="10589"/>
                  </a:cubicBezTo>
                  <a:cubicBezTo>
                    <a:pt x="1248" y="10589"/>
                    <a:pt x="1276" y="10613"/>
                    <a:pt x="1294" y="10665"/>
                  </a:cubicBezTo>
                  <a:cubicBezTo>
                    <a:pt x="1354" y="10835"/>
                    <a:pt x="1377" y="11021"/>
                    <a:pt x="1603" y="11096"/>
                  </a:cubicBezTo>
                  <a:cubicBezTo>
                    <a:pt x="1627" y="11104"/>
                    <a:pt x="1645" y="11108"/>
                    <a:pt x="1660" y="11108"/>
                  </a:cubicBezTo>
                  <a:cubicBezTo>
                    <a:pt x="1780" y="11108"/>
                    <a:pt x="1603" y="10844"/>
                    <a:pt x="1603" y="10590"/>
                  </a:cubicBezTo>
                  <a:cubicBezTo>
                    <a:pt x="1603" y="10333"/>
                    <a:pt x="1638" y="10076"/>
                    <a:pt x="1706" y="9830"/>
                  </a:cubicBezTo>
                  <a:lnTo>
                    <a:pt x="1848" y="9890"/>
                  </a:lnTo>
                  <a:cubicBezTo>
                    <a:pt x="2003" y="9949"/>
                    <a:pt x="2165" y="9981"/>
                    <a:pt x="2327" y="9988"/>
                  </a:cubicBezTo>
                  <a:lnTo>
                    <a:pt x="2972" y="9988"/>
                  </a:lnTo>
                  <a:cubicBezTo>
                    <a:pt x="2972" y="9988"/>
                    <a:pt x="3534" y="7009"/>
                    <a:pt x="3605" y="6491"/>
                  </a:cubicBezTo>
                  <a:cubicBezTo>
                    <a:pt x="3652" y="6131"/>
                    <a:pt x="3740" y="5778"/>
                    <a:pt x="3862" y="5438"/>
                  </a:cubicBezTo>
                  <a:cubicBezTo>
                    <a:pt x="3918" y="6028"/>
                    <a:pt x="3910" y="6681"/>
                    <a:pt x="3882" y="7531"/>
                  </a:cubicBezTo>
                  <a:cubicBezTo>
                    <a:pt x="3842" y="8687"/>
                    <a:pt x="3197" y="11219"/>
                    <a:pt x="2928" y="12679"/>
                  </a:cubicBezTo>
                  <a:cubicBezTo>
                    <a:pt x="2972" y="12778"/>
                    <a:pt x="3047" y="12865"/>
                    <a:pt x="3138" y="12924"/>
                  </a:cubicBezTo>
                  <a:cubicBezTo>
                    <a:pt x="2810" y="15109"/>
                    <a:pt x="2754" y="16699"/>
                    <a:pt x="2754" y="16699"/>
                  </a:cubicBezTo>
                  <a:cubicBezTo>
                    <a:pt x="2754" y="16699"/>
                    <a:pt x="3095" y="16952"/>
                    <a:pt x="3799" y="17119"/>
                  </a:cubicBezTo>
                  <a:cubicBezTo>
                    <a:pt x="3858" y="17811"/>
                    <a:pt x="3906" y="18614"/>
                    <a:pt x="3838" y="19113"/>
                  </a:cubicBezTo>
                  <a:cubicBezTo>
                    <a:pt x="3823" y="19208"/>
                    <a:pt x="3771" y="19295"/>
                    <a:pt x="3688" y="19350"/>
                  </a:cubicBezTo>
                  <a:lnTo>
                    <a:pt x="3391" y="19493"/>
                  </a:lnTo>
                  <a:cubicBezTo>
                    <a:pt x="3194" y="19564"/>
                    <a:pt x="2948" y="19631"/>
                    <a:pt x="2675" y="19730"/>
                  </a:cubicBezTo>
                  <a:lnTo>
                    <a:pt x="2663" y="19730"/>
                  </a:lnTo>
                  <a:cubicBezTo>
                    <a:pt x="2640" y="19738"/>
                    <a:pt x="2612" y="19750"/>
                    <a:pt x="2584" y="19762"/>
                  </a:cubicBezTo>
                  <a:cubicBezTo>
                    <a:pt x="2264" y="19881"/>
                    <a:pt x="2157" y="20126"/>
                    <a:pt x="2497" y="20126"/>
                  </a:cubicBezTo>
                  <a:lnTo>
                    <a:pt x="2228" y="20126"/>
                  </a:lnTo>
                  <a:lnTo>
                    <a:pt x="2228" y="20249"/>
                  </a:lnTo>
                  <a:lnTo>
                    <a:pt x="4697" y="20249"/>
                  </a:lnTo>
                  <a:lnTo>
                    <a:pt x="4697" y="20126"/>
                  </a:lnTo>
                  <a:lnTo>
                    <a:pt x="4491" y="20126"/>
                  </a:lnTo>
                  <a:cubicBezTo>
                    <a:pt x="4760" y="20126"/>
                    <a:pt x="4661" y="19592"/>
                    <a:pt x="4701" y="19275"/>
                  </a:cubicBezTo>
                  <a:cubicBezTo>
                    <a:pt x="4713" y="19156"/>
                    <a:pt x="4760" y="18302"/>
                    <a:pt x="4816" y="17261"/>
                  </a:cubicBezTo>
                  <a:cubicBezTo>
                    <a:pt x="4939" y="17267"/>
                    <a:pt x="5066" y="17272"/>
                    <a:pt x="5200" y="17272"/>
                  </a:cubicBezTo>
                  <a:cubicBezTo>
                    <a:pt x="5316" y="17272"/>
                    <a:pt x="5437" y="17268"/>
                    <a:pt x="5564" y="17261"/>
                  </a:cubicBezTo>
                  <a:lnTo>
                    <a:pt x="6145" y="17222"/>
                  </a:lnTo>
                  <a:cubicBezTo>
                    <a:pt x="6201" y="18278"/>
                    <a:pt x="6252" y="19156"/>
                    <a:pt x="6264" y="19275"/>
                  </a:cubicBezTo>
                  <a:cubicBezTo>
                    <a:pt x="6300" y="19592"/>
                    <a:pt x="6201" y="20126"/>
                    <a:pt x="6474" y="20126"/>
                  </a:cubicBezTo>
                  <a:lnTo>
                    <a:pt x="6264" y="20126"/>
                  </a:lnTo>
                  <a:lnTo>
                    <a:pt x="6264" y="20249"/>
                  </a:lnTo>
                  <a:lnTo>
                    <a:pt x="8737" y="20249"/>
                  </a:lnTo>
                  <a:lnTo>
                    <a:pt x="8737" y="20126"/>
                  </a:lnTo>
                  <a:lnTo>
                    <a:pt x="8468" y="20126"/>
                  </a:lnTo>
                  <a:cubicBezTo>
                    <a:pt x="8808" y="20126"/>
                    <a:pt x="8697" y="19881"/>
                    <a:pt x="8377" y="19762"/>
                  </a:cubicBezTo>
                  <a:cubicBezTo>
                    <a:pt x="8353" y="19750"/>
                    <a:pt x="8325" y="19738"/>
                    <a:pt x="8298" y="19730"/>
                  </a:cubicBezTo>
                  <a:lnTo>
                    <a:pt x="8290" y="19730"/>
                  </a:lnTo>
                  <a:cubicBezTo>
                    <a:pt x="8017" y="19631"/>
                    <a:pt x="7768" y="19564"/>
                    <a:pt x="7578" y="19493"/>
                  </a:cubicBezTo>
                  <a:lnTo>
                    <a:pt x="7273" y="19350"/>
                  </a:lnTo>
                  <a:cubicBezTo>
                    <a:pt x="7198" y="19295"/>
                    <a:pt x="7142" y="19208"/>
                    <a:pt x="7127" y="19113"/>
                  </a:cubicBezTo>
                  <a:cubicBezTo>
                    <a:pt x="7055" y="18614"/>
                    <a:pt x="7107" y="17799"/>
                    <a:pt x="7166" y="17107"/>
                  </a:cubicBezTo>
                  <a:cubicBezTo>
                    <a:pt x="7965" y="16980"/>
                    <a:pt x="8393" y="16842"/>
                    <a:pt x="8393" y="16842"/>
                  </a:cubicBezTo>
                  <a:cubicBezTo>
                    <a:pt x="8393" y="16842"/>
                    <a:pt x="8143" y="14713"/>
                    <a:pt x="7863" y="12865"/>
                  </a:cubicBezTo>
                  <a:cubicBezTo>
                    <a:pt x="7946" y="12810"/>
                    <a:pt x="8009" y="12731"/>
                    <a:pt x="8052" y="12640"/>
                  </a:cubicBezTo>
                  <a:cubicBezTo>
                    <a:pt x="7779" y="11179"/>
                    <a:pt x="7134" y="8647"/>
                    <a:pt x="7095" y="7492"/>
                  </a:cubicBezTo>
                  <a:cubicBezTo>
                    <a:pt x="7067" y="6526"/>
                    <a:pt x="7055" y="5822"/>
                    <a:pt x="7142" y="5169"/>
                  </a:cubicBezTo>
                  <a:cubicBezTo>
                    <a:pt x="7253" y="5454"/>
                    <a:pt x="7439" y="5968"/>
                    <a:pt x="7502" y="6491"/>
                  </a:cubicBezTo>
                  <a:cubicBezTo>
                    <a:pt x="7566" y="7013"/>
                    <a:pt x="8136" y="9988"/>
                    <a:pt x="8136" y="9988"/>
                  </a:cubicBezTo>
                  <a:lnTo>
                    <a:pt x="8769" y="9988"/>
                  </a:lnTo>
                  <a:cubicBezTo>
                    <a:pt x="8935" y="9981"/>
                    <a:pt x="9097" y="9949"/>
                    <a:pt x="9255" y="9890"/>
                  </a:cubicBezTo>
                  <a:lnTo>
                    <a:pt x="9354" y="9846"/>
                  </a:lnTo>
                  <a:cubicBezTo>
                    <a:pt x="9418" y="10087"/>
                    <a:pt x="9453" y="10341"/>
                    <a:pt x="9453" y="10590"/>
                  </a:cubicBezTo>
                  <a:cubicBezTo>
                    <a:pt x="9453" y="10844"/>
                    <a:pt x="9273" y="11108"/>
                    <a:pt x="9395" y="11108"/>
                  </a:cubicBezTo>
                  <a:cubicBezTo>
                    <a:pt x="9410" y="11108"/>
                    <a:pt x="9429" y="11104"/>
                    <a:pt x="9453" y="11096"/>
                  </a:cubicBezTo>
                  <a:cubicBezTo>
                    <a:pt x="9675" y="11021"/>
                    <a:pt x="9699" y="10827"/>
                    <a:pt x="9758" y="10665"/>
                  </a:cubicBezTo>
                  <a:cubicBezTo>
                    <a:pt x="9776" y="10615"/>
                    <a:pt x="9804" y="10593"/>
                    <a:pt x="9837" y="10593"/>
                  </a:cubicBezTo>
                  <a:cubicBezTo>
                    <a:pt x="9911" y="10593"/>
                    <a:pt x="10012" y="10706"/>
                    <a:pt x="10094" y="10879"/>
                  </a:cubicBezTo>
                  <a:cubicBezTo>
                    <a:pt x="10266" y="11239"/>
                    <a:pt x="10526" y="11470"/>
                    <a:pt x="10773" y="11470"/>
                  </a:cubicBezTo>
                  <a:cubicBezTo>
                    <a:pt x="10817" y="11470"/>
                    <a:pt x="10860" y="11463"/>
                    <a:pt x="10901" y="11449"/>
                  </a:cubicBezTo>
                  <a:cubicBezTo>
                    <a:pt x="11056" y="11393"/>
                    <a:pt x="10874" y="11096"/>
                    <a:pt x="10676" y="10827"/>
                  </a:cubicBezTo>
                  <a:cubicBezTo>
                    <a:pt x="10478" y="10562"/>
                    <a:pt x="10256" y="10170"/>
                    <a:pt x="10066" y="9894"/>
                  </a:cubicBezTo>
                  <a:cubicBezTo>
                    <a:pt x="9995" y="9791"/>
                    <a:pt x="9932" y="9688"/>
                    <a:pt x="9877" y="9577"/>
                  </a:cubicBezTo>
                  <a:lnTo>
                    <a:pt x="9975" y="9518"/>
                  </a:lnTo>
                  <a:cubicBezTo>
                    <a:pt x="9975" y="9518"/>
                    <a:pt x="9536" y="8374"/>
                    <a:pt x="9188" y="7571"/>
                  </a:cubicBezTo>
                  <a:cubicBezTo>
                    <a:pt x="9141" y="7456"/>
                    <a:pt x="9065" y="7266"/>
                    <a:pt x="8970" y="7017"/>
                  </a:cubicBezTo>
                  <a:cubicBezTo>
                    <a:pt x="8879" y="6764"/>
                    <a:pt x="8765" y="6435"/>
                    <a:pt x="8650" y="6067"/>
                  </a:cubicBezTo>
                  <a:cubicBezTo>
                    <a:pt x="8602" y="5929"/>
                    <a:pt x="8559" y="5782"/>
                    <a:pt x="8515" y="5636"/>
                  </a:cubicBezTo>
                  <a:cubicBezTo>
                    <a:pt x="8310" y="4932"/>
                    <a:pt x="7934" y="3776"/>
                    <a:pt x="7716" y="3634"/>
                  </a:cubicBezTo>
                  <a:cubicBezTo>
                    <a:pt x="7582" y="3551"/>
                    <a:pt x="7431" y="3495"/>
                    <a:pt x="7277" y="3468"/>
                  </a:cubicBezTo>
                  <a:lnTo>
                    <a:pt x="7020" y="3400"/>
                  </a:lnTo>
                  <a:cubicBezTo>
                    <a:pt x="6964" y="2692"/>
                    <a:pt x="6865" y="1754"/>
                    <a:pt x="6707" y="1406"/>
                  </a:cubicBezTo>
                  <a:lnTo>
                    <a:pt x="6695" y="1264"/>
                  </a:lnTo>
                  <a:lnTo>
                    <a:pt x="6687" y="1129"/>
                  </a:lnTo>
                  <a:lnTo>
                    <a:pt x="6687" y="1034"/>
                  </a:lnTo>
                  <a:lnTo>
                    <a:pt x="6676" y="1034"/>
                  </a:lnTo>
                  <a:cubicBezTo>
                    <a:pt x="6679" y="698"/>
                    <a:pt x="6517" y="381"/>
                    <a:pt x="6244" y="179"/>
                  </a:cubicBezTo>
                  <a:cubicBezTo>
                    <a:pt x="6109" y="79"/>
                    <a:pt x="5869" y="1"/>
                    <a:pt x="5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2316867" y="1959732"/>
              <a:ext cx="253433" cy="286366"/>
            </a:xfrm>
            <a:custGeom>
              <a:avLst/>
              <a:gdLst/>
              <a:ahLst/>
              <a:cxnLst/>
              <a:rect l="l" t="t" r="r" b="b"/>
              <a:pathLst>
                <a:path w="4017" h="4539" extrusionOk="0">
                  <a:moveTo>
                    <a:pt x="1720" y="1085"/>
                  </a:moveTo>
                  <a:cubicBezTo>
                    <a:pt x="1780" y="1085"/>
                    <a:pt x="1831" y="1090"/>
                    <a:pt x="1868" y="1101"/>
                  </a:cubicBezTo>
                  <a:cubicBezTo>
                    <a:pt x="2157" y="1192"/>
                    <a:pt x="2196" y="1615"/>
                    <a:pt x="1789" y="1623"/>
                  </a:cubicBezTo>
                  <a:cubicBezTo>
                    <a:pt x="1787" y="1623"/>
                    <a:pt x="1785" y="1623"/>
                    <a:pt x="1783" y="1623"/>
                  </a:cubicBezTo>
                  <a:cubicBezTo>
                    <a:pt x="1498" y="1623"/>
                    <a:pt x="1079" y="1329"/>
                    <a:pt x="863" y="1219"/>
                  </a:cubicBezTo>
                  <a:cubicBezTo>
                    <a:pt x="945" y="1193"/>
                    <a:pt x="1432" y="1085"/>
                    <a:pt x="1720" y="1085"/>
                  </a:cubicBezTo>
                  <a:close/>
                  <a:moveTo>
                    <a:pt x="822" y="0"/>
                  </a:moveTo>
                  <a:cubicBezTo>
                    <a:pt x="460" y="0"/>
                    <a:pt x="121" y="137"/>
                    <a:pt x="99" y="539"/>
                  </a:cubicBezTo>
                  <a:cubicBezTo>
                    <a:pt x="79" y="824"/>
                    <a:pt x="218" y="1061"/>
                    <a:pt x="435" y="1247"/>
                  </a:cubicBezTo>
                  <a:cubicBezTo>
                    <a:pt x="230" y="1397"/>
                    <a:pt x="75" y="1595"/>
                    <a:pt x="56" y="1833"/>
                  </a:cubicBezTo>
                  <a:cubicBezTo>
                    <a:pt x="0" y="2474"/>
                    <a:pt x="685" y="3198"/>
                    <a:pt x="1148" y="3542"/>
                  </a:cubicBezTo>
                  <a:cubicBezTo>
                    <a:pt x="1907" y="4104"/>
                    <a:pt x="2722" y="4219"/>
                    <a:pt x="3589" y="4511"/>
                  </a:cubicBezTo>
                  <a:cubicBezTo>
                    <a:pt x="3645" y="4530"/>
                    <a:pt x="3701" y="4538"/>
                    <a:pt x="3750" y="4538"/>
                  </a:cubicBezTo>
                  <a:cubicBezTo>
                    <a:pt x="3926" y="4538"/>
                    <a:pt x="4017" y="4424"/>
                    <a:pt x="3735" y="4211"/>
                  </a:cubicBezTo>
                  <a:cubicBezTo>
                    <a:pt x="3352" y="3930"/>
                    <a:pt x="2861" y="3993"/>
                    <a:pt x="2402" y="3894"/>
                  </a:cubicBezTo>
                  <a:cubicBezTo>
                    <a:pt x="1702" y="3744"/>
                    <a:pt x="1061" y="3431"/>
                    <a:pt x="621" y="2850"/>
                  </a:cubicBezTo>
                  <a:cubicBezTo>
                    <a:pt x="317" y="2454"/>
                    <a:pt x="56" y="1809"/>
                    <a:pt x="661" y="1405"/>
                  </a:cubicBezTo>
                  <a:cubicBezTo>
                    <a:pt x="1050" y="1629"/>
                    <a:pt x="1535" y="1826"/>
                    <a:pt x="1894" y="1826"/>
                  </a:cubicBezTo>
                  <a:cubicBezTo>
                    <a:pt x="1966" y="1826"/>
                    <a:pt x="2033" y="1818"/>
                    <a:pt x="2093" y="1801"/>
                  </a:cubicBezTo>
                  <a:cubicBezTo>
                    <a:pt x="2279" y="1750"/>
                    <a:pt x="2335" y="1635"/>
                    <a:pt x="2291" y="1425"/>
                  </a:cubicBezTo>
                  <a:cubicBezTo>
                    <a:pt x="2203" y="1044"/>
                    <a:pt x="1902" y="902"/>
                    <a:pt x="1543" y="902"/>
                  </a:cubicBezTo>
                  <a:cubicBezTo>
                    <a:pt x="1276" y="902"/>
                    <a:pt x="977" y="980"/>
                    <a:pt x="708" y="1097"/>
                  </a:cubicBezTo>
                  <a:cubicBezTo>
                    <a:pt x="590" y="1014"/>
                    <a:pt x="412" y="871"/>
                    <a:pt x="372" y="796"/>
                  </a:cubicBezTo>
                  <a:cubicBezTo>
                    <a:pt x="210" y="451"/>
                    <a:pt x="397" y="362"/>
                    <a:pt x="668" y="362"/>
                  </a:cubicBezTo>
                  <a:cubicBezTo>
                    <a:pt x="959" y="362"/>
                    <a:pt x="1346" y="464"/>
                    <a:pt x="1511" y="464"/>
                  </a:cubicBezTo>
                  <a:cubicBezTo>
                    <a:pt x="1512" y="464"/>
                    <a:pt x="1514" y="464"/>
                    <a:pt x="1516" y="464"/>
                  </a:cubicBezTo>
                  <a:cubicBezTo>
                    <a:pt x="1828" y="460"/>
                    <a:pt x="1848" y="369"/>
                    <a:pt x="1595" y="202"/>
                  </a:cubicBezTo>
                  <a:cubicBezTo>
                    <a:pt x="1426" y="91"/>
                    <a:pt x="1116" y="0"/>
                    <a:pt x="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398344" y="2020930"/>
              <a:ext cx="326049" cy="225484"/>
            </a:xfrm>
            <a:custGeom>
              <a:avLst/>
              <a:gdLst/>
              <a:ahLst/>
              <a:cxnLst/>
              <a:rect l="l" t="t" r="r" b="b"/>
              <a:pathLst>
                <a:path w="5168" h="3574" extrusionOk="0">
                  <a:moveTo>
                    <a:pt x="2050" y="819"/>
                  </a:moveTo>
                  <a:cubicBezTo>
                    <a:pt x="2356" y="819"/>
                    <a:pt x="2511" y="1211"/>
                    <a:pt x="2121" y="1337"/>
                  </a:cubicBezTo>
                  <a:cubicBezTo>
                    <a:pt x="2066" y="1355"/>
                    <a:pt x="2001" y="1363"/>
                    <a:pt x="1931" y="1363"/>
                  </a:cubicBezTo>
                  <a:cubicBezTo>
                    <a:pt x="1662" y="1363"/>
                    <a:pt x="1312" y="1255"/>
                    <a:pt x="1124" y="1227"/>
                  </a:cubicBezTo>
                  <a:cubicBezTo>
                    <a:pt x="1203" y="1167"/>
                    <a:pt x="1820" y="819"/>
                    <a:pt x="2046" y="819"/>
                  </a:cubicBezTo>
                  <a:cubicBezTo>
                    <a:pt x="2047" y="819"/>
                    <a:pt x="2049" y="819"/>
                    <a:pt x="2050" y="819"/>
                  </a:cubicBezTo>
                  <a:close/>
                  <a:moveTo>
                    <a:pt x="1207" y="0"/>
                  </a:moveTo>
                  <a:cubicBezTo>
                    <a:pt x="718" y="0"/>
                    <a:pt x="54" y="230"/>
                    <a:pt x="194" y="799"/>
                  </a:cubicBezTo>
                  <a:cubicBezTo>
                    <a:pt x="261" y="1076"/>
                    <a:pt x="463" y="1258"/>
                    <a:pt x="720" y="1373"/>
                  </a:cubicBezTo>
                  <a:cubicBezTo>
                    <a:pt x="570" y="1583"/>
                    <a:pt x="483" y="1812"/>
                    <a:pt x="534" y="2046"/>
                  </a:cubicBezTo>
                  <a:cubicBezTo>
                    <a:pt x="669" y="2675"/>
                    <a:pt x="1531" y="3169"/>
                    <a:pt x="2077" y="3355"/>
                  </a:cubicBezTo>
                  <a:cubicBezTo>
                    <a:pt x="2597" y="3540"/>
                    <a:pt x="3092" y="3574"/>
                    <a:pt x="3594" y="3574"/>
                  </a:cubicBezTo>
                  <a:cubicBezTo>
                    <a:pt x="3883" y="3574"/>
                    <a:pt x="4174" y="3563"/>
                    <a:pt x="4474" y="3563"/>
                  </a:cubicBezTo>
                  <a:cubicBezTo>
                    <a:pt x="4547" y="3563"/>
                    <a:pt x="4619" y="3564"/>
                    <a:pt x="4693" y="3565"/>
                  </a:cubicBezTo>
                  <a:cubicBezTo>
                    <a:pt x="4696" y="3565"/>
                    <a:pt x="4699" y="3565"/>
                    <a:pt x="4702" y="3565"/>
                  </a:cubicBezTo>
                  <a:cubicBezTo>
                    <a:pt x="4970" y="3565"/>
                    <a:pt x="5167" y="3389"/>
                    <a:pt x="4748" y="3237"/>
                  </a:cubicBezTo>
                  <a:cubicBezTo>
                    <a:pt x="4628" y="3194"/>
                    <a:pt x="4507" y="3178"/>
                    <a:pt x="4386" y="3178"/>
                  </a:cubicBezTo>
                  <a:cubicBezTo>
                    <a:pt x="4055" y="3178"/>
                    <a:pt x="3722" y="3299"/>
                    <a:pt x="3383" y="3328"/>
                  </a:cubicBezTo>
                  <a:cubicBezTo>
                    <a:pt x="3266" y="3337"/>
                    <a:pt x="3150" y="3343"/>
                    <a:pt x="3034" y="3343"/>
                  </a:cubicBezTo>
                  <a:cubicBezTo>
                    <a:pt x="2440" y="3343"/>
                    <a:pt x="1865" y="3207"/>
                    <a:pt x="1365" y="2849"/>
                  </a:cubicBezTo>
                  <a:cubicBezTo>
                    <a:pt x="970" y="2560"/>
                    <a:pt x="522" y="2026"/>
                    <a:pt x="985" y="1456"/>
                  </a:cubicBezTo>
                  <a:lnTo>
                    <a:pt x="985" y="1456"/>
                  </a:lnTo>
                  <a:cubicBezTo>
                    <a:pt x="1247" y="1519"/>
                    <a:pt x="1538" y="1561"/>
                    <a:pt x="1804" y="1561"/>
                  </a:cubicBezTo>
                  <a:cubicBezTo>
                    <a:pt x="2071" y="1561"/>
                    <a:pt x="2311" y="1519"/>
                    <a:pt x="2469" y="1417"/>
                  </a:cubicBezTo>
                  <a:cubicBezTo>
                    <a:pt x="2635" y="1310"/>
                    <a:pt x="2655" y="1187"/>
                    <a:pt x="2548" y="1001"/>
                  </a:cubicBezTo>
                  <a:cubicBezTo>
                    <a:pt x="2411" y="764"/>
                    <a:pt x="2209" y="669"/>
                    <a:pt x="1984" y="669"/>
                  </a:cubicBezTo>
                  <a:cubicBezTo>
                    <a:pt x="1645" y="669"/>
                    <a:pt x="1251" y="883"/>
                    <a:pt x="938" y="1151"/>
                  </a:cubicBezTo>
                  <a:cubicBezTo>
                    <a:pt x="799" y="1108"/>
                    <a:pt x="590" y="1021"/>
                    <a:pt x="530" y="962"/>
                  </a:cubicBezTo>
                  <a:cubicBezTo>
                    <a:pt x="0" y="380"/>
                    <a:pt x="1231" y="404"/>
                    <a:pt x="1523" y="309"/>
                  </a:cubicBezTo>
                  <a:cubicBezTo>
                    <a:pt x="1812" y="218"/>
                    <a:pt x="1808" y="123"/>
                    <a:pt x="1520" y="40"/>
                  </a:cubicBezTo>
                  <a:cubicBezTo>
                    <a:pt x="1435" y="14"/>
                    <a:pt x="1326" y="0"/>
                    <a:pt x="12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8204017" y="1731850"/>
              <a:ext cx="326301" cy="225610"/>
            </a:xfrm>
            <a:custGeom>
              <a:avLst/>
              <a:gdLst/>
              <a:ahLst/>
              <a:cxnLst/>
              <a:rect l="l" t="t" r="r" b="b"/>
              <a:pathLst>
                <a:path w="5172" h="3576" extrusionOk="0">
                  <a:moveTo>
                    <a:pt x="2056" y="823"/>
                  </a:moveTo>
                  <a:cubicBezTo>
                    <a:pt x="2362" y="823"/>
                    <a:pt x="2513" y="1212"/>
                    <a:pt x="2122" y="1337"/>
                  </a:cubicBezTo>
                  <a:cubicBezTo>
                    <a:pt x="2067" y="1356"/>
                    <a:pt x="2002" y="1363"/>
                    <a:pt x="1931" y="1363"/>
                  </a:cubicBezTo>
                  <a:cubicBezTo>
                    <a:pt x="1664" y="1363"/>
                    <a:pt x="1315" y="1258"/>
                    <a:pt x="1124" y="1227"/>
                  </a:cubicBezTo>
                  <a:cubicBezTo>
                    <a:pt x="1208" y="1163"/>
                    <a:pt x="1825" y="823"/>
                    <a:pt x="2046" y="823"/>
                  </a:cubicBezTo>
                  <a:cubicBezTo>
                    <a:pt x="2050" y="823"/>
                    <a:pt x="2053" y="823"/>
                    <a:pt x="2056" y="823"/>
                  </a:cubicBezTo>
                  <a:close/>
                  <a:moveTo>
                    <a:pt x="1223" y="0"/>
                  </a:moveTo>
                  <a:cubicBezTo>
                    <a:pt x="730" y="0"/>
                    <a:pt x="53" y="228"/>
                    <a:pt x="195" y="803"/>
                  </a:cubicBezTo>
                  <a:cubicBezTo>
                    <a:pt x="262" y="1076"/>
                    <a:pt x="464" y="1262"/>
                    <a:pt x="729" y="1373"/>
                  </a:cubicBezTo>
                  <a:cubicBezTo>
                    <a:pt x="571" y="1583"/>
                    <a:pt x="483" y="1816"/>
                    <a:pt x="535" y="2050"/>
                  </a:cubicBezTo>
                  <a:cubicBezTo>
                    <a:pt x="669" y="2675"/>
                    <a:pt x="1532" y="3169"/>
                    <a:pt x="2078" y="3359"/>
                  </a:cubicBezTo>
                  <a:cubicBezTo>
                    <a:pt x="2592" y="3541"/>
                    <a:pt x="3079" y="3575"/>
                    <a:pt x="3574" y="3575"/>
                  </a:cubicBezTo>
                  <a:cubicBezTo>
                    <a:pt x="3873" y="3575"/>
                    <a:pt x="4175" y="3563"/>
                    <a:pt x="4487" y="3563"/>
                  </a:cubicBezTo>
                  <a:cubicBezTo>
                    <a:pt x="4556" y="3563"/>
                    <a:pt x="4627" y="3564"/>
                    <a:pt x="4698" y="3565"/>
                  </a:cubicBezTo>
                  <a:cubicBezTo>
                    <a:pt x="4703" y="3565"/>
                    <a:pt x="4709" y="3565"/>
                    <a:pt x="4715" y="3565"/>
                  </a:cubicBezTo>
                  <a:cubicBezTo>
                    <a:pt x="4979" y="3565"/>
                    <a:pt x="5171" y="3388"/>
                    <a:pt x="4753" y="3241"/>
                  </a:cubicBezTo>
                  <a:cubicBezTo>
                    <a:pt x="4631" y="3198"/>
                    <a:pt x="4508" y="3182"/>
                    <a:pt x="4386" y="3182"/>
                  </a:cubicBezTo>
                  <a:cubicBezTo>
                    <a:pt x="4055" y="3182"/>
                    <a:pt x="3721" y="3299"/>
                    <a:pt x="3384" y="3328"/>
                  </a:cubicBezTo>
                  <a:cubicBezTo>
                    <a:pt x="3266" y="3338"/>
                    <a:pt x="3148" y="3343"/>
                    <a:pt x="3031" y="3343"/>
                  </a:cubicBezTo>
                  <a:cubicBezTo>
                    <a:pt x="2440" y="3343"/>
                    <a:pt x="1865" y="3209"/>
                    <a:pt x="1370" y="2849"/>
                  </a:cubicBezTo>
                  <a:cubicBezTo>
                    <a:pt x="970" y="2564"/>
                    <a:pt x="531" y="2022"/>
                    <a:pt x="986" y="1460"/>
                  </a:cubicBezTo>
                  <a:lnTo>
                    <a:pt x="986" y="1460"/>
                  </a:lnTo>
                  <a:cubicBezTo>
                    <a:pt x="1249" y="1521"/>
                    <a:pt x="1542" y="1562"/>
                    <a:pt x="1809" y="1562"/>
                  </a:cubicBezTo>
                  <a:cubicBezTo>
                    <a:pt x="2075" y="1562"/>
                    <a:pt x="2315" y="1521"/>
                    <a:pt x="2474" y="1421"/>
                  </a:cubicBezTo>
                  <a:cubicBezTo>
                    <a:pt x="2636" y="1310"/>
                    <a:pt x="2656" y="1187"/>
                    <a:pt x="2549" y="997"/>
                  </a:cubicBezTo>
                  <a:cubicBezTo>
                    <a:pt x="2415" y="764"/>
                    <a:pt x="2216" y="671"/>
                    <a:pt x="1991" y="671"/>
                  </a:cubicBezTo>
                  <a:cubicBezTo>
                    <a:pt x="1651" y="671"/>
                    <a:pt x="1253" y="885"/>
                    <a:pt x="939" y="1151"/>
                  </a:cubicBezTo>
                  <a:cubicBezTo>
                    <a:pt x="800" y="1108"/>
                    <a:pt x="590" y="1025"/>
                    <a:pt x="535" y="965"/>
                  </a:cubicBezTo>
                  <a:cubicBezTo>
                    <a:pt x="1" y="380"/>
                    <a:pt x="1231" y="404"/>
                    <a:pt x="1528" y="309"/>
                  </a:cubicBezTo>
                  <a:cubicBezTo>
                    <a:pt x="1825" y="210"/>
                    <a:pt x="1817" y="123"/>
                    <a:pt x="1524" y="36"/>
                  </a:cubicBezTo>
                  <a:cubicBezTo>
                    <a:pt x="1442" y="13"/>
                    <a:pt x="1338" y="0"/>
                    <a:pt x="1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5382869" y="2153294"/>
              <a:ext cx="365291" cy="196021"/>
            </a:xfrm>
            <a:custGeom>
              <a:avLst/>
              <a:gdLst/>
              <a:ahLst/>
              <a:cxnLst/>
              <a:rect l="l" t="t" r="r" b="b"/>
              <a:pathLst>
                <a:path w="5790" h="3107" extrusionOk="0">
                  <a:moveTo>
                    <a:pt x="2950" y="377"/>
                  </a:moveTo>
                  <a:cubicBezTo>
                    <a:pt x="3150" y="377"/>
                    <a:pt x="3261" y="606"/>
                    <a:pt x="3139" y="976"/>
                  </a:cubicBezTo>
                  <a:cubicBezTo>
                    <a:pt x="3067" y="1139"/>
                    <a:pt x="2909" y="1487"/>
                    <a:pt x="2794" y="1625"/>
                  </a:cubicBezTo>
                  <a:cubicBezTo>
                    <a:pt x="2604" y="1851"/>
                    <a:pt x="2359" y="2021"/>
                    <a:pt x="2082" y="2124"/>
                  </a:cubicBezTo>
                  <a:cubicBezTo>
                    <a:pt x="2003" y="1950"/>
                    <a:pt x="2043" y="1416"/>
                    <a:pt x="2387" y="838"/>
                  </a:cubicBezTo>
                  <a:cubicBezTo>
                    <a:pt x="2583" y="517"/>
                    <a:pt x="2794" y="377"/>
                    <a:pt x="2950" y="377"/>
                  </a:cubicBezTo>
                  <a:close/>
                  <a:moveTo>
                    <a:pt x="4782" y="1"/>
                  </a:moveTo>
                  <a:cubicBezTo>
                    <a:pt x="4080" y="1"/>
                    <a:pt x="3706" y="1046"/>
                    <a:pt x="3613" y="1582"/>
                  </a:cubicBezTo>
                  <a:cubicBezTo>
                    <a:pt x="3611" y="1595"/>
                    <a:pt x="3622" y="1602"/>
                    <a:pt x="3633" y="1602"/>
                  </a:cubicBezTo>
                  <a:cubicBezTo>
                    <a:pt x="3641" y="1602"/>
                    <a:pt x="3650" y="1598"/>
                    <a:pt x="3653" y="1590"/>
                  </a:cubicBezTo>
                  <a:cubicBezTo>
                    <a:pt x="3732" y="1348"/>
                    <a:pt x="4136" y="478"/>
                    <a:pt x="4456" y="260"/>
                  </a:cubicBezTo>
                  <a:cubicBezTo>
                    <a:pt x="4509" y="224"/>
                    <a:pt x="4569" y="208"/>
                    <a:pt x="4631" y="208"/>
                  </a:cubicBezTo>
                  <a:cubicBezTo>
                    <a:pt x="4947" y="208"/>
                    <a:pt x="5333" y="634"/>
                    <a:pt x="5244" y="1123"/>
                  </a:cubicBezTo>
                  <a:cubicBezTo>
                    <a:pt x="5188" y="1447"/>
                    <a:pt x="5034" y="2148"/>
                    <a:pt x="3348" y="2856"/>
                  </a:cubicBezTo>
                  <a:cubicBezTo>
                    <a:pt x="3148" y="2911"/>
                    <a:pt x="2983" y="2934"/>
                    <a:pt x="2846" y="2934"/>
                  </a:cubicBezTo>
                  <a:cubicBezTo>
                    <a:pt x="2252" y="2934"/>
                    <a:pt x="2193" y="2501"/>
                    <a:pt x="2141" y="2353"/>
                  </a:cubicBezTo>
                  <a:cubicBezTo>
                    <a:pt x="2585" y="2140"/>
                    <a:pt x="2957" y="1796"/>
                    <a:pt x="3198" y="1368"/>
                  </a:cubicBezTo>
                  <a:cubicBezTo>
                    <a:pt x="3396" y="996"/>
                    <a:pt x="3669" y="165"/>
                    <a:pt x="2988" y="134"/>
                  </a:cubicBezTo>
                  <a:cubicBezTo>
                    <a:pt x="2977" y="133"/>
                    <a:pt x="2966" y="133"/>
                    <a:pt x="2955" y="133"/>
                  </a:cubicBezTo>
                  <a:cubicBezTo>
                    <a:pt x="2210" y="133"/>
                    <a:pt x="1849" y="1460"/>
                    <a:pt x="1845" y="2029"/>
                  </a:cubicBezTo>
                  <a:cubicBezTo>
                    <a:pt x="1845" y="2084"/>
                    <a:pt x="1845" y="2140"/>
                    <a:pt x="1849" y="2187"/>
                  </a:cubicBezTo>
                  <a:cubicBezTo>
                    <a:pt x="1750" y="2207"/>
                    <a:pt x="1651" y="2217"/>
                    <a:pt x="1552" y="2217"/>
                  </a:cubicBezTo>
                  <a:cubicBezTo>
                    <a:pt x="900" y="2217"/>
                    <a:pt x="298" y="1784"/>
                    <a:pt x="250" y="941"/>
                  </a:cubicBezTo>
                  <a:cubicBezTo>
                    <a:pt x="246" y="919"/>
                    <a:pt x="227" y="907"/>
                    <a:pt x="208" y="907"/>
                  </a:cubicBezTo>
                  <a:cubicBezTo>
                    <a:pt x="192" y="907"/>
                    <a:pt x="176" y="915"/>
                    <a:pt x="167" y="933"/>
                  </a:cubicBezTo>
                  <a:cubicBezTo>
                    <a:pt x="1" y="1712"/>
                    <a:pt x="575" y="2377"/>
                    <a:pt x="1354" y="2456"/>
                  </a:cubicBezTo>
                  <a:cubicBezTo>
                    <a:pt x="1405" y="2461"/>
                    <a:pt x="1456" y="2463"/>
                    <a:pt x="1507" y="2463"/>
                  </a:cubicBezTo>
                  <a:cubicBezTo>
                    <a:pt x="1634" y="2463"/>
                    <a:pt x="1760" y="2449"/>
                    <a:pt x="1884" y="2421"/>
                  </a:cubicBezTo>
                  <a:cubicBezTo>
                    <a:pt x="1994" y="2913"/>
                    <a:pt x="2330" y="3106"/>
                    <a:pt x="2758" y="3106"/>
                  </a:cubicBezTo>
                  <a:cubicBezTo>
                    <a:pt x="3706" y="3106"/>
                    <a:pt x="5101" y="2154"/>
                    <a:pt x="5461" y="1388"/>
                  </a:cubicBezTo>
                  <a:cubicBezTo>
                    <a:pt x="5790" y="676"/>
                    <a:pt x="5513" y="62"/>
                    <a:pt x="4840" y="3"/>
                  </a:cubicBezTo>
                  <a:cubicBezTo>
                    <a:pt x="4820" y="2"/>
                    <a:pt x="4801" y="1"/>
                    <a:pt x="4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7344537" y="2272219"/>
              <a:ext cx="317090" cy="272423"/>
            </a:xfrm>
            <a:custGeom>
              <a:avLst/>
              <a:gdLst/>
              <a:ahLst/>
              <a:cxnLst/>
              <a:rect l="l" t="t" r="r" b="b"/>
              <a:pathLst>
                <a:path w="5026" h="4318" extrusionOk="0">
                  <a:moveTo>
                    <a:pt x="3051" y="1896"/>
                  </a:moveTo>
                  <a:cubicBezTo>
                    <a:pt x="3324" y="1896"/>
                    <a:pt x="3593" y="1963"/>
                    <a:pt x="3835" y="2095"/>
                  </a:cubicBezTo>
                  <a:cubicBezTo>
                    <a:pt x="3759" y="2269"/>
                    <a:pt x="3336" y="2597"/>
                    <a:pt x="2667" y="2724"/>
                  </a:cubicBezTo>
                  <a:cubicBezTo>
                    <a:pt x="2561" y="2745"/>
                    <a:pt x="2465" y="2754"/>
                    <a:pt x="2379" y="2754"/>
                  </a:cubicBezTo>
                  <a:cubicBezTo>
                    <a:pt x="1796" y="2754"/>
                    <a:pt x="1716" y="2317"/>
                    <a:pt x="2272" y="2075"/>
                  </a:cubicBezTo>
                  <a:cubicBezTo>
                    <a:pt x="2446" y="2020"/>
                    <a:pt x="2806" y="1905"/>
                    <a:pt x="2984" y="1897"/>
                  </a:cubicBezTo>
                  <a:cubicBezTo>
                    <a:pt x="3006" y="1896"/>
                    <a:pt x="3028" y="1896"/>
                    <a:pt x="3051" y="1896"/>
                  </a:cubicBezTo>
                  <a:close/>
                  <a:moveTo>
                    <a:pt x="1603" y="0"/>
                  </a:moveTo>
                  <a:cubicBezTo>
                    <a:pt x="1388" y="0"/>
                    <a:pt x="1192" y="23"/>
                    <a:pt x="1029" y="73"/>
                  </a:cubicBezTo>
                  <a:cubicBezTo>
                    <a:pt x="277" y="302"/>
                    <a:pt x="0" y="923"/>
                    <a:pt x="412" y="1462"/>
                  </a:cubicBezTo>
                  <a:cubicBezTo>
                    <a:pt x="562" y="1658"/>
                    <a:pt x="805" y="1731"/>
                    <a:pt x="1075" y="1731"/>
                  </a:cubicBezTo>
                  <a:cubicBezTo>
                    <a:pt x="1546" y="1731"/>
                    <a:pt x="2102" y="1508"/>
                    <a:pt x="2398" y="1319"/>
                  </a:cubicBezTo>
                  <a:cubicBezTo>
                    <a:pt x="2422" y="1316"/>
                    <a:pt x="2408" y="1280"/>
                    <a:pt x="2393" y="1280"/>
                  </a:cubicBezTo>
                  <a:cubicBezTo>
                    <a:pt x="2391" y="1280"/>
                    <a:pt x="2389" y="1281"/>
                    <a:pt x="2386" y="1284"/>
                  </a:cubicBezTo>
                  <a:cubicBezTo>
                    <a:pt x="2186" y="1372"/>
                    <a:pt x="1480" y="1588"/>
                    <a:pt x="1046" y="1588"/>
                  </a:cubicBezTo>
                  <a:cubicBezTo>
                    <a:pt x="973" y="1588"/>
                    <a:pt x="909" y="1582"/>
                    <a:pt x="855" y="1568"/>
                  </a:cubicBezTo>
                  <a:cubicBezTo>
                    <a:pt x="479" y="1477"/>
                    <a:pt x="467" y="726"/>
                    <a:pt x="974" y="413"/>
                  </a:cubicBezTo>
                  <a:cubicBezTo>
                    <a:pt x="1119" y="321"/>
                    <a:pt x="1361" y="180"/>
                    <a:pt x="1798" y="180"/>
                  </a:cubicBezTo>
                  <a:cubicBezTo>
                    <a:pt x="2192" y="180"/>
                    <a:pt x="2744" y="295"/>
                    <a:pt x="3526" y="666"/>
                  </a:cubicBezTo>
                  <a:cubicBezTo>
                    <a:pt x="4464" y="1260"/>
                    <a:pt x="4056" y="1727"/>
                    <a:pt x="3961" y="1901"/>
                  </a:cubicBezTo>
                  <a:cubicBezTo>
                    <a:pt x="3668" y="1775"/>
                    <a:pt x="3353" y="1712"/>
                    <a:pt x="3036" y="1712"/>
                  </a:cubicBezTo>
                  <a:cubicBezTo>
                    <a:pt x="2865" y="1712"/>
                    <a:pt x="2694" y="1730"/>
                    <a:pt x="2525" y="1766"/>
                  </a:cubicBezTo>
                  <a:cubicBezTo>
                    <a:pt x="2117" y="1865"/>
                    <a:pt x="1310" y="2217"/>
                    <a:pt x="1749" y="2752"/>
                  </a:cubicBezTo>
                  <a:cubicBezTo>
                    <a:pt x="1876" y="2907"/>
                    <a:pt x="2077" y="2969"/>
                    <a:pt x="2308" y="2969"/>
                  </a:cubicBezTo>
                  <a:cubicBezTo>
                    <a:pt x="2870" y="2969"/>
                    <a:pt x="3612" y="2604"/>
                    <a:pt x="3918" y="2332"/>
                  </a:cubicBezTo>
                  <a:cubicBezTo>
                    <a:pt x="3965" y="2297"/>
                    <a:pt x="3997" y="2257"/>
                    <a:pt x="4036" y="2221"/>
                  </a:cubicBezTo>
                  <a:cubicBezTo>
                    <a:pt x="4650" y="2688"/>
                    <a:pt x="4863" y="3559"/>
                    <a:pt x="4175" y="4247"/>
                  </a:cubicBezTo>
                  <a:cubicBezTo>
                    <a:pt x="4154" y="4275"/>
                    <a:pt x="4176" y="4317"/>
                    <a:pt x="4210" y="4317"/>
                  </a:cubicBezTo>
                  <a:cubicBezTo>
                    <a:pt x="4215" y="4317"/>
                    <a:pt x="4221" y="4317"/>
                    <a:pt x="4226" y="4314"/>
                  </a:cubicBezTo>
                  <a:cubicBezTo>
                    <a:pt x="4919" y="3915"/>
                    <a:pt x="5026" y="3048"/>
                    <a:pt x="4567" y="2411"/>
                  </a:cubicBezTo>
                  <a:cubicBezTo>
                    <a:pt x="4460" y="2269"/>
                    <a:pt x="4333" y="2142"/>
                    <a:pt x="4187" y="2039"/>
                  </a:cubicBezTo>
                  <a:cubicBezTo>
                    <a:pt x="4995" y="901"/>
                    <a:pt x="2939" y="0"/>
                    <a:pt x="1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285799" y="2030394"/>
              <a:ext cx="287438" cy="287249"/>
            </a:xfrm>
            <a:custGeom>
              <a:avLst/>
              <a:gdLst/>
              <a:ahLst/>
              <a:cxnLst/>
              <a:rect l="l" t="t" r="r" b="b"/>
              <a:pathLst>
                <a:path w="4556" h="4553" extrusionOk="0">
                  <a:moveTo>
                    <a:pt x="2335" y="1397"/>
                  </a:moveTo>
                  <a:cubicBezTo>
                    <a:pt x="2351" y="1421"/>
                    <a:pt x="2363" y="1449"/>
                    <a:pt x="2375" y="1476"/>
                  </a:cubicBezTo>
                  <a:cubicBezTo>
                    <a:pt x="2673" y="1983"/>
                    <a:pt x="2319" y="3010"/>
                    <a:pt x="1953" y="3010"/>
                  </a:cubicBezTo>
                  <a:cubicBezTo>
                    <a:pt x="1867" y="3010"/>
                    <a:pt x="1781" y="2954"/>
                    <a:pt x="1702" y="2822"/>
                  </a:cubicBezTo>
                  <a:cubicBezTo>
                    <a:pt x="1524" y="2521"/>
                    <a:pt x="1520" y="1642"/>
                    <a:pt x="2335" y="1397"/>
                  </a:cubicBezTo>
                  <a:close/>
                  <a:moveTo>
                    <a:pt x="960" y="0"/>
                  </a:moveTo>
                  <a:cubicBezTo>
                    <a:pt x="742" y="0"/>
                    <a:pt x="556" y="101"/>
                    <a:pt x="412" y="345"/>
                  </a:cubicBezTo>
                  <a:cubicBezTo>
                    <a:pt x="1" y="1029"/>
                    <a:pt x="24" y="1813"/>
                    <a:pt x="408" y="2283"/>
                  </a:cubicBezTo>
                  <a:cubicBezTo>
                    <a:pt x="410" y="2287"/>
                    <a:pt x="414" y="2288"/>
                    <a:pt x="417" y="2288"/>
                  </a:cubicBezTo>
                  <a:cubicBezTo>
                    <a:pt x="425" y="2288"/>
                    <a:pt x="435" y="2279"/>
                    <a:pt x="432" y="2268"/>
                  </a:cubicBezTo>
                  <a:cubicBezTo>
                    <a:pt x="278" y="1757"/>
                    <a:pt x="214" y="1445"/>
                    <a:pt x="361" y="906"/>
                  </a:cubicBezTo>
                  <a:cubicBezTo>
                    <a:pt x="457" y="561"/>
                    <a:pt x="687" y="307"/>
                    <a:pt x="1023" y="307"/>
                  </a:cubicBezTo>
                  <a:cubicBezTo>
                    <a:pt x="1211" y="307"/>
                    <a:pt x="1432" y="387"/>
                    <a:pt x="1682" y="574"/>
                  </a:cubicBezTo>
                  <a:cubicBezTo>
                    <a:pt x="1742" y="626"/>
                    <a:pt x="1797" y="681"/>
                    <a:pt x="1844" y="740"/>
                  </a:cubicBezTo>
                  <a:cubicBezTo>
                    <a:pt x="2003" y="875"/>
                    <a:pt x="2137" y="1041"/>
                    <a:pt x="2240" y="1223"/>
                  </a:cubicBezTo>
                  <a:cubicBezTo>
                    <a:pt x="1864" y="1373"/>
                    <a:pt x="1599" y="1706"/>
                    <a:pt x="1508" y="2133"/>
                  </a:cubicBezTo>
                  <a:cubicBezTo>
                    <a:pt x="1427" y="2528"/>
                    <a:pt x="1521" y="3172"/>
                    <a:pt x="2004" y="3172"/>
                  </a:cubicBezTo>
                  <a:cubicBezTo>
                    <a:pt x="2039" y="3172"/>
                    <a:pt x="2075" y="3169"/>
                    <a:pt x="2113" y="3162"/>
                  </a:cubicBezTo>
                  <a:cubicBezTo>
                    <a:pt x="2691" y="3059"/>
                    <a:pt x="2786" y="2264"/>
                    <a:pt x="2723" y="1840"/>
                  </a:cubicBezTo>
                  <a:cubicBezTo>
                    <a:pt x="2687" y="1662"/>
                    <a:pt x="2628" y="1484"/>
                    <a:pt x="2549" y="1322"/>
                  </a:cubicBezTo>
                  <a:cubicBezTo>
                    <a:pt x="2598" y="1312"/>
                    <a:pt x="2647" y="1307"/>
                    <a:pt x="2696" y="1307"/>
                  </a:cubicBezTo>
                  <a:cubicBezTo>
                    <a:pt x="3336" y="1307"/>
                    <a:pt x="3943" y="2111"/>
                    <a:pt x="4072" y="2651"/>
                  </a:cubicBezTo>
                  <a:cubicBezTo>
                    <a:pt x="4211" y="3237"/>
                    <a:pt x="4120" y="3890"/>
                    <a:pt x="4131" y="4491"/>
                  </a:cubicBezTo>
                  <a:cubicBezTo>
                    <a:pt x="4131" y="4533"/>
                    <a:pt x="4157" y="4553"/>
                    <a:pt x="4186" y="4553"/>
                  </a:cubicBezTo>
                  <a:cubicBezTo>
                    <a:pt x="4220" y="4553"/>
                    <a:pt x="4259" y="4526"/>
                    <a:pt x="4270" y="4480"/>
                  </a:cubicBezTo>
                  <a:cubicBezTo>
                    <a:pt x="4556" y="3302"/>
                    <a:pt x="4340" y="1132"/>
                    <a:pt x="2736" y="1132"/>
                  </a:cubicBezTo>
                  <a:cubicBezTo>
                    <a:pt x="2697" y="1132"/>
                    <a:pt x="2657" y="1133"/>
                    <a:pt x="2616" y="1136"/>
                  </a:cubicBezTo>
                  <a:lnTo>
                    <a:pt x="2466" y="1160"/>
                  </a:lnTo>
                  <a:cubicBezTo>
                    <a:pt x="2228" y="732"/>
                    <a:pt x="1864" y="333"/>
                    <a:pt x="1504" y="155"/>
                  </a:cubicBezTo>
                  <a:cubicBezTo>
                    <a:pt x="1307" y="58"/>
                    <a:pt x="1124" y="0"/>
                    <a:pt x="9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0"/>
            <p:cNvSpPr/>
            <p:nvPr/>
          </p:nvSpPr>
          <p:spPr>
            <a:xfrm>
              <a:off x="3283663" y="2379472"/>
              <a:ext cx="40756" cy="35772"/>
            </a:xfrm>
            <a:custGeom>
              <a:avLst/>
              <a:gdLst/>
              <a:ahLst/>
              <a:cxnLst/>
              <a:rect l="l" t="t" r="r" b="b"/>
              <a:pathLst>
                <a:path w="646" h="567" extrusionOk="0">
                  <a:moveTo>
                    <a:pt x="482" y="1"/>
                  </a:moveTo>
                  <a:cubicBezTo>
                    <a:pt x="397" y="1"/>
                    <a:pt x="283" y="57"/>
                    <a:pt x="187" y="153"/>
                  </a:cubicBezTo>
                  <a:cubicBezTo>
                    <a:pt x="48" y="292"/>
                    <a:pt x="1" y="458"/>
                    <a:pt x="68" y="533"/>
                  </a:cubicBezTo>
                  <a:cubicBezTo>
                    <a:pt x="90" y="556"/>
                    <a:pt x="122" y="567"/>
                    <a:pt x="159" y="567"/>
                  </a:cubicBezTo>
                  <a:cubicBezTo>
                    <a:pt x="244" y="567"/>
                    <a:pt x="360" y="511"/>
                    <a:pt x="456" y="414"/>
                  </a:cubicBezTo>
                  <a:cubicBezTo>
                    <a:pt x="594" y="276"/>
                    <a:pt x="646" y="106"/>
                    <a:pt x="575" y="35"/>
                  </a:cubicBezTo>
                  <a:cubicBezTo>
                    <a:pt x="552" y="12"/>
                    <a:pt x="520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0"/>
            <p:cNvSpPr/>
            <p:nvPr/>
          </p:nvSpPr>
          <p:spPr>
            <a:xfrm>
              <a:off x="5957811" y="2275626"/>
              <a:ext cx="40756" cy="35709"/>
            </a:xfrm>
            <a:custGeom>
              <a:avLst/>
              <a:gdLst/>
              <a:ahLst/>
              <a:cxnLst/>
              <a:rect l="l" t="t" r="r" b="b"/>
              <a:pathLst>
                <a:path w="646" h="566" extrusionOk="0">
                  <a:moveTo>
                    <a:pt x="487" y="0"/>
                  </a:moveTo>
                  <a:cubicBezTo>
                    <a:pt x="403" y="0"/>
                    <a:pt x="287" y="53"/>
                    <a:pt x="190" y="149"/>
                  </a:cubicBezTo>
                  <a:cubicBezTo>
                    <a:pt x="52" y="288"/>
                    <a:pt x="0" y="458"/>
                    <a:pt x="72" y="533"/>
                  </a:cubicBezTo>
                  <a:cubicBezTo>
                    <a:pt x="92" y="555"/>
                    <a:pt x="123" y="565"/>
                    <a:pt x="159" y="565"/>
                  </a:cubicBezTo>
                  <a:cubicBezTo>
                    <a:pt x="243" y="565"/>
                    <a:pt x="359" y="511"/>
                    <a:pt x="455" y="414"/>
                  </a:cubicBezTo>
                  <a:cubicBezTo>
                    <a:pt x="594" y="276"/>
                    <a:pt x="645" y="102"/>
                    <a:pt x="574" y="31"/>
                  </a:cubicBezTo>
                  <a:cubicBezTo>
                    <a:pt x="554" y="10"/>
                    <a:pt x="523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7911719" y="1968754"/>
              <a:ext cx="40756" cy="35898"/>
            </a:xfrm>
            <a:custGeom>
              <a:avLst/>
              <a:gdLst/>
              <a:ahLst/>
              <a:cxnLst/>
              <a:rect l="l" t="t" r="r" b="b"/>
              <a:pathLst>
                <a:path w="646" h="569" extrusionOk="0">
                  <a:moveTo>
                    <a:pt x="157" y="1"/>
                  </a:moveTo>
                  <a:cubicBezTo>
                    <a:pt x="121" y="1"/>
                    <a:pt x="90" y="11"/>
                    <a:pt x="68" y="32"/>
                  </a:cubicBezTo>
                  <a:cubicBezTo>
                    <a:pt x="0" y="107"/>
                    <a:pt x="48" y="281"/>
                    <a:pt x="186" y="419"/>
                  </a:cubicBezTo>
                  <a:cubicBezTo>
                    <a:pt x="283" y="516"/>
                    <a:pt x="397" y="568"/>
                    <a:pt x="482" y="568"/>
                  </a:cubicBezTo>
                  <a:cubicBezTo>
                    <a:pt x="520" y="568"/>
                    <a:pt x="551" y="559"/>
                    <a:pt x="574" y="538"/>
                  </a:cubicBezTo>
                  <a:cubicBezTo>
                    <a:pt x="645" y="471"/>
                    <a:pt x="594" y="293"/>
                    <a:pt x="455" y="154"/>
                  </a:cubicBezTo>
                  <a:cubicBezTo>
                    <a:pt x="358" y="57"/>
                    <a:pt x="243" y="1"/>
                    <a:pt x="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0"/>
            <p:cNvSpPr/>
            <p:nvPr/>
          </p:nvSpPr>
          <p:spPr>
            <a:xfrm>
              <a:off x="7187253" y="1986861"/>
              <a:ext cx="40756" cy="35709"/>
            </a:xfrm>
            <a:custGeom>
              <a:avLst/>
              <a:gdLst/>
              <a:ahLst/>
              <a:cxnLst/>
              <a:rect l="l" t="t" r="r" b="b"/>
              <a:pathLst>
                <a:path w="646" h="566" extrusionOk="0">
                  <a:moveTo>
                    <a:pt x="484" y="1"/>
                  </a:moveTo>
                  <a:cubicBezTo>
                    <a:pt x="400" y="1"/>
                    <a:pt x="286" y="53"/>
                    <a:pt x="191" y="148"/>
                  </a:cubicBezTo>
                  <a:cubicBezTo>
                    <a:pt x="52" y="287"/>
                    <a:pt x="1" y="461"/>
                    <a:pt x="72" y="532"/>
                  </a:cubicBezTo>
                  <a:cubicBezTo>
                    <a:pt x="92" y="555"/>
                    <a:pt x="123" y="566"/>
                    <a:pt x="160" y="566"/>
                  </a:cubicBezTo>
                  <a:cubicBezTo>
                    <a:pt x="244" y="566"/>
                    <a:pt x="359" y="510"/>
                    <a:pt x="456" y="413"/>
                  </a:cubicBezTo>
                  <a:cubicBezTo>
                    <a:pt x="594" y="275"/>
                    <a:pt x="646" y="105"/>
                    <a:pt x="574" y="34"/>
                  </a:cubicBezTo>
                  <a:cubicBezTo>
                    <a:pt x="553" y="11"/>
                    <a:pt x="522" y="1"/>
                    <a:pt x="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0"/>
            <p:cNvSpPr/>
            <p:nvPr/>
          </p:nvSpPr>
          <p:spPr>
            <a:xfrm>
              <a:off x="8278905" y="2404078"/>
              <a:ext cx="40504" cy="35709"/>
            </a:xfrm>
            <a:custGeom>
              <a:avLst/>
              <a:gdLst/>
              <a:ahLst/>
              <a:cxnLst/>
              <a:rect l="l" t="t" r="r" b="b"/>
              <a:pathLst>
                <a:path w="642" h="566" extrusionOk="0">
                  <a:moveTo>
                    <a:pt x="484" y="0"/>
                  </a:moveTo>
                  <a:cubicBezTo>
                    <a:pt x="399" y="0"/>
                    <a:pt x="283" y="55"/>
                    <a:pt x="187" y="151"/>
                  </a:cubicBezTo>
                  <a:cubicBezTo>
                    <a:pt x="48" y="290"/>
                    <a:pt x="1" y="464"/>
                    <a:pt x="68" y="535"/>
                  </a:cubicBezTo>
                  <a:cubicBezTo>
                    <a:pt x="90" y="555"/>
                    <a:pt x="121" y="565"/>
                    <a:pt x="158" y="565"/>
                  </a:cubicBezTo>
                  <a:cubicBezTo>
                    <a:pt x="243" y="565"/>
                    <a:pt x="359" y="513"/>
                    <a:pt x="456" y="416"/>
                  </a:cubicBezTo>
                  <a:cubicBezTo>
                    <a:pt x="594" y="274"/>
                    <a:pt x="642" y="108"/>
                    <a:pt x="575" y="32"/>
                  </a:cubicBezTo>
                  <a:cubicBezTo>
                    <a:pt x="553" y="11"/>
                    <a:pt x="521" y="0"/>
                    <a:pt x="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0"/>
            <p:cNvSpPr/>
            <p:nvPr/>
          </p:nvSpPr>
          <p:spPr>
            <a:xfrm>
              <a:off x="3199312" y="2914605"/>
              <a:ext cx="41008" cy="36151"/>
            </a:xfrm>
            <a:custGeom>
              <a:avLst/>
              <a:gdLst/>
              <a:ahLst/>
              <a:cxnLst/>
              <a:rect l="l" t="t" r="r" b="b"/>
              <a:pathLst>
                <a:path w="650" h="573" extrusionOk="0">
                  <a:moveTo>
                    <a:pt x="483" y="0"/>
                  </a:moveTo>
                  <a:cubicBezTo>
                    <a:pt x="399" y="0"/>
                    <a:pt x="287" y="54"/>
                    <a:pt x="190" y="151"/>
                  </a:cubicBezTo>
                  <a:cubicBezTo>
                    <a:pt x="52" y="289"/>
                    <a:pt x="1" y="463"/>
                    <a:pt x="72" y="539"/>
                  </a:cubicBezTo>
                  <a:cubicBezTo>
                    <a:pt x="92" y="562"/>
                    <a:pt x="123" y="572"/>
                    <a:pt x="160" y="572"/>
                  </a:cubicBezTo>
                  <a:cubicBezTo>
                    <a:pt x="244" y="572"/>
                    <a:pt x="359" y="516"/>
                    <a:pt x="456" y="420"/>
                  </a:cubicBezTo>
                  <a:cubicBezTo>
                    <a:pt x="594" y="281"/>
                    <a:pt x="649" y="107"/>
                    <a:pt x="574" y="32"/>
                  </a:cubicBezTo>
                  <a:cubicBezTo>
                    <a:pt x="551" y="11"/>
                    <a:pt x="520" y="0"/>
                    <a:pt x="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0"/>
            <p:cNvSpPr/>
            <p:nvPr/>
          </p:nvSpPr>
          <p:spPr>
            <a:xfrm>
              <a:off x="4029581" y="2706028"/>
              <a:ext cx="41008" cy="35520"/>
            </a:xfrm>
            <a:custGeom>
              <a:avLst/>
              <a:gdLst/>
              <a:ahLst/>
              <a:cxnLst/>
              <a:rect l="l" t="t" r="r" b="b"/>
              <a:pathLst>
                <a:path w="650" h="563" extrusionOk="0">
                  <a:moveTo>
                    <a:pt x="486" y="0"/>
                  </a:moveTo>
                  <a:cubicBezTo>
                    <a:pt x="403" y="0"/>
                    <a:pt x="291" y="52"/>
                    <a:pt x="195" y="149"/>
                  </a:cubicBezTo>
                  <a:cubicBezTo>
                    <a:pt x="56" y="287"/>
                    <a:pt x="1" y="454"/>
                    <a:pt x="76" y="529"/>
                  </a:cubicBezTo>
                  <a:cubicBezTo>
                    <a:pt x="99" y="552"/>
                    <a:pt x="131" y="562"/>
                    <a:pt x="169" y="562"/>
                  </a:cubicBezTo>
                  <a:cubicBezTo>
                    <a:pt x="254" y="562"/>
                    <a:pt x="368" y="506"/>
                    <a:pt x="464" y="410"/>
                  </a:cubicBezTo>
                  <a:cubicBezTo>
                    <a:pt x="602" y="272"/>
                    <a:pt x="650" y="101"/>
                    <a:pt x="575" y="30"/>
                  </a:cubicBezTo>
                  <a:cubicBezTo>
                    <a:pt x="553" y="10"/>
                    <a:pt x="522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0"/>
            <p:cNvSpPr/>
            <p:nvPr/>
          </p:nvSpPr>
          <p:spPr>
            <a:xfrm>
              <a:off x="2214976" y="2607166"/>
              <a:ext cx="40504" cy="35772"/>
            </a:xfrm>
            <a:custGeom>
              <a:avLst/>
              <a:gdLst/>
              <a:ahLst/>
              <a:cxnLst/>
              <a:rect l="l" t="t" r="r" b="b"/>
              <a:pathLst>
                <a:path w="642" h="567" extrusionOk="0">
                  <a:moveTo>
                    <a:pt x="165" y="1"/>
                  </a:moveTo>
                  <a:cubicBezTo>
                    <a:pt x="127" y="1"/>
                    <a:pt x="95" y="11"/>
                    <a:pt x="72" y="34"/>
                  </a:cubicBezTo>
                  <a:cubicBezTo>
                    <a:pt x="1" y="109"/>
                    <a:pt x="52" y="276"/>
                    <a:pt x="191" y="414"/>
                  </a:cubicBezTo>
                  <a:cubicBezTo>
                    <a:pt x="287" y="510"/>
                    <a:pt x="401" y="567"/>
                    <a:pt x="485" y="567"/>
                  </a:cubicBezTo>
                  <a:cubicBezTo>
                    <a:pt x="522" y="567"/>
                    <a:pt x="553" y="556"/>
                    <a:pt x="575" y="533"/>
                  </a:cubicBezTo>
                  <a:cubicBezTo>
                    <a:pt x="642" y="458"/>
                    <a:pt x="598" y="291"/>
                    <a:pt x="460" y="153"/>
                  </a:cubicBezTo>
                  <a:cubicBezTo>
                    <a:pt x="364" y="57"/>
                    <a:pt x="250" y="1"/>
                    <a:pt x="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0"/>
            <p:cNvSpPr/>
            <p:nvPr/>
          </p:nvSpPr>
          <p:spPr>
            <a:xfrm>
              <a:off x="6455846" y="2404078"/>
              <a:ext cx="41261" cy="35772"/>
            </a:xfrm>
            <a:custGeom>
              <a:avLst/>
              <a:gdLst/>
              <a:ahLst/>
              <a:cxnLst/>
              <a:rect l="l" t="t" r="r" b="b"/>
              <a:pathLst>
                <a:path w="654" h="567" extrusionOk="0">
                  <a:moveTo>
                    <a:pt x="167" y="0"/>
                  </a:moveTo>
                  <a:cubicBezTo>
                    <a:pt x="130" y="0"/>
                    <a:pt x="98" y="11"/>
                    <a:pt x="75" y="32"/>
                  </a:cubicBezTo>
                  <a:cubicBezTo>
                    <a:pt x="0" y="108"/>
                    <a:pt x="56" y="278"/>
                    <a:pt x="194" y="416"/>
                  </a:cubicBezTo>
                  <a:cubicBezTo>
                    <a:pt x="291" y="511"/>
                    <a:pt x="406" y="566"/>
                    <a:pt x="492" y="566"/>
                  </a:cubicBezTo>
                  <a:cubicBezTo>
                    <a:pt x="528" y="566"/>
                    <a:pt x="559" y="556"/>
                    <a:pt x="582" y="535"/>
                  </a:cubicBezTo>
                  <a:cubicBezTo>
                    <a:pt x="653" y="460"/>
                    <a:pt x="602" y="290"/>
                    <a:pt x="463" y="151"/>
                  </a:cubicBezTo>
                  <a:cubicBezTo>
                    <a:pt x="367" y="55"/>
                    <a:pt x="25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0"/>
            <p:cNvSpPr/>
            <p:nvPr/>
          </p:nvSpPr>
          <p:spPr>
            <a:xfrm>
              <a:off x="2626893" y="259946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38" y="1"/>
                  </a:moveTo>
                  <a:cubicBezTo>
                    <a:pt x="183" y="1"/>
                    <a:pt x="136" y="16"/>
                    <a:pt x="103" y="49"/>
                  </a:cubicBezTo>
                  <a:cubicBezTo>
                    <a:pt x="1" y="152"/>
                    <a:pt x="80" y="398"/>
                    <a:pt x="278" y="595"/>
                  </a:cubicBezTo>
                  <a:cubicBezTo>
                    <a:pt x="415" y="733"/>
                    <a:pt x="576" y="813"/>
                    <a:pt x="696" y="813"/>
                  </a:cubicBezTo>
                  <a:cubicBezTo>
                    <a:pt x="748" y="813"/>
                    <a:pt x="792" y="798"/>
                    <a:pt x="824" y="766"/>
                  </a:cubicBezTo>
                  <a:cubicBezTo>
                    <a:pt x="930" y="655"/>
                    <a:pt x="855" y="413"/>
                    <a:pt x="657" y="216"/>
                  </a:cubicBezTo>
                  <a:cubicBezTo>
                    <a:pt x="521" y="79"/>
                    <a:pt x="359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0"/>
            <p:cNvSpPr/>
            <p:nvPr/>
          </p:nvSpPr>
          <p:spPr>
            <a:xfrm>
              <a:off x="1924445" y="2975172"/>
              <a:ext cx="58674" cy="51229"/>
            </a:xfrm>
            <a:custGeom>
              <a:avLst/>
              <a:gdLst/>
              <a:ahLst/>
              <a:cxnLst/>
              <a:rect l="l" t="t" r="r" b="b"/>
              <a:pathLst>
                <a:path w="930" h="812" extrusionOk="0">
                  <a:moveTo>
                    <a:pt x="239" y="1"/>
                  </a:moveTo>
                  <a:cubicBezTo>
                    <a:pt x="184" y="1"/>
                    <a:pt x="137" y="16"/>
                    <a:pt x="103" y="49"/>
                  </a:cubicBezTo>
                  <a:cubicBezTo>
                    <a:pt x="0" y="152"/>
                    <a:pt x="79" y="398"/>
                    <a:pt x="277" y="596"/>
                  </a:cubicBezTo>
                  <a:cubicBezTo>
                    <a:pt x="415" y="733"/>
                    <a:pt x="576" y="812"/>
                    <a:pt x="697" y="812"/>
                  </a:cubicBezTo>
                  <a:cubicBezTo>
                    <a:pt x="750" y="812"/>
                    <a:pt x="795" y="797"/>
                    <a:pt x="827" y="766"/>
                  </a:cubicBezTo>
                  <a:cubicBezTo>
                    <a:pt x="930" y="659"/>
                    <a:pt x="855" y="414"/>
                    <a:pt x="657" y="216"/>
                  </a:cubicBezTo>
                  <a:cubicBezTo>
                    <a:pt x="520" y="79"/>
                    <a:pt x="361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0"/>
            <p:cNvSpPr/>
            <p:nvPr/>
          </p:nvSpPr>
          <p:spPr>
            <a:xfrm>
              <a:off x="1293352" y="1997902"/>
              <a:ext cx="58737" cy="51545"/>
            </a:xfrm>
            <a:custGeom>
              <a:avLst/>
              <a:gdLst/>
              <a:ahLst/>
              <a:cxnLst/>
              <a:rect l="l" t="t" r="r" b="b"/>
              <a:pathLst>
                <a:path w="931" h="817" extrusionOk="0">
                  <a:moveTo>
                    <a:pt x="239" y="1"/>
                  </a:moveTo>
                  <a:cubicBezTo>
                    <a:pt x="185" y="1"/>
                    <a:pt x="140" y="16"/>
                    <a:pt x="107" y="48"/>
                  </a:cubicBezTo>
                  <a:cubicBezTo>
                    <a:pt x="0" y="155"/>
                    <a:pt x="79" y="397"/>
                    <a:pt x="277" y="602"/>
                  </a:cubicBezTo>
                  <a:cubicBezTo>
                    <a:pt x="413" y="741"/>
                    <a:pt x="574" y="816"/>
                    <a:pt x="694" y="816"/>
                  </a:cubicBezTo>
                  <a:cubicBezTo>
                    <a:pt x="749" y="816"/>
                    <a:pt x="795" y="801"/>
                    <a:pt x="827" y="769"/>
                  </a:cubicBezTo>
                  <a:cubicBezTo>
                    <a:pt x="930" y="666"/>
                    <a:pt x="859" y="416"/>
                    <a:pt x="661" y="219"/>
                  </a:cubicBezTo>
                  <a:cubicBezTo>
                    <a:pt x="523" y="81"/>
                    <a:pt x="361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0"/>
            <p:cNvSpPr/>
            <p:nvPr/>
          </p:nvSpPr>
          <p:spPr>
            <a:xfrm>
              <a:off x="1262627" y="259946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39" y="1"/>
                  </a:moveTo>
                  <a:cubicBezTo>
                    <a:pt x="185" y="1"/>
                    <a:pt x="139" y="16"/>
                    <a:pt x="107" y="49"/>
                  </a:cubicBezTo>
                  <a:cubicBezTo>
                    <a:pt x="1" y="152"/>
                    <a:pt x="80" y="398"/>
                    <a:pt x="278" y="595"/>
                  </a:cubicBezTo>
                  <a:cubicBezTo>
                    <a:pt x="415" y="733"/>
                    <a:pt x="576" y="813"/>
                    <a:pt x="696" y="813"/>
                  </a:cubicBezTo>
                  <a:cubicBezTo>
                    <a:pt x="748" y="813"/>
                    <a:pt x="792" y="798"/>
                    <a:pt x="824" y="766"/>
                  </a:cubicBezTo>
                  <a:cubicBezTo>
                    <a:pt x="930" y="655"/>
                    <a:pt x="855" y="413"/>
                    <a:pt x="657" y="216"/>
                  </a:cubicBezTo>
                  <a:cubicBezTo>
                    <a:pt x="521" y="79"/>
                    <a:pt x="359" y="1"/>
                    <a:pt x="2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0"/>
            <p:cNvSpPr/>
            <p:nvPr/>
          </p:nvSpPr>
          <p:spPr>
            <a:xfrm>
              <a:off x="7057981" y="2638017"/>
              <a:ext cx="58169" cy="51355"/>
            </a:xfrm>
            <a:custGeom>
              <a:avLst/>
              <a:gdLst/>
              <a:ahLst/>
              <a:cxnLst/>
              <a:rect l="l" t="t" r="r" b="b"/>
              <a:pathLst>
                <a:path w="922" h="814" extrusionOk="0">
                  <a:moveTo>
                    <a:pt x="232" y="0"/>
                  </a:moveTo>
                  <a:cubicBezTo>
                    <a:pt x="179" y="0"/>
                    <a:pt x="134" y="15"/>
                    <a:pt x="103" y="48"/>
                  </a:cubicBezTo>
                  <a:cubicBezTo>
                    <a:pt x="0" y="155"/>
                    <a:pt x="71" y="400"/>
                    <a:pt x="269" y="598"/>
                  </a:cubicBezTo>
                  <a:cubicBezTo>
                    <a:pt x="407" y="736"/>
                    <a:pt x="570" y="814"/>
                    <a:pt x="691" y="814"/>
                  </a:cubicBezTo>
                  <a:cubicBezTo>
                    <a:pt x="743" y="814"/>
                    <a:pt x="788" y="799"/>
                    <a:pt x="819" y="768"/>
                  </a:cubicBezTo>
                  <a:cubicBezTo>
                    <a:pt x="922" y="661"/>
                    <a:pt x="851" y="416"/>
                    <a:pt x="653" y="218"/>
                  </a:cubicBezTo>
                  <a:cubicBezTo>
                    <a:pt x="515" y="80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0"/>
            <p:cNvSpPr/>
            <p:nvPr/>
          </p:nvSpPr>
          <p:spPr>
            <a:xfrm>
              <a:off x="2667081" y="2329253"/>
              <a:ext cx="58737" cy="51608"/>
            </a:xfrm>
            <a:custGeom>
              <a:avLst/>
              <a:gdLst/>
              <a:ahLst/>
              <a:cxnLst/>
              <a:rect l="l" t="t" r="r" b="b"/>
              <a:pathLst>
                <a:path w="931" h="818" extrusionOk="0">
                  <a:moveTo>
                    <a:pt x="700" y="0"/>
                  </a:moveTo>
                  <a:cubicBezTo>
                    <a:pt x="578" y="0"/>
                    <a:pt x="416" y="83"/>
                    <a:pt x="278" y="221"/>
                  </a:cubicBezTo>
                  <a:cubicBezTo>
                    <a:pt x="76" y="419"/>
                    <a:pt x="1" y="664"/>
                    <a:pt x="103" y="771"/>
                  </a:cubicBezTo>
                  <a:cubicBezTo>
                    <a:pt x="135" y="802"/>
                    <a:pt x="179" y="817"/>
                    <a:pt x="232" y="817"/>
                  </a:cubicBezTo>
                  <a:cubicBezTo>
                    <a:pt x="353" y="817"/>
                    <a:pt x="516" y="739"/>
                    <a:pt x="653" y="601"/>
                  </a:cubicBezTo>
                  <a:cubicBezTo>
                    <a:pt x="851" y="403"/>
                    <a:pt x="930" y="158"/>
                    <a:pt x="828" y="47"/>
                  </a:cubicBezTo>
                  <a:cubicBezTo>
                    <a:pt x="796" y="15"/>
                    <a:pt x="751" y="0"/>
                    <a:pt x="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0"/>
            <p:cNvSpPr/>
            <p:nvPr/>
          </p:nvSpPr>
          <p:spPr>
            <a:xfrm>
              <a:off x="231605" y="2375687"/>
              <a:ext cx="58737" cy="51545"/>
            </a:xfrm>
            <a:custGeom>
              <a:avLst/>
              <a:gdLst/>
              <a:ahLst/>
              <a:cxnLst/>
              <a:rect l="l" t="t" r="r" b="b"/>
              <a:pathLst>
                <a:path w="931" h="817" extrusionOk="0">
                  <a:moveTo>
                    <a:pt x="238" y="0"/>
                  </a:moveTo>
                  <a:cubicBezTo>
                    <a:pt x="185" y="0"/>
                    <a:pt x="139" y="16"/>
                    <a:pt x="108" y="47"/>
                  </a:cubicBezTo>
                  <a:cubicBezTo>
                    <a:pt x="1" y="154"/>
                    <a:pt x="80" y="399"/>
                    <a:pt x="278" y="597"/>
                  </a:cubicBezTo>
                  <a:cubicBezTo>
                    <a:pt x="417" y="736"/>
                    <a:pt x="579" y="816"/>
                    <a:pt x="699" y="816"/>
                  </a:cubicBezTo>
                  <a:cubicBezTo>
                    <a:pt x="750" y="816"/>
                    <a:pt x="793" y="802"/>
                    <a:pt x="824" y="771"/>
                  </a:cubicBezTo>
                  <a:cubicBezTo>
                    <a:pt x="931" y="668"/>
                    <a:pt x="856" y="419"/>
                    <a:pt x="658" y="217"/>
                  </a:cubicBezTo>
                  <a:cubicBezTo>
                    <a:pt x="521" y="78"/>
                    <a:pt x="359" y="0"/>
                    <a:pt x="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0"/>
            <p:cNvSpPr/>
            <p:nvPr/>
          </p:nvSpPr>
          <p:spPr>
            <a:xfrm>
              <a:off x="628569" y="2828865"/>
              <a:ext cx="58737" cy="51481"/>
            </a:xfrm>
            <a:custGeom>
              <a:avLst/>
              <a:gdLst/>
              <a:ahLst/>
              <a:cxnLst/>
              <a:rect l="l" t="t" r="r" b="b"/>
              <a:pathLst>
                <a:path w="931" h="816" extrusionOk="0">
                  <a:moveTo>
                    <a:pt x="231" y="1"/>
                  </a:moveTo>
                  <a:cubicBezTo>
                    <a:pt x="179" y="1"/>
                    <a:pt x="135" y="15"/>
                    <a:pt x="103" y="46"/>
                  </a:cubicBezTo>
                  <a:cubicBezTo>
                    <a:pt x="0" y="157"/>
                    <a:pt x="79" y="398"/>
                    <a:pt x="277" y="596"/>
                  </a:cubicBezTo>
                  <a:cubicBezTo>
                    <a:pt x="416" y="735"/>
                    <a:pt x="578" y="815"/>
                    <a:pt x="698" y="815"/>
                  </a:cubicBezTo>
                  <a:cubicBezTo>
                    <a:pt x="749" y="815"/>
                    <a:pt x="793" y="801"/>
                    <a:pt x="823" y="770"/>
                  </a:cubicBezTo>
                  <a:cubicBezTo>
                    <a:pt x="930" y="667"/>
                    <a:pt x="855" y="418"/>
                    <a:pt x="657" y="220"/>
                  </a:cubicBezTo>
                  <a:cubicBezTo>
                    <a:pt x="518" y="81"/>
                    <a:pt x="3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0"/>
            <p:cNvSpPr/>
            <p:nvPr/>
          </p:nvSpPr>
          <p:spPr>
            <a:xfrm>
              <a:off x="3229784" y="2082191"/>
              <a:ext cx="58989" cy="51545"/>
            </a:xfrm>
            <a:custGeom>
              <a:avLst/>
              <a:gdLst/>
              <a:ahLst/>
              <a:cxnLst/>
              <a:rect l="l" t="t" r="r" b="b"/>
              <a:pathLst>
                <a:path w="935" h="817" extrusionOk="0">
                  <a:moveTo>
                    <a:pt x="229" y="1"/>
                  </a:moveTo>
                  <a:cubicBezTo>
                    <a:pt x="177" y="1"/>
                    <a:pt x="134" y="15"/>
                    <a:pt x="103" y="46"/>
                  </a:cubicBezTo>
                  <a:cubicBezTo>
                    <a:pt x="0" y="157"/>
                    <a:pt x="71" y="398"/>
                    <a:pt x="269" y="600"/>
                  </a:cubicBezTo>
                  <a:cubicBezTo>
                    <a:pt x="406" y="740"/>
                    <a:pt x="568" y="817"/>
                    <a:pt x="690" y="817"/>
                  </a:cubicBezTo>
                  <a:cubicBezTo>
                    <a:pt x="744" y="817"/>
                    <a:pt x="790" y="802"/>
                    <a:pt x="823" y="770"/>
                  </a:cubicBezTo>
                  <a:cubicBezTo>
                    <a:pt x="934" y="663"/>
                    <a:pt x="851" y="418"/>
                    <a:pt x="653" y="220"/>
                  </a:cubicBezTo>
                  <a:cubicBezTo>
                    <a:pt x="514" y="81"/>
                    <a:pt x="350" y="1"/>
                    <a:pt x="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0"/>
            <p:cNvSpPr/>
            <p:nvPr/>
          </p:nvSpPr>
          <p:spPr>
            <a:xfrm>
              <a:off x="4483200" y="2637449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41" y="0"/>
                  </a:moveTo>
                  <a:cubicBezTo>
                    <a:pt x="187" y="0"/>
                    <a:pt x="140" y="16"/>
                    <a:pt x="107" y="49"/>
                  </a:cubicBezTo>
                  <a:cubicBezTo>
                    <a:pt x="0" y="152"/>
                    <a:pt x="80" y="401"/>
                    <a:pt x="277" y="599"/>
                  </a:cubicBezTo>
                  <a:cubicBezTo>
                    <a:pt x="414" y="736"/>
                    <a:pt x="573" y="814"/>
                    <a:pt x="694" y="814"/>
                  </a:cubicBezTo>
                  <a:cubicBezTo>
                    <a:pt x="748" y="814"/>
                    <a:pt x="794" y="798"/>
                    <a:pt x="827" y="765"/>
                  </a:cubicBezTo>
                  <a:cubicBezTo>
                    <a:pt x="930" y="662"/>
                    <a:pt x="855" y="413"/>
                    <a:pt x="657" y="215"/>
                  </a:cubicBezTo>
                  <a:cubicBezTo>
                    <a:pt x="521" y="78"/>
                    <a:pt x="361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0"/>
            <p:cNvSpPr/>
            <p:nvPr/>
          </p:nvSpPr>
          <p:spPr>
            <a:xfrm>
              <a:off x="799796" y="2263071"/>
              <a:ext cx="58737" cy="51608"/>
            </a:xfrm>
            <a:custGeom>
              <a:avLst/>
              <a:gdLst/>
              <a:ahLst/>
              <a:cxnLst/>
              <a:rect l="l" t="t" r="r" b="b"/>
              <a:pathLst>
                <a:path w="931" h="818" extrusionOk="0">
                  <a:moveTo>
                    <a:pt x="700" y="1"/>
                  </a:moveTo>
                  <a:cubicBezTo>
                    <a:pt x="578" y="1"/>
                    <a:pt x="416" y="83"/>
                    <a:pt x="278" y="222"/>
                  </a:cubicBezTo>
                  <a:cubicBezTo>
                    <a:pt x="72" y="420"/>
                    <a:pt x="1" y="665"/>
                    <a:pt x="104" y="772"/>
                  </a:cubicBezTo>
                  <a:cubicBezTo>
                    <a:pt x="135" y="803"/>
                    <a:pt x="179" y="818"/>
                    <a:pt x="232" y="818"/>
                  </a:cubicBezTo>
                  <a:cubicBezTo>
                    <a:pt x="353" y="818"/>
                    <a:pt x="516" y="739"/>
                    <a:pt x="654" y="602"/>
                  </a:cubicBezTo>
                  <a:cubicBezTo>
                    <a:pt x="851" y="404"/>
                    <a:pt x="930" y="154"/>
                    <a:pt x="828" y="48"/>
                  </a:cubicBezTo>
                  <a:cubicBezTo>
                    <a:pt x="796" y="16"/>
                    <a:pt x="751" y="1"/>
                    <a:pt x="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0"/>
            <p:cNvSpPr/>
            <p:nvPr/>
          </p:nvSpPr>
          <p:spPr>
            <a:xfrm>
              <a:off x="7072428" y="2285594"/>
              <a:ext cx="58737" cy="51229"/>
            </a:xfrm>
            <a:custGeom>
              <a:avLst/>
              <a:gdLst/>
              <a:ahLst/>
              <a:cxnLst/>
              <a:rect l="l" t="t" r="r" b="b"/>
              <a:pathLst>
                <a:path w="931" h="812" extrusionOk="0">
                  <a:moveTo>
                    <a:pt x="699" y="1"/>
                  </a:moveTo>
                  <a:cubicBezTo>
                    <a:pt x="578" y="1"/>
                    <a:pt x="415" y="79"/>
                    <a:pt x="277" y="217"/>
                  </a:cubicBezTo>
                  <a:cubicBezTo>
                    <a:pt x="80" y="415"/>
                    <a:pt x="1" y="660"/>
                    <a:pt x="107" y="763"/>
                  </a:cubicBezTo>
                  <a:cubicBezTo>
                    <a:pt x="139" y="796"/>
                    <a:pt x="185" y="812"/>
                    <a:pt x="238" y="812"/>
                  </a:cubicBezTo>
                  <a:cubicBezTo>
                    <a:pt x="358" y="812"/>
                    <a:pt x="518" y="733"/>
                    <a:pt x="657" y="597"/>
                  </a:cubicBezTo>
                  <a:cubicBezTo>
                    <a:pt x="863" y="399"/>
                    <a:pt x="930" y="150"/>
                    <a:pt x="827" y="47"/>
                  </a:cubicBezTo>
                  <a:cubicBezTo>
                    <a:pt x="796" y="16"/>
                    <a:pt x="752" y="1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0"/>
            <p:cNvSpPr/>
            <p:nvPr/>
          </p:nvSpPr>
          <p:spPr>
            <a:xfrm>
              <a:off x="9000154" y="2519028"/>
              <a:ext cx="58674" cy="51608"/>
            </a:xfrm>
            <a:custGeom>
              <a:avLst/>
              <a:gdLst/>
              <a:ahLst/>
              <a:cxnLst/>
              <a:rect l="l" t="t" r="r" b="b"/>
              <a:pathLst>
                <a:path w="930" h="818" extrusionOk="0">
                  <a:moveTo>
                    <a:pt x="696" y="0"/>
                  </a:moveTo>
                  <a:cubicBezTo>
                    <a:pt x="576" y="0"/>
                    <a:pt x="415" y="79"/>
                    <a:pt x="277" y="217"/>
                  </a:cubicBezTo>
                  <a:cubicBezTo>
                    <a:pt x="79" y="418"/>
                    <a:pt x="0" y="660"/>
                    <a:pt x="107" y="770"/>
                  </a:cubicBezTo>
                  <a:cubicBezTo>
                    <a:pt x="140" y="802"/>
                    <a:pt x="184" y="817"/>
                    <a:pt x="236" y="817"/>
                  </a:cubicBezTo>
                  <a:cubicBezTo>
                    <a:pt x="356" y="817"/>
                    <a:pt x="515" y="735"/>
                    <a:pt x="657" y="596"/>
                  </a:cubicBezTo>
                  <a:cubicBezTo>
                    <a:pt x="859" y="399"/>
                    <a:pt x="930" y="149"/>
                    <a:pt x="823" y="46"/>
                  </a:cubicBezTo>
                  <a:cubicBezTo>
                    <a:pt x="792" y="15"/>
                    <a:pt x="748" y="0"/>
                    <a:pt x="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0"/>
            <p:cNvSpPr/>
            <p:nvPr/>
          </p:nvSpPr>
          <p:spPr>
            <a:xfrm>
              <a:off x="1617889" y="2215501"/>
              <a:ext cx="41009" cy="35898"/>
            </a:xfrm>
            <a:custGeom>
              <a:avLst/>
              <a:gdLst/>
              <a:ahLst/>
              <a:cxnLst/>
              <a:rect l="l" t="t" r="r" b="b"/>
              <a:pathLst>
                <a:path w="650" h="569" extrusionOk="0">
                  <a:moveTo>
                    <a:pt x="485" y="0"/>
                  </a:moveTo>
                  <a:cubicBezTo>
                    <a:pt x="402" y="0"/>
                    <a:pt x="290" y="56"/>
                    <a:pt x="194" y="153"/>
                  </a:cubicBezTo>
                  <a:cubicBezTo>
                    <a:pt x="56" y="291"/>
                    <a:pt x="0" y="461"/>
                    <a:pt x="75" y="537"/>
                  </a:cubicBezTo>
                  <a:cubicBezTo>
                    <a:pt x="98" y="558"/>
                    <a:pt x="129" y="568"/>
                    <a:pt x="165" y="568"/>
                  </a:cubicBezTo>
                  <a:cubicBezTo>
                    <a:pt x="248" y="568"/>
                    <a:pt x="359" y="513"/>
                    <a:pt x="455" y="414"/>
                  </a:cubicBezTo>
                  <a:cubicBezTo>
                    <a:pt x="594" y="275"/>
                    <a:pt x="649" y="109"/>
                    <a:pt x="574" y="34"/>
                  </a:cubicBezTo>
                  <a:cubicBezTo>
                    <a:pt x="552" y="11"/>
                    <a:pt x="521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0"/>
            <p:cNvSpPr/>
            <p:nvPr/>
          </p:nvSpPr>
          <p:spPr>
            <a:xfrm>
              <a:off x="1002506" y="2607166"/>
              <a:ext cx="41008" cy="35772"/>
            </a:xfrm>
            <a:custGeom>
              <a:avLst/>
              <a:gdLst/>
              <a:ahLst/>
              <a:cxnLst/>
              <a:rect l="l" t="t" r="r" b="b"/>
              <a:pathLst>
                <a:path w="650" h="567" extrusionOk="0">
                  <a:moveTo>
                    <a:pt x="485" y="1"/>
                  </a:moveTo>
                  <a:cubicBezTo>
                    <a:pt x="402" y="1"/>
                    <a:pt x="291" y="57"/>
                    <a:pt x="194" y="153"/>
                  </a:cubicBezTo>
                  <a:cubicBezTo>
                    <a:pt x="56" y="291"/>
                    <a:pt x="1" y="462"/>
                    <a:pt x="76" y="533"/>
                  </a:cubicBezTo>
                  <a:cubicBezTo>
                    <a:pt x="99" y="556"/>
                    <a:pt x="130" y="567"/>
                    <a:pt x="166" y="567"/>
                  </a:cubicBezTo>
                  <a:cubicBezTo>
                    <a:pt x="250" y="567"/>
                    <a:pt x="359" y="510"/>
                    <a:pt x="456" y="414"/>
                  </a:cubicBezTo>
                  <a:cubicBezTo>
                    <a:pt x="594" y="276"/>
                    <a:pt x="649" y="109"/>
                    <a:pt x="574" y="34"/>
                  </a:cubicBezTo>
                  <a:cubicBezTo>
                    <a:pt x="553" y="11"/>
                    <a:pt x="522" y="1"/>
                    <a:pt x="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0"/>
            <p:cNvSpPr/>
            <p:nvPr/>
          </p:nvSpPr>
          <p:spPr>
            <a:xfrm>
              <a:off x="4178663" y="2207677"/>
              <a:ext cx="58484" cy="51418"/>
            </a:xfrm>
            <a:custGeom>
              <a:avLst/>
              <a:gdLst/>
              <a:ahLst/>
              <a:cxnLst/>
              <a:rect l="l" t="t" r="r" b="b"/>
              <a:pathLst>
                <a:path w="927" h="815" extrusionOk="0">
                  <a:moveTo>
                    <a:pt x="235" y="1"/>
                  </a:moveTo>
                  <a:cubicBezTo>
                    <a:pt x="181" y="1"/>
                    <a:pt x="135" y="17"/>
                    <a:pt x="103" y="51"/>
                  </a:cubicBezTo>
                  <a:cubicBezTo>
                    <a:pt x="0" y="154"/>
                    <a:pt x="75" y="403"/>
                    <a:pt x="273" y="601"/>
                  </a:cubicBezTo>
                  <a:cubicBezTo>
                    <a:pt x="410" y="738"/>
                    <a:pt x="569" y="814"/>
                    <a:pt x="689" y="814"/>
                  </a:cubicBezTo>
                  <a:cubicBezTo>
                    <a:pt x="742" y="814"/>
                    <a:pt x="787" y="799"/>
                    <a:pt x="819" y="767"/>
                  </a:cubicBezTo>
                  <a:cubicBezTo>
                    <a:pt x="926" y="664"/>
                    <a:pt x="851" y="415"/>
                    <a:pt x="653" y="217"/>
                  </a:cubicBezTo>
                  <a:cubicBezTo>
                    <a:pt x="516" y="81"/>
                    <a:pt x="355" y="1"/>
                    <a:pt x="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0"/>
            <p:cNvSpPr/>
            <p:nvPr/>
          </p:nvSpPr>
          <p:spPr>
            <a:xfrm>
              <a:off x="6000965" y="1998028"/>
              <a:ext cx="58737" cy="51418"/>
            </a:xfrm>
            <a:custGeom>
              <a:avLst/>
              <a:gdLst/>
              <a:ahLst/>
              <a:cxnLst/>
              <a:rect l="l" t="t" r="r" b="b"/>
              <a:pathLst>
                <a:path w="931" h="815" extrusionOk="0">
                  <a:moveTo>
                    <a:pt x="234" y="0"/>
                  </a:moveTo>
                  <a:cubicBezTo>
                    <a:pt x="181" y="0"/>
                    <a:pt x="136" y="15"/>
                    <a:pt x="104" y="46"/>
                  </a:cubicBezTo>
                  <a:cubicBezTo>
                    <a:pt x="1" y="149"/>
                    <a:pt x="76" y="399"/>
                    <a:pt x="274" y="596"/>
                  </a:cubicBezTo>
                  <a:cubicBezTo>
                    <a:pt x="414" y="734"/>
                    <a:pt x="576" y="814"/>
                    <a:pt x="696" y="814"/>
                  </a:cubicBezTo>
                  <a:cubicBezTo>
                    <a:pt x="748" y="814"/>
                    <a:pt x="793" y="799"/>
                    <a:pt x="824" y="767"/>
                  </a:cubicBezTo>
                  <a:cubicBezTo>
                    <a:pt x="931" y="664"/>
                    <a:pt x="852" y="418"/>
                    <a:pt x="654" y="217"/>
                  </a:cubicBezTo>
                  <a:cubicBezTo>
                    <a:pt x="516" y="79"/>
                    <a:pt x="355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0"/>
            <p:cNvSpPr/>
            <p:nvPr/>
          </p:nvSpPr>
          <p:spPr>
            <a:xfrm>
              <a:off x="5222619" y="2303638"/>
              <a:ext cx="58737" cy="51418"/>
            </a:xfrm>
            <a:custGeom>
              <a:avLst/>
              <a:gdLst/>
              <a:ahLst/>
              <a:cxnLst/>
              <a:rect l="l" t="t" r="r" b="b"/>
              <a:pathLst>
                <a:path w="931" h="815" extrusionOk="0">
                  <a:moveTo>
                    <a:pt x="245" y="0"/>
                  </a:moveTo>
                  <a:cubicBezTo>
                    <a:pt x="190" y="0"/>
                    <a:pt x="144" y="16"/>
                    <a:pt x="111" y="50"/>
                  </a:cubicBezTo>
                  <a:cubicBezTo>
                    <a:pt x="1" y="152"/>
                    <a:pt x="80" y="398"/>
                    <a:pt x="278" y="596"/>
                  </a:cubicBezTo>
                  <a:cubicBezTo>
                    <a:pt x="416" y="735"/>
                    <a:pt x="581" y="815"/>
                    <a:pt x="702" y="815"/>
                  </a:cubicBezTo>
                  <a:cubicBezTo>
                    <a:pt x="753" y="815"/>
                    <a:pt x="797" y="800"/>
                    <a:pt x="828" y="770"/>
                  </a:cubicBezTo>
                  <a:cubicBezTo>
                    <a:pt x="930" y="667"/>
                    <a:pt x="859" y="418"/>
                    <a:pt x="661" y="216"/>
                  </a:cubicBezTo>
                  <a:cubicBezTo>
                    <a:pt x="525" y="77"/>
                    <a:pt x="365" y="0"/>
                    <a:pt x="2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0"/>
            <p:cNvSpPr/>
            <p:nvPr/>
          </p:nvSpPr>
          <p:spPr>
            <a:xfrm>
              <a:off x="3445932" y="2697953"/>
              <a:ext cx="58737" cy="51355"/>
            </a:xfrm>
            <a:custGeom>
              <a:avLst/>
              <a:gdLst/>
              <a:ahLst/>
              <a:cxnLst/>
              <a:rect l="l" t="t" r="r" b="b"/>
              <a:pathLst>
                <a:path w="931" h="814" extrusionOk="0">
                  <a:moveTo>
                    <a:pt x="240" y="1"/>
                  </a:moveTo>
                  <a:cubicBezTo>
                    <a:pt x="185" y="1"/>
                    <a:pt x="140" y="17"/>
                    <a:pt x="108" y="51"/>
                  </a:cubicBezTo>
                  <a:cubicBezTo>
                    <a:pt x="1" y="154"/>
                    <a:pt x="80" y="400"/>
                    <a:pt x="278" y="597"/>
                  </a:cubicBezTo>
                  <a:cubicBezTo>
                    <a:pt x="416" y="735"/>
                    <a:pt x="577" y="814"/>
                    <a:pt x="698" y="814"/>
                  </a:cubicBezTo>
                  <a:cubicBezTo>
                    <a:pt x="750" y="814"/>
                    <a:pt x="795" y="799"/>
                    <a:pt x="828" y="768"/>
                  </a:cubicBezTo>
                  <a:cubicBezTo>
                    <a:pt x="931" y="665"/>
                    <a:pt x="856" y="415"/>
                    <a:pt x="658" y="218"/>
                  </a:cubicBezTo>
                  <a:cubicBezTo>
                    <a:pt x="521" y="81"/>
                    <a:pt x="360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8" name="Google Shape;2258;p40"/>
          <p:cNvGrpSpPr/>
          <p:nvPr/>
        </p:nvGrpSpPr>
        <p:grpSpPr>
          <a:xfrm>
            <a:off x="69" y="3268129"/>
            <a:ext cx="9144116" cy="3750743"/>
            <a:chOff x="2490475" y="3728725"/>
            <a:chExt cx="4258425" cy="1746725"/>
          </a:xfrm>
        </p:grpSpPr>
        <p:sp>
          <p:nvSpPr>
            <p:cNvPr id="2259" name="Google Shape;2259;p40"/>
            <p:cNvSpPr/>
            <p:nvPr/>
          </p:nvSpPr>
          <p:spPr>
            <a:xfrm>
              <a:off x="6748825" y="3760950"/>
              <a:ext cx="75" cy="210775"/>
            </a:xfrm>
            <a:custGeom>
              <a:avLst/>
              <a:gdLst/>
              <a:ahLst/>
              <a:cxnLst/>
              <a:rect l="l" t="t" r="r" b="b"/>
              <a:pathLst>
                <a:path w="3" h="8431" extrusionOk="0">
                  <a:moveTo>
                    <a:pt x="2" y="0"/>
                  </a:moveTo>
                  <a:cubicBezTo>
                    <a:pt x="2" y="27"/>
                    <a:pt x="0" y="51"/>
                    <a:pt x="0" y="80"/>
                  </a:cubicBezTo>
                  <a:lnTo>
                    <a:pt x="0" y="8431"/>
                  </a:lnTo>
                  <a:lnTo>
                    <a:pt x="2" y="843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C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0"/>
            <p:cNvSpPr/>
            <p:nvPr/>
          </p:nvSpPr>
          <p:spPr>
            <a:xfrm>
              <a:off x="2490475" y="4180250"/>
              <a:ext cx="4258375" cy="1295200"/>
            </a:xfrm>
            <a:custGeom>
              <a:avLst/>
              <a:gdLst/>
              <a:ahLst/>
              <a:cxnLst/>
              <a:rect l="l" t="t" r="r" b="b"/>
              <a:pathLst>
                <a:path w="170335" h="51808" extrusionOk="0">
                  <a:moveTo>
                    <a:pt x="0" y="1"/>
                  </a:moveTo>
                  <a:lnTo>
                    <a:pt x="0" y="51808"/>
                  </a:lnTo>
                  <a:lnTo>
                    <a:pt x="170334" y="51808"/>
                  </a:lnTo>
                  <a:lnTo>
                    <a:pt x="170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0"/>
            <p:cNvSpPr/>
            <p:nvPr/>
          </p:nvSpPr>
          <p:spPr>
            <a:xfrm>
              <a:off x="3916175" y="4180250"/>
              <a:ext cx="1377275" cy="1295200"/>
            </a:xfrm>
            <a:custGeom>
              <a:avLst/>
              <a:gdLst/>
              <a:ahLst/>
              <a:cxnLst/>
              <a:rect l="l" t="t" r="r" b="b"/>
              <a:pathLst>
                <a:path w="55091" h="51808" extrusionOk="0">
                  <a:moveTo>
                    <a:pt x="18554" y="1"/>
                  </a:moveTo>
                  <a:lnTo>
                    <a:pt x="0" y="51808"/>
                  </a:lnTo>
                  <a:lnTo>
                    <a:pt x="55090" y="51808"/>
                  </a:lnTo>
                  <a:lnTo>
                    <a:pt x="365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0"/>
            <p:cNvSpPr/>
            <p:nvPr/>
          </p:nvSpPr>
          <p:spPr>
            <a:xfrm>
              <a:off x="2490475" y="4179600"/>
              <a:ext cx="1382175" cy="1295200"/>
            </a:xfrm>
            <a:custGeom>
              <a:avLst/>
              <a:gdLst/>
              <a:ahLst/>
              <a:cxnLst/>
              <a:rect l="l" t="t" r="r" b="b"/>
              <a:pathLst>
                <a:path w="55287" h="51808" extrusionOk="0">
                  <a:moveTo>
                    <a:pt x="29734" y="0"/>
                  </a:moveTo>
                  <a:lnTo>
                    <a:pt x="0" y="37008"/>
                  </a:lnTo>
                  <a:lnTo>
                    <a:pt x="0" y="51807"/>
                  </a:lnTo>
                  <a:lnTo>
                    <a:pt x="23821" y="51807"/>
                  </a:lnTo>
                  <a:lnTo>
                    <a:pt x="552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0"/>
            <p:cNvSpPr/>
            <p:nvPr/>
          </p:nvSpPr>
          <p:spPr>
            <a:xfrm>
              <a:off x="5329475" y="4179600"/>
              <a:ext cx="1419375" cy="1295200"/>
            </a:xfrm>
            <a:custGeom>
              <a:avLst/>
              <a:gdLst/>
              <a:ahLst/>
              <a:cxnLst/>
              <a:rect l="l" t="t" r="r" b="b"/>
              <a:pathLst>
                <a:path w="56775" h="51808" extrusionOk="0">
                  <a:moveTo>
                    <a:pt x="0" y="0"/>
                  </a:moveTo>
                  <a:lnTo>
                    <a:pt x="31466" y="51807"/>
                  </a:lnTo>
                  <a:lnTo>
                    <a:pt x="56774" y="51807"/>
                  </a:lnTo>
                  <a:lnTo>
                    <a:pt x="56774" y="38853"/>
                  </a:lnTo>
                  <a:lnTo>
                    <a:pt x="255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0"/>
            <p:cNvSpPr/>
            <p:nvPr/>
          </p:nvSpPr>
          <p:spPr>
            <a:xfrm>
              <a:off x="6748825" y="4180200"/>
              <a:ext cx="75" cy="167125"/>
            </a:xfrm>
            <a:custGeom>
              <a:avLst/>
              <a:gdLst/>
              <a:ahLst/>
              <a:cxnLst/>
              <a:rect l="l" t="t" r="r" b="b"/>
              <a:pathLst>
                <a:path w="3" h="6685" extrusionOk="0">
                  <a:moveTo>
                    <a:pt x="0" y="0"/>
                  </a:moveTo>
                  <a:lnTo>
                    <a:pt x="0" y="6623"/>
                  </a:lnTo>
                  <a:cubicBezTo>
                    <a:pt x="0" y="6642"/>
                    <a:pt x="2" y="6661"/>
                    <a:pt x="2" y="6685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E6C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0"/>
            <p:cNvSpPr/>
            <p:nvPr/>
          </p:nvSpPr>
          <p:spPr>
            <a:xfrm>
              <a:off x="2490475" y="3728725"/>
              <a:ext cx="4258375" cy="586325"/>
            </a:xfrm>
            <a:custGeom>
              <a:avLst/>
              <a:gdLst/>
              <a:ahLst/>
              <a:cxnLst/>
              <a:rect l="l" t="t" r="r" b="b"/>
              <a:pathLst>
                <a:path w="170335" h="23453" extrusionOk="0">
                  <a:moveTo>
                    <a:pt x="0" y="1"/>
                  </a:moveTo>
                  <a:lnTo>
                    <a:pt x="0" y="23453"/>
                  </a:lnTo>
                  <a:cubicBezTo>
                    <a:pt x="0" y="20965"/>
                    <a:pt x="15077" y="19547"/>
                    <a:pt x="30127" y="18747"/>
                  </a:cubicBezTo>
                  <a:cubicBezTo>
                    <a:pt x="45122" y="17952"/>
                    <a:pt x="60091" y="17774"/>
                    <a:pt x="60091" y="17774"/>
                  </a:cubicBezTo>
                  <a:lnTo>
                    <a:pt x="117629" y="17774"/>
                  </a:lnTo>
                  <a:cubicBezTo>
                    <a:pt x="117629" y="17774"/>
                    <a:pt x="169889" y="18481"/>
                    <a:pt x="170334" y="23391"/>
                  </a:cubicBezTo>
                  <a:lnTo>
                    <a:pt x="170334" y="80"/>
                  </a:lnTo>
                  <a:cubicBezTo>
                    <a:pt x="169999" y="4738"/>
                    <a:pt x="140344" y="6400"/>
                    <a:pt x="125669" y="6937"/>
                  </a:cubicBezTo>
                  <a:lnTo>
                    <a:pt x="47671" y="6937"/>
                  </a:lnTo>
                  <a:cubicBezTo>
                    <a:pt x="42871" y="6772"/>
                    <a:pt x="36570" y="6499"/>
                    <a:pt x="30127" y="6072"/>
                  </a:cubicBezTo>
                  <a:cubicBezTo>
                    <a:pt x="15431" y="5093"/>
                    <a:pt x="0" y="328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0"/>
            <p:cNvSpPr/>
            <p:nvPr/>
          </p:nvSpPr>
          <p:spPr>
            <a:xfrm>
              <a:off x="2490475" y="3760950"/>
              <a:ext cx="4258375" cy="586375"/>
            </a:xfrm>
            <a:custGeom>
              <a:avLst/>
              <a:gdLst/>
              <a:ahLst/>
              <a:cxnLst/>
              <a:rect l="l" t="t" r="r" b="b"/>
              <a:pathLst>
                <a:path w="170335" h="23455" extrusionOk="0">
                  <a:moveTo>
                    <a:pt x="0" y="0"/>
                  </a:moveTo>
                  <a:lnTo>
                    <a:pt x="0" y="23455"/>
                  </a:lnTo>
                  <a:cubicBezTo>
                    <a:pt x="0" y="20967"/>
                    <a:pt x="15077" y="19544"/>
                    <a:pt x="30127" y="18749"/>
                  </a:cubicBezTo>
                  <a:cubicBezTo>
                    <a:pt x="45122" y="17951"/>
                    <a:pt x="60091" y="17772"/>
                    <a:pt x="60091" y="17772"/>
                  </a:cubicBezTo>
                  <a:lnTo>
                    <a:pt x="117629" y="17772"/>
                  </a:lnTo>
                  <a:cubicBezTo>
                    <a:pt x="117629" y="17772"/>
                    <a:pt x="169889" y="18483"/>
                    <a:pt x="170334" y="23393"/>
                  </a:cubicBezTo>
                  <a:lnTo>
                    <a:pt x="170334" y="80"/>
                  </a:lnTo>
                  <a:cubicBezTo>
                    <a:pt x="169999" y="4740"/>
                    <a:pt x="140344" y="6400"/>
                    <a:pt x="125669" y="6934"/>
                  </a:cubicBezTo>
                  <a:lnTo>
                    <a:pt x="47671" y="6934"/>
                  </a:lnTo>
                  <a:cubicBezTo>
                    <a:pt x="42871" y="6771"/>
                    <a:pt x="36570" y="6501"/>
                    <a:pt x="30127" y="6069"/>
                  </a:cubicBezTo>
                  <a:cubicBezTo>
                    <a:pt x="15431" y="5090"/>
                    <a:pt x="0" y="328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0"/>
            <p:cNvSpPr/>
            <p:nvPr/>
          </p:nvSpPr>
          <p:spPr>
            <a:xfrm>
              <a:off x="3243650" y="3912675"/>
              <a:ext cx="1489725" cy="317000"/>
            </a:xfrm>
            <a:custGeom>
              <a:avLst/>
              <a:gdLst/>
              <a:ahLst/>
              <a:cxnLst/>
              <a:rect l="l" t="t" r="r" b="b"/>
              <a:pathLst>
                <a:path w="59589" h="12680" extrusionOk="0">
                  <a:moveTo>
                    <a:pt x="0" y="0"/>
                  </a:moveTo>
                  <a:lnTo>
                    <a:pt x="0" y="12680"/>
                  </a:lnTo>
                  <a:cubicBezTo>
                    <a:pt x="14995" y="11882"/>
                    <a:pt x="29964" y="11703"/>
                    <a:pt x="29964" y="11703"/>
                  </a:cubicBezTo>
                  <a:lnTo>
                    <a:pt x="59588" y="11703"/>
                  </a:lnTo>
                  <a:lnTo>
                    <a:pt x="59588" y="865"/>
                  </a:lnTo>
                  <a:lnTo>
                    <a:pt x="17544" y="865"/>
                  </a:lnTo>
                  <a:cubicBezTo>
                    <a:pt x="12744" y="702"/>
                    <a:pt x="6443" y="432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7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0"/>
            <p:cNvSpPr/>
            <p:nvPr/>
          </p:nvSpPr>
          <p:spPr>
            <a:xfrm>
              <a:off x="4873225" y="3913325"/>
              <a:ext cx="1161050" cy="313175"/>
            </a:xfrm>
            <a:custGeom>
              <a:avLst/>
              <a:gdLst/>
              <a:ahLst/>
              <a:cxnLst/>
              <a:rect l="l" t="t" r="r" b="b"/>
              <a:pathLst>
                <a:path w="46442" h="12527" extrusionOk="0">
                  <a:moveTo>
                    <a:pt x="46442" y="1"/>
                  </a:moveTo>
                  <a:cubicBezTo>
                    <a:pt x="40531" y="415"/>
                    <a:pt x="34771" y="679"/>
                    <a:pt x="30359" y="839"/>
                  </a:cubicBezTo>
                  <a:lnTo>
                    <a:pt x="0" y="839"/>
                  </a:lnTo>
                  <a:lnTo>
                    <a:pt x="0" y="11677"/>
                  </a:lnTo>
                  <a:lnTo>
                    <a:pt x="22319" y="11677"/>
                  </a:lnTo>
                  <a:cubicBezTo>
                    <a:pt x="22319" y="11677"/>
                    <a:pt x="34048" y="11837"/>
                    <a:pt x="46442" y="12527"/>
                  </a:cubicBezTo>
                  <a:lnTo>
                    <a:pt x="46442" y="1"/>
                  </a:lnTo>
                  <a:close/>
                </a:path>
              </a:pathLst>
            </a:custGeom>
            <a:solidFill>
              <a:srgbClr val="000000">
                <a:alpha val="7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633942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7">
  <p:cSld name="Background 2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0" name="Google Shape;2270;p41"/>
          <p:cNvGrpSpPr/>
          <p:nvPr/>
        </p:nvGrpSpPr>
        <p:grpSpPr>
          <a:xfrm>
            <a:off x="-2030521" y="-4030771"/>
            <a:ext cx="13205041" cy="13205041"/>
            <a:chOff x="1190575" y="238125"/>
            <a:chExt cx="5235525" cy="5235525"/>
          </a:xfrm>
        </p:grpSpPr>
        <p:sp>
          <p:nvSpPr>
            <p:cNvPr id="2271" name="Google Shape;2271;p41"/>
            <p:cNvSpPr/>
            <p:nvPr/>
          </p:nvSpPr>
          <p:spPr>
            <a:xfrm>
              <a:off x="1473250" y="520800"/>
              <a:ext cx="4670150" cy="4670175"/>
            </a:xfrm>
            <a:custGeom>
              <a:avLst/>
              <a:gdLst/>
              <a:ahLst/>
              <a:cxnLst/>
              <a:rect l="l" t="t" r="r" b="b"/>
              <a:pathLst>
                <a:path w="186806" h="186807" extrusionOk="0">
                  <a:moveTo>
                    <a:pt x="93417" y="93374"/>
                  </a:moveTo>
                  <a:lnTo>
                    <a:pt x="93417" y="93379"/>
                  </a:lnTo>
                  <a:lnTo>
                    <a:pt x="93417" y="93379"/>
                  </a:lnTo>
                  <a:lnTo>
                    <a:pt x="93411" y="93379"/>
                  </a:lnTo>
                  <a:lnTo>
                    <a:pt x="93411" y="93379"/>
                  </a:lnTo>
                  <a:lnTo>
                    <a:pt x="93417" y="93374"/>
                  </a:lnTo>
                  <a:close/>
                  <a:moveTo>
                    <a:pt x="84678" y="0"/>
                  </a:moveTo>
                  <a:lnTo>
                    <a:pt x="93377" y="93382"/>
                  </a:lnTo>
                  <a:lnTo>
                    <a:pt x="93377" y="93382"/>
                  </a:lnTo>
                  <a:lnTo>
                    <a:pt x="93394" y="93381"/>
                  </a:lnTo>
                  <a:lnTo>
                    <a:pt x="93394" y="93381"/>
                  </a:lnTo>
                  <a:lnTo>
                    <a:pt x="101969" y="0"/>
                  </a:lnTo>
                  <a:close/>
                  <a:moveTo>
                    <a:pt x="33371" y="21255"/>
                  </a:moveTo>
                  <a:lnTo>
                    <a:pt x="21141" y="33476"/>
                  </a:lnTo>
                  <a:lnTo>
                    <a:pt x="93363" y="93384"/>
                  </a:lnTo>
                  <a:lnTo>
                    <a:pt x="93363" y="93384"/>
                  </a:lnTo>
                  <a:lnTo>
                    <a:pt x="93336" y="93386"/>
                  </a:lnTo>
                  <a:lnTo>
                    <a:pt x="93369" y="93389"/>
                  </a:lnTo>
                  <a:lnTo>
                    <a:pt x="93369" y="93389"/>
                  </a:lnTo>
                  <a:lnTo>
                    <a:pt x="93379" y="93397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8" y="93390"/>
                  </a:lnTo>
                  <a:lnTo>
                    <a:pt x="93377" y="93382"/>
                  </a:lnTo>
                  <a:lnTo>
                    <a:pt x="93377" y="93382"/>
                  </a:lnTo>
                  <a:lnTo>
                    <a:pt x="93372" y="93383"/>
                  </a:lnTo>
                  <a:lnTo>
                    <a:pt x="93372" y="93383"/>
                  </a:lnTo>
                  <a:lnTo>
                    <a:pt x="33371" y="21255"/>
                  </a:lnTo>
                  <a:close/>
                  <a:moveTo>
                    <a:pt x="93378" y="93390"/>
                  </a:moveTo>
                  <a:lnTo>
                    <a:pt x="93392" y="93406"/>
                  </a:lnTo>
                  <a:lnTo>
                    <a:pt x="93393" y="93394"/>
                  </a:lnTo>
                  <a:lnTo>
                    <a:pt x="93391" y="93396"/>
                  </a:lnTo>
                  <a:lnTo>
                    <a:pt x="93393" y="93394"/>
                  </a:lnTo>
                  <a:lnTo>
                    <a:pt x="93393" y="93391"/>
                  </a:lnTo>
                  <a:lnTo>
                    <a:pt x="93393" y="93391"/>
                  </a:lnTo>
                  <a:lnTo>
                    <a:pt x="93378" y="93390"/>
                  </a:lnTo>
                  <a:close/>
                  <a:moveTo>
                    <a:pt x="93392" y="93406"/>
                  </a:moveTo>
                  <a:lnTo>
                    <a:pt x="93391" y="93408"/>
                  </a:lnTo>
                  <a:lnTo>
                    <a:pt x="93391" y="93408"/>
                  </a:lnTo>
                  <a:lnTo>
                    <a:pt x="93396" y="93411"/>
                  </a:lnTo>
                  <a:lnTo>
                    <a:pt x="93392" y="93406"/>
                  </a:lnTo>
                  <a:close/>
                  <a:moveTo>
                    <a:pt x="93379" y="93397"/>
                  </a:moveTo>
                  <a:lnTo>
                    <a:pt x="93380" y="93413"/>
                  </a:lnTo>
                  <a:lnTo>
                    <a:pt x="93391" y="93414"/>
                  </a:lnTo>
                  <a:lnTo>
                    <a:pt x="93391" y="93414"/>
                  </a:lnTo>
                  <a:lnTo>
                    <a:pt x="93391" y="93408"/>
                  </a:lnTo>
                  <a:lnTo>
                    <a:pt x="93391" y="93408"/>
                  </a:lnTo>
                  <a:lnTo>
                    <a:pt x="93379" y="93397"/>
                  </a:lnTo>
                  <a:close/>
                  <a:moveTo>
                    <a:pt x="93390" y="93428"/>
                  </a:moveTo>
                  <a:lnTo>
                    <a:pt x="93382" y="93429"/>
                  </a:lnTo>
                  <a:lnTo>
                    <a:pt x="93382" y="93429"/>
                  </a:lnTo>
                  <a:lnTo>
                    <a:pt x="93382" y="93434"/>
                  </a:lnTo>
                  <a:lnTo>
                    <a:pt x="93390" y="93428"/>
                  </a:lnTo>
                  <a:close/>
                  <a:moveTo>
                    <a:pt x="93389" y="93437"/>
                  </a:moveTo>
                  <a:lnTo>
                    <a:pt x="93383" y="93444"/>
                  </a:lnTo>
                  <a:lnTo>
                    <a:pt x="93383" y="93444"/>
                  </a:lnTo>
                  <a:lnTo>
                    <a:pt x="93386" y="93470"/>
                  </a:lnTo>
                  <a:lnTo>
                    <a:pt x="93389" y="93437"/>
                  </a:lnTo>
                  <a:close/>
                  <a:moveTo>
                    <a:pt x="0" y="84837"/>
                  </a:moveTo>
                  <a:lnTo>
                    <a:pt x="0" y="102128"/>
                  </a:lnTo>
                  <a:lnTo>
                    <a:pt x="93382" y="93429"/>
                  </a:lnTo>
                  <a:lnTo>
                    <a:pt x="93382" y="93429"/>
                  </a:lnTo>
                  <a:lnTo>
                    <a:pt x="93380" y="93413"/>
                  </a:lnTo>
                  <a:lnTo>
                    <a:pt x="0" y="84837"/>
                  </a:lnTo>
                  <a:close/>
                  <a:moveTo>
                    <a:pt x="93382" y="93434"/>
                  </a:moveTo>
                  <a:lnTo>
                    <a:pt x="21255" y="153435"/>
                  </a:lnTo>
                  <a:lnTo>
                    <a:pt x="33476" y="165666"/>
                  </a:lnTo>
                  <a:lnTo>
                    <a:pt x="93383" y="93444"/>
                  </a:lnTo>
                  <a:lnTo>
                    <a:pt x="93383" y="93444"/>
                  </a:lnTo>
                  <a:lnTo>
                    <a:pt x="93382" y="93434"/>
                  </a:lnTo>
                  <a:close/>
                  <a:moveTo>
                    <a:pt x="153331" y="21141"/>
                  </a:moveTo>
                  <a:lnTo>
                    <a:pt x="93422" y="93358"/>
                  </a:lnTo>
                  <a:lnTo>
                    <a:pt x="93420" y="93337"/>
                  </a:lnTo>
                  <a:lnTo>
                    <a:pt x="93418" y="93363"/>
                  </a:lnTo>
                  <a:lnTo>
                    <a:pt x="93404" y="93380"/>
                  </a:lnTo>
                  <a:lnTo>
                    <a:pt x="93404" y="93380"/>
                  </a:lnTo>
                  <a:lnTo>
                    <a:pt x="93394" y="93381"/>
                  </a:lnTo>
                  <a:lnTo>
                    <a:pt x="93394" y="93381"/>
                  </a:lnTo>
                  <a:lnTo>
                    <a:pt x="93393" y="93391"/>
                  </a:lnTo>
                  <a:lnTo>
                    <a:pt x="93393" y="93391"/>
                  </a:lnTo>
                  <a:lnTo>
                    <a:pt x="93394" y="93391"/>
                  </a:lnTo>
                  <a:lnTo>
                    <a:pt x="93394" y="93391"/>
                  </a:lnTo>
                  <a:lnTo>
                    <a:pt x="93393" y="93394"/>
                  </a:lnTo>
                  <a:lnTo>
                    <a:pt x="93393" y="93394"/>
                  </a:lnTo>
                  <a:lnTo>
                    <a:pt x="93396" y="93392"/>
                  </a:lnTo>
                  <a:lnTo>
                    <a:pt x="93415" y="93393"/>
                  </a:lnTo>
                  <a:lnTo>
                    <a:pt x="93415" y="93393"/>
                  </a:lnTo>
                  <a:lnTo>
                    <a:pt x="93415" y="93399"/>
                  </a:lnTo>
                  <a:lnTo>
                    <a:pt x="93410" y="93396"/>
                  </a:lnTo>
                  <a:lnTo>
                    <a:pt x="93414" y="93401"/>
                  </a:lnTo>
                  <a:lnTo>
                    <a:pt x="93414" y="93401"/>
                  </a:lnTo>
                  <a:lnTo>
                    <a:pt x="93413" y="93416"/>
                  </a:lnTo>
                  <a:lnTo>
                    <a:pt x="93413" y="93416"/>
                  </a:lnTo>
                  <a:lnTo>
                    <a:pt x="93407" y="93415"/>
                  </a:lnTo>
                  <a:lnTo>
                    <a:pt x="93407" y="93415"/>
                  </a:lnTo>
                  <a:lnTo>
                    <a:pt x="93410" y="93411"/>
                  </a:lnTo>
                  <a:lnTo>
                    <a:pt x="93406" y="93415"/>
                  </a:lnTo>
                  <a:lnTo>
                    <a:pt x="93406" y="93415"/>
                  </a:lnTo>
                  <a:lnTo>
                    <a:pt x="93391" y="93414"/>
                  </a:lnTo>
                  <a:lnTo>
                    <a:pt x="93391" y="93414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90" y="93428"/>
                  </a:lnTo>
                  <a:lnTo>
                    <a:pt x="93389" y="93437"/>
                  </a:lnTo>
                  <a:lnTo>
                    <a:pt x="93397" y="93428"/>
                  </a:lnTo>
                  <a:lnTo>
                    <a:pt x="93412" y="93426"/>
                  </a:lnTo>
                  <a:lnTo>
                    <a:pt x="93412" y="93426"/>
                  </a:lnTo>
                  <a:lnTo>
                    <a:pt x="84837" y="186807"/>
                  </a:lnTo>
                  <a:lnTo>
                    <a:pt x="102128" y="186807"/>
                  </a:lnTo>
                  <a:lnTo>
                    <a:pt x="93429" y="93425"/>
                  </a:lnTo>
                  <a:lnTo>
                    <a:pt x="93429" y="93425"/>
                  </a:lnTo>
                  <a:lnTo>
                    <a:pt x="93434" y="93424"/>
                  </a:lnTo>
                  <a:lnTo>
                    <a:pt x="93434" y="93424"/>
                  </a:lnTo>
                  <a:lnTo>
                    <a:pt x="153435" y="165552"/>
                  </a:lnTo>
                  <a:lnTo>
                    <a:pt x="165665" y="153331"/>
                  </a:lnTo>
                  <a:lnTo>
                    <a:pt x="93443" y="93423"/>
                  </a:lnTo>
                  <a:lnTo>
                    <a:pt x="93443" y="93423"/>
                  </a:lnTo>
                  <a:lnTo>
                    <a:pt x="93470" y="93421"/>
                  </a:lnTo>
                  <a:lnTo>
                    <a:pt x="93437" y="93418"/>
                  </a:lnTo>
                  <a:lnTo>
                    <a:pt x="93437" y="93418"/>
                  </a:lnTo>
                  <a:lnTo>
                    <a:pt x="93427" y="93410"/>
                  </a:lnTo>
                  <a:lnTo>
                    <a:pt x="93426" y="93394"/>
                  </a:lnTo>
                  <a:lnTo>
                    <a:pt x="93426" y="93394"/>
                  </a:lnTo>
                  <a:lnTo>
                    <a:pt x="186806" y="101970"/>
                  </a:lnTo>
                  <a:lnTo>
                    <a:pt x="186806" y="84679"/>
                  </a:lnTo>
                  <a:lnTo>
                    <a:pt x="93424" y="93378"/>
                  </a:lnTo>
                  <a:lnTo>
                    <a:pt x="93424" y="93378"/>
                  </a:lnTo>
                  <a:lnTo>
                    <a:pt x="93423" y="93369"/>
                  </a:lnTo>
                  <a:lnTo>
                    <a:pt x="93423" y="93369"/>
                  </a:lnTo>
                  <a:lnTo>
                    <a:pt x="165551" y="33372"/>
                  </a:lnTo>
                  <a:lnTo>
                    <a:pt x="153331" y="21141"/>
                  </a:lnTo>
                  <a:close/>
                </a:path>
              </a:pathLst>
            </a:custGeom>
            <a:solidFill>
              <a:srgbClr val="334F86">
                <a:alpha val="37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1"/>
            <p:cNvSpPr/>
            <p:nvPr/>
          </p:nvSpPr>
          <p:spPr>
            <a:xfrm>
              <a:off x="1190575" y="238125"/>
              <a:ext cx="5235525" cy="5235525"/>
            </a:xfrm>
            <a:custGeom>
              <a:avLst/>
              <a:gdLst/>
              <a:ahLst/>
              <a:cxnLst/>
              <a:rect l="l" t="t" r="r" b="b"/>
              <a:pathLst>
                <a:path w="209421" h="209421" extrusionOk="0">
                  <a:moveTo>
                    <a:pt x="201640" y="53560"/>
                  </a:moveTo>
                  <a:lnTo>
                    <a:pt x="104703" y="104693"/>
                  </a:lnTo>
                  <a:lnTo>
                    <a:pt x="104703" y="104693"/>
                  </a:lnTo>
                  <a:lnTo>
                    <a:pt x="209365" y="72210"/>
                  </a:lnTo>
                  <a:lnTo>
                    <a:pt x="201640" y="53560"/>
                  </a:lnTo>
                  <a:close/>
                  <a:moveTo>
                    <a:pt x="137081" y="0"/>
                  </a:moveTo>
                  <a:lnTo>
                    <a:pt x="104693" y="104703"/>
                  </a:lnTo>
                  <a:lnTo>
                    <a:pt x="155732" y="7730"/>
                  </a:lnTo>
                  <a:lnTo>
                    <a:pt x="137081" y="0"/>
                  </a:lnTo>
                  <a:close/>
                  <a:moveTo>
                    <a:pt x="72210" y="55"/>
                  </a:moveTo>
                  <a:lnTo>
                    <a:pt x="53559" y="7780"/>
                  </a:lnTo>
                  <a:lnTo>
                    <a:pt x="104693" y="104718"/>
                  </a:lnTo>
                  <a:lnTo>
                    <a:pt x="72210" y="55"/>
                  </a:lnTo>
                  <a:close/>
                  <a:moveTo>
                    <a:pt x="7730" y="53689"/>
                  </a:moveTo>
                  <a:lnTo>
                    <a:pt x="0" y="72339"/>
                  </a:lnTo>
                  <a:lnTo>
                    <a:pt x="104703" y="104728"/>
                  </a:lnTo>
                  <a:lnTo>
                    <a:pt x="7730" y="53689"/>
                  </a:lnTo>
                  <a:close/>
                  <a:moveTo>
                    <a:pt x="104717" y="104693"/>
                  </a:moveTo>
                  <a:lnTo>
                    <a:pt x="201690" y="155732"/>
                  </a:lnTo>
                  <a:lnTo>
                    <a:pt x="209420" y="137082"/>
                  </a:lnTo>
                  <a:lnTo>
                    <a:pt x="104717" y="104693"/>
                  </a:lnTo>
                  <a:close/>
                  <a:moveTo>
                    <a:pt x="104717" y="104728"/>
                  </a:moveTo>
                  <a:lnTo>
                    <a:pt x="55" y="137211"/>
                  </a:lnTo>
                  <a:lnTo>
                    <a:pt x="7780" y="155861"/>
                  </a:lnTo>
                  <a:lnTo>
                    <a:pt x="7780" y="155861"/>
                  </a:lnTo>
                  <a:lnTo>
                    <a:pt x="104717" y="104728"/>
                  </a:lnTo>
                  <a:close/>
                  <a:moveTo>
                    <a:pt x="104727" y="104703"/>
                  </a:moveTo>
                  <a:lnTo>
                    <a:pt x="137210" y="209366"/>
                  </a:lnTo>
                  <a:lnTo>
                    <a:pt x="155861" y="201641"/>
                  </a:lnTo>
                  <a:lnTo>
                    <a:pt x="104727" y="104703"/>
                  </a:lnTo>
                  <a:close/>
                  <a:moveTo>
                    <a:pt x="104727" y="104718"/>
                  </a:moveTo>
                  <a:lnTo>
                    <a:pt x="53688" y="201691"/>
                  </a:lnTo>
                  <a:lnTo>
                    <a:pt x="72339" y="209421"/>
                  </a:lnTo>
                  <a:lnTo>
                    <a:pt x="104727" y="104718"/>
                  </a:lnTo>
                  <a:close/>
                </a:path>
              </a:pathLst>
            </a:custGeom>
            <a:solidFill>
              <a:srgbClr val="334F86">
                <a:alpha val="379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3" name="Google Shape;2273;p41"/>
          <p:cNvGrpSpPr/>
          <p:nvPr/>
        </p:nvGrpSpPr>
        <p:grpSpPr>
          <a:xfrm>
            <a:off x="-13" y="1359981"/>
            <a:ext cx="9144039" cy="5363695"/>
            <a:chOff x="-13" y="169031"/>
            <a:chExt cx="9144039" cy="5363695"/>
          </a:xfrm>
        </p:grpSpPr>
        <p:sp>
          <p:nvSpPr>
            <p:cNvPr id="2274" name="Google Shape;2274;p41"/>
            <p:cNvSpPr/>
            <p:nvPr/>
          </p:nvSpPr>
          <p:spPr>
            <a:xfrm>
              <a:off x="-13" y="3380785"/>
              <a:ext cx="9144026" cy="2151941"/>
            </a:xfrm>
            <a:custGeom>
              <a:avLst/>
              <a:gdLst/>
              <a:ahLst/>
              <a:cxnLst/>
              <a:rect l="l" t="t" r="r" b="b"/>
              <a:pathLst>
                <a:path w="137997" h="32476" extrusionOk="0">
                  <a:moveTo>
                    <a:pt x="68994" y="1"/>
                  </a:moveTo>
                  <a:cubicBezTo>
                    <a:pt x="34559" y="1"/>
                    <a:pt x="12633" y="3341"/>
                    <a:pt x="0" y="6275"/>
                  </a:cubicBezTo>
                  <a:lnTo>
                    <a:pt x="0" y="32476"/>
                  </a:lnTo>
                  <a:lnTo>
                    <a:pt x="137997" y="32476"/>
                  </a:lnTo>
                  <a:lnTo>
                    <a:pt x="137997" y="6275"/>
                  </a:lnTo>
                  <a:cubicBezTo>
                    <a:pt x="125364" y="3341"/>
                    <a:pt x="103430" y="1"/>
                    <a:pt x="68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1"/>
            <p:cNvSpPr/>
            <p:nvPr/>
          </p:nvSpPr>
          <p:spPr>
            <a:xfrm>
              <a:off x="0" y="1871153"/>
              <a:ext cx="9144026" cy="1236127"/>
            </a:xfrm>
            <a:custGeom>
              <a:avLst/>
              <a:gdLst/>
              <a:ahLst/>
              <a:cxnLst/>
              <a:rect l="l" t="t" r="r" b="b"/>
              <a:pathLst>
                <a:path w="137997" h="18655" extrusionOk="0">
                  <a:moveTo>
                    <a:pt x="137997" y="0"/>
                  </a:moveTo>
                  <a:cubicBezTo>
                    <a:pt x="126451" y="5248"/>
                    <a:pt x="101055" y="14801"/>
                    <a:pt x="68994" y="14801"/>
                  </a:cubicBezTo>
                  <a:cubicBezTo>
                    <a:pt x="38427" y="14801"/>
                    <a:pt x="12870" y="6121"/>
                    <a:pt x="0" y="766"/>
                  </a:cubicBezTo>
                  <a:lnTo>
                    <a:pt x="0" y="8565"/>
                  </a:lnTo>
                  <a:cubicBezTo>
                    <a:pt x="12564" y="12464"/>
                    <a:pt x="37454" y="18655"/>
                    <a:pt x="68994" y="18655"/>
                  </a:cubicBezTo>
                  <a:cubicBezTo>
                    <a:pt x="102105" y="18655"/>
                    <a:pt x="126743" y="11836"/>
                    <a:pt x="137997" y="7998"/>
                  </a:cubicBezTo>
                  <a:lnTo>
                    <a:pt x="137997" y="0"/>
                  </a:lnTo>
                  <a:close/>
                </a:path>
              </a:pathLst>
            </a:custGeom>
            <a:solidFill>
              <a:srgbClr val="0E0F21">
                <a:alpha val="37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1"/>
            <p:cNvSpPr/>
            <p:nvPr/>
          </p:nvSpPr>
          <p:spPr>
            <a:xfrm>
              <a:off x="0" y="1707686"/>
              <a:ext cx="9144026" cy="1235663"/>
            </a:xfrm>
            <a:custGeom>
              <a:avLst/>
              <a:gdLst/>
              <a:ahLst/>
              <a:cxnLst/>
              <a:rect l="l" t="t" r="r" b="b"/>
              <a:pathLst>
                <a:path w="137997" h="18648" extrusionOk="0">
                  <a:moveTo>
                    <a:pt x="137997" y="0"/>
                  </a:moveTo>
                  <a:cubicBezTo>
                    <a:pt x="126451" y="5248"/>
                    <a:pt x="101055" y="14794"/>
                    <a:pt x="68994" y="14794"/>
                  </a:cubicBezTo>
                  <a:cubicBezTo>
                    <a:pt x="38427" y="14794"/>
                    <a:pt x="12870" y="6106"/>
                    <a:pt x="0" y="759"/>
                  </a:cubicBezTo>
                  <a:lnTo>
                    <a:pt x="0" y="8550"/>
                  </a:lnTo>
                  <a:cubicBezTo>
                    <a:pt x="12564" y="12457"/>
                    <a:pt x="37454" y="18647"/>
                    <a:pt x="68994" y="18647"/>
                  </a:cubicBezTo>
                  <a:cubicBezTo>
                    <a:pt x="102105" y="18647"/>
                    <a:pt x="126743" y="11829"/>
                    <a:pt x="137997" y="7983"/>
                  </a:cubicBezTo>
                  <a:lnTo>
                    <a:pt x="1379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1"/>
            <p:cNvSpPr/>
            <p:nvPr/>
          </p:nvSpPr>
          <p:spPr>
            <a:xfrm>
              <a:off x="0" y="288350"/>
              <a:ext cx="9126432" cy="2170022"/>
            </a:xfrm>
            <a:custGeom>
              <a:avLst/>
              <a:gdLst/>
              <a:ahLst/>
              <a:cxnLst/>
              <a:rect l="l" t="t" r="r" b="b"/>
              <a:pathLst>
                <a:path w="137997" h="32812" extrusionOk="0">
                  <a:moveTo>
                    <a:pt x="0" y="0"/>
                  </a:moveTo>
                  <a:lnTo>
                    <a:pt x="0" y="11116"/>
                  </a:lnTo>
                  <a:cubicBezTo>
                    <a:pt x="11882" y="18011"/>
                    <a:pt x="40710" y="32812"/>
                    <a:pt x="68994" y="32812"/>
                  </a:cubicBezTo>
                  <a:cubicBezTo>
                    <a:pt x="96796" y="32812"/>
                    <a:pt x="125548" y="18509"/>
                    <a:pt x="137997" y="11476"/>
                  </a:cubicBezTo>
                  <a:lnTo>
                    <a:pt x="137997" y="467"/>
                  </a:lnTo>
                  <a:cubicBezTo>
                    <a:pt x="125410" y="9638"/>
                    <a:pt x="96260" y="28476"/>
                    <a:pt x="68994" y="28476"/>
                  </a:cubicBezTo>
                  <a:cubicBezTo>
                    <a:pt x="41262" y="28476"/>
                    <a:pt x="12020" y="8986"/>
                    <a:pt x="0" y="0"/>
                  </a:cubicBezTo>
                  <a:close/>
                </a:path>
              </a:pathLst>
            </a:custGeom>
            <a:solidFill>
              <a:srgbClr val="0E0F21">
                <a:alpha val="37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1"/>
            <p:cNvSpPr/>
            <p:nvPr/>
          </p:nvSpPr>
          <p:spPr>
            <a:xfrm>
              <a:off x="0" y="169031"/>
              <a:ext cx="9144026" cy="2174271"/>
            </a:xfrm>
            <a:custGeom>
              <a:avLst/>
              <a:gdLst/>
              <a:ahLst/>
              <a:cxnLst/>
              <a:rect l="l" t="t" r="r" b="b"/>
              <a:pathLst>
                <a:path w="137997" h="32813" extrusionOk="0">
                  <a:moveTo>
                    <a:pt x="0" y="1"/>
                  </a:moveTo>
                  <a:lnTo>
                    <a:pt x="0" y="11117"/>
                  </a:lnTo>
                  <a:cubicBezTo>
                    <a:pt x="11882" y="18012"/>
                    <a:pt x="40710" y="32813"/>
                    <a:pt x="68994" y="32813"/>
                  </a:cubicBezTo>
                  <a:cubicBezTo>
                    <a:pt x="96796" y="32813"/>
                    <a:pt x="125548" y="18510"/>
                    <a:pt x="137997" y="11469"/>
                  </a:cubicBezTo>
                  <a:lnTo>
                    <a:pt x="137997" y="468"/>
                  </a:lnTo>
                  <a:cubicBezTo>
                    <a:pt x="125410" y="9638"/>
                    <a:pt x="96260" y="28477"/>
                    <a:pt x="68994" y="28477"/>
                  </a:cubicBezTo>
                  <a:cubicBezTo>
                    <a:pt x="41262" y="28477"/>
                    <a:pt x="12020" y="898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9" name="Google Shape;2279;p41"/>
          <p:cNvGrpSpPr/>
          <p:nvPr/>
        </p:nvGrpSpPr>
        <p:grpSpPr>
          <a:xfrm>
            <a:off x="132519" y="1180280"/>
            <a:ext cx="8878963" cy="2059541"/>
            <a:chOff x="132519" y="-10670"/>
            <a:chExt cx="8878963" cy="2059541"/>
          </a:xfrm>
        </p:grpSpPr>
        <p:sp>
          <p:nvSpPr>
            <p:cNvPr id="2280" name="Google Shape;2280;p41"/>
            <p:cNvSpPr/>
            <p:nvPr/>
          </p:nvSpPr>
          <p:spPr>
            <a:xfrm>
              <a:off x="132519" y="-9146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2" y="2269"/>
                  </a:lnTo>
                  <a:lnTo>
                    <a:pt x="1058" y="905"/>
                  </a:lnTo>
                  <a:lnTo>
                    <a:pt x="2268" y="2475"/>
                  </a:lnTo>
                  <a:lnTo>
                    <a:pt x="1" y="2682"/>
                  </a:lnTo>
                  <a:lnTo>
                    <a:pt x="2268" y="2897"/>
                  </a:lnTo>
                  <a:lnTo>
                    <a:pt x="1058" y="4467"/>
                  </a:lnTo>
                  <a:lnTo>
                    <a:pt x="2552" y="3111"/>
                  </a:lnTo>
                  <a:lnTo>
                    <a:pt x="2758" y="5364"/>
                  </a:lnTo>
                  <a:lnTo>
                    <a:pt x="2973" y="3111"/>
                  </a:lnTo>
                  <a:lnTo>
                    <a:pt x="4467" y="4467"/>
                  </a:lnTo>
                  <a:lnTo>
                    <a:pt x="4467" y="4467"/>
                  </a:lnTo>
                  <a:lnTo>
                    <a:pt x="3249" y="2897"/>
                  </a:lnTo>
                  <a:lnTo>
                    <a:pt x="5516" y="2682"/>
                  </a:lnTo>
                  <a:lnTo>
                    <a:pt x="3249" y="2475"/>
                  </a:lnTo>
                  <a:lnTo>
                    <a:pt x="4467" y="905"/>
                  </a:lnTo>
                  <a:lnTo>
                    <a:pt x="2973" y="2269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1"/>
            <p:cNvSpPr/>
            <p:nvPr/>
          </p:nvSpPr>
          <p:spPr>
            <a:xfrm>
              <a:off x="1031023" y="543673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1042" y="905"/>
                  </a:moveTo>
                  <a:lnTo>
                    <a:pt x="1042" y="905"/>
                  </a:lnTo>
                  <a:lnTo>
                    <a:pt x="1042" y="905"/>
                  </a:lnTo>
                  <a:close/>
                  <a:moveTo>
                    <a:pt x="1042" y="4467"/>
                  </a:moveTo>
                  <a:lnTo>
                    <a:pt x="1042" y="4467"/>
                  </a:lnTo>
                  <a:lnTo>
                    <a:pt x="1042" y="4467"/>
                  </a:lnTo>
                  <a:close/>
                  <a:moveTo>
                    <a:pt x="2758" y="1"/>
                  </a:moveTo>
                  <a:lnTo>
                    <a:pt x="2551" y="2261"/>
                  </a:lnTo>
                  <a:lnTo>
                    <a:pt x="1042" y="905"/>
                  </a:lnTo>
                  <a:lnTo>
                    <a:pt x="2268" y="2475"/>
                  </a:lnTo>
                  <a:lnTo>
                    <a:pt x="0" y="2682"/>
                  </a:lnTo>
                  <a:lnTo>
                    <a:pt x="2268" y="2897"/>
                  </a:lnTo>
                  <a:lnTo>
                    <a:pt x="1042" y="4467"/>
                  </a:lnTo>
                  <a:lnTo>
                    <a:pt x="2551" y="3103"/>
                  </a:lnTo>
                  <a:lnTo>
                    <a:pt x="2758" y="5363"/>
                  </a:lnTo>
                  <a:lnTo>
                    <a:pt x="2973" y="3103"/>
                  </a:lnTo>
                  <a:lnTo>
                    <a:pt x="4467" y="4467"/>
                  </a:lnTo>
                  <a:lnTo>
                    <a:pt x="3241" y="2897"/>
                  </a:lnTo>
                  <a:lnTo>
                    <a:pt x="5516" y="2682"/>
                  </a:lnTo>
                  <a:lnTo>
                    <a:pt x="3241" y="2475"/>
                  </a:lnTo>
                  <a:lnTo>
                    <a:pt x="4467" y="905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1"/>
            <p:cNvSpPr/>
            <p:nvPr/>
          </p:nvSpPr>
          <p:spPr>
            <a:xfrm>
              <a:off x="1826955" y="1009689"/>
              <a:ext cx="365570" cy="355896"/>
            </a:xfrm>
            <a:custGeom>
              <a:avLst/>
              <a:gdLst/>
              <a:ahLst/>
              <a:cxnLst/>
              <a:rect l="l" t="t" r="r" b="b"/>
              <a:pathLst>
                <a:path w="5517" h="5371" extrusionOk="0">
                  <a:moveTo>
                    <a:pt x="2751" y="0"/>
                  </a:moveTo>
                  <a:lnTo>
                    <a:pt x="2552" y="2260"/>
                  </a:lnTo>
                  <a:lnTo>
                    <a:pt x="1050" y="912"/>
                  </a:lnTo>
                  <a:lnTo>
                    <a:pt x="2276" y="2483"/>
                  </a:lnTo>
                  <a:lnTo>
                    <a:pt x="1" y="2689"/>
                  </a:lnTo>
                  <a:lnTo>
                    <a:pt x="2276" y="2904"/>
                  </a:lnTo>
                  <a:lnTo>
                    <a:pt x="1050" y="4474"/>
                  </a:lnTo>
                  <a:lnTo>
                    <a:pt x="2552" y="3111"/>
                  </a:lnTo>
                  <a:lnTo>
                    <a:pt x="2751" y="5371"/>
                  </a:lnTo>
                  <a:lnTo>
                    <a:pt x="2966" y="3111"/>
                  </a:lnTo>
                  <a:lnTo>
                    <a:pt x="4467" y="4474"/>
                  </a:lnTo>
                  <a:lnTo>
                    <a:pt x="3241" y="2904"/>
                  </a:lnTo>
                  <a:lnTo>
                    <a:pt x="5517" y="2689"/>
                  </a:lnTo>
                  <a:lnTo>
                    <a:pt x="3241" y="2483"/>
                  </a:lnTo>
                  <a:lnTo>
                    <a:pt x="4467" y="912"/>
                  </a:lnTo>
                  <a:lnTo>
                    <a:pt x="2966" y="2260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1"/>
            <p:cNvSpPr/>
            <p:nvPr/>
          </p:nvSpPr>
          <p:spPr>
            <a:xfrm>
              <a:off x="2680268" y="1379758"/>
              <a:ext cx="365570" cy="355896"/>
            </a:xfrm>
            <a:custGeom>
              <a:avLst/>
              <a:gdLst/>
              <a:ahLst/>
              <a:cxnLst/>
              <a:rect l="l" t="t" r="r" b="b"/>
              <a:pathLst>
                <a:path w="5517" h="5371" extrusionOk="0">
                  <a:moveTo>
                    <a:pt x="4475" y="4467"/>
                  </a:moveTo>
                  <a:lnTo>
                    <a:pt x="4475" y="4467"/>
                  </a:lnTo>
                  <a:lnTo>
                    <a:pt x="4475" y="4467"/>
                  </a:lnTo>
                  <a:close/>
                  <a:moveTo>
                    <a:pt x="2759" y="0"/>
                  </a:moveTo>
                  <a:lnTo>
                    <a:pt x="2560" y="2260"/>
                  </a:lnTo>
                  <a:lnTo>
                    <a:pt x="1050" y="897"/>
                  </a:lnTo>
                  <a:lnTo>
                    <a:pt x="2276" y="2467"/>
                  </a:lnTo>
                  <a:lnTo>
                    <a:pt x="1" y="2682"/>
                  </a:lnTo>
                  <a:lnTo>
                    <a:pt x="2276" y="2896"/>
                  </a:lnTo>
                  <a:lnTo>
                    <a:pt x="1050" y="4467"/>
                  </a:lnTo>
                  <a:lnTo>
                    <a:pt x="2560" y="3111"/>
                  </a:lnTo>
                  <a:lnTo>
                    <a:pt x="2759" y="5371"/>
                  </a:lnTo>
                  <a:lnTo>
                    <a:pt x="2966" y="3111"/>
                  </a:lnTo>
                  <a:lnTo>
                    <a:pt x="4475" y="4467"/>
                  </a:lnTo>
                  <a:lnTo>
                    <a:pt x="3249" y="2896"/>
                  </a:lnTo>
                  <a:lnTo>
                    <a:pt x="5517" y="2682"/>
                  </a:lnTo>
                  <a:lnTo>
                    <a:pt x="3249" y="2467"/>
                  </a:lnTo>
                  <a:lnTo>
                    <a:pt x="4475" y="897"/>
                  </a:lnTo>
                  <a:lnTo>
                    <a:pt x="2966" y="2260"/>
                  </a:lnTo>
                  <a:lnTo>
                    <a:pt x="2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1"/>
            <p:cNvSpPr/>
            <p:nvPr/>
          </p:nvSpPr>
          <p:spPr>
            <a:xfrm>
              <a:off x="4390474" y="1693440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2" y="2261"/>
                  </a:lnTo>
                  <a:lnTo>
                    <a:pt x="1050" y="905"/>
                  </a:lnTo>
                  <a:lnTo>
                    <a:pt x="2276" y="2475"/>
                  </a:lnTo>
                  <a:lnTo>
                    <a:pt x="0" y="2682"/>
                  </a:lnTo>
                  <a:lnTo>
                    <a:pt x="2276" y="2897"/>
                  </a:lnTo>
                  <a:lnTo>
                    <a:pt x="1050" y="4467"/>
                  </a:lnTo>
                  <a:lnTo>
                    <a:pt x="2552" y="3119"/>
                  </a:lnTo>
                  <a:lnTo>
                    <a:pt x="2758" y="5363"/>
                  </a:lnTo>
                  <a:lnTo>
                    <a:pt x="2965" y="3119"/>
                  </a:lnTo>
                  <a:lnTo>
                    <a:pt x="4467" y="4467"/>
                  </a:lnTo>
                  <a:lnTo>
                    <a:pt x="3241" y="2897"/>
                  </a:lnTo>
                  <a:lnTo>
                    <a:pt x="5516" y="2682"/>
                  </a:lnTo>
                  <a:lnTo>
                    <a:pt x="3241" y="2475"/>
                  </a:lnTo>
                  <a:lnTo>
                    <a:pt x="4467" y="905"/>
                  </a:lnTo>
                  <a:lnTo>
                    <a:pt x="4467" y="905"/>
                  </a:lnTo>
                  <a:lnTo>
                    <a:pt x="2965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1"/>
            <p:cNvSpPr/>
            <p:nvPr/>
          </p:nvSpPr>
          <p:spPr>
            <a:xfrm>
              <a:off x="3485874" y="1604119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1058" y="4467"/>
                  </a:moveTo>
                  <a:lnTo>
                    <a:pt x="1058" y="4467"/>
                  </a:lnTo>
                  <a:lnTo>
                    <a:pt x="1058" y="4467"/>
                  </a:lnTo>
                  <a:lnTo>
                    <a:pt x="1058" y="4467"/>
                  </a:lnTo>
                  <a:close/>
                  <a:moveTo>
                    <a:pt x="2759" y="0"/>
                  </a:moveTo>
                  <a:lnTo>
                    <a:pt x="2552" y="2260"/>
                  </a:lnTo>
                  <a:lnTo>
                    <a:pt x="1058" y="904"/>
                  </a:lnTo>
                  <a:lnTo>
                    <a:pt x="2268" y="2475"/>
                  </a:lnTo>
                  <a:lnTo>
                    <a:pt x="1" y="2682"/>
                  </a:lnTo>
                  <a:lnTo>
                    <a:pt x="2268" y="2896"/>
                  </a:lnTo>
                  <a:lnTo>
                    <a:pt x="1058" y="4467"/>
                  </a:lnTo>
                  <a:lnTo>
                    <a:pt x="2552" y="3103"/>
                  </a:lnTo>
                  <a:lnTo>
                    <a:pt x="2759" y="5363"/>
                  </a:lnTo>
                  <a:lnTo>
                    <a:pt x="2973" y="3103"/>
                  </a:lnTo>
                  <a:lnTo>
                    <a:pt x="4467" y="4467"/>
                  </a:lnTo>
                  <a:lnTo>
                    <a:pt x="3249" y="2896"/>
                  </a:lnTo>
                  <a:lnTo>
                    <a:pt x="5517" y="2682"/>
                  </a:lnTo>
                  <a:lnTo>
                    <a:pt x="3249" y="2475"/>
                  </a:lnTo>
                  <a:lnTo>
                    <a:pt x="4467" y="904"/>
                  </a:lnTo>
                  <a:lnTo>
                    <a:pt x="2973" y="2260"/>
                  </a:lnTo>
                  <a:lnTo>
                    <a:pt x="2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1"/>
            <p:cNvSpPr/>
            <p:nvPr/>
          </p:nvSpPr>
          <p:spPr>
            <a:xfrm>
              <a:off x="8645911" y="-10670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1" y="2261"/>
                  </a:lnTo>
                  <a:lnTo>
                    <a:pt x="1050" y="897"/>
                  </a:lnTo>
                  <a:lnTo>
                    <a:pt x="1050" y="897"/>
                  </a:lnTo>
                  <a:lnTo>
                    <a:pt x="2275" y="2468"/>
                  </a:lnTo>
                  <a:lnTo>
                    <a:pt x="0" y="2682"/>
                  </a:lnTo>
                  <a:lnTo>
                    <a:pt x="2275" y="2889"/>
                  </a:lnTo>
                  <a:lnTo>
                    <a:pt x="1050" y="4460"/>
                  </a:lnTo>
                  <a:lnTo>
                    <a:pt x="2551" y="3104"/>
                  </a:lnTo>
                  <a:lnTo>
                    <a:pt x="2758" y="5364"/>
                  </a:lnTo>
                  <a:lnTo>
                    <a:pt x="2965" y="3104"/>
                  </a:lnTo>
                  <a:lnTo>
                    <a:pt x="4466" y="4460"/>
                  </a:lnTo>
                  <a:lnTo>
                    <a:pt x="3241" y="2889"/>
                  </a:lnTo>
                  <a:lnTo>
                    <a:pt x="5516" y="2682"/>
                  </a:lnTo>
                  <a:lnTo>
                    <a:pt x="3241" y="2468"/>
                  </a:lnTo>
                  <a:lnTo>
                    <a:pt x="4466" y="897"/>
                  </a:lnTo>
                  <a:lnTo>
                    <a:pt x="4466" y="897"/>
                  </a:lnTo>
                  <a:lnTo>
                    <a:pt x="2965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1"/>
            <p:cNvSpPr/>
            <p:nvPr/>
          </p:nvSpPr>
          <p:spPr>
            <a:xfrm>
              <a:off x="7747407" y="542149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8" y="1"/>
                  </a:moveTo>
                  <a:lnTo>
                    <a:pt x="2551" y="2261"/>
                  </a:lnTo>
                  <a:lnTo>
                    <a:pt x="1057" y="897"/>
                  </a:lnTo>
                  <a:lnTo>
                    <a:pt x="2276" y="2468"/>
                  </a:lnTo>
                  <a:lnTo>
                    <a:pt x="0" y="2682"/>
                  </a:lnTo>
                  <a:lnTo>
                    <a:pt x="2276" y="2889"/>
                  </a:lnTo>
                  <a:lnTo>
                    <a:pt x="1057" y="4459"/>
                  </a:lnTo>
                  <a:lnTo>
                    <a:pt x="1057" y="4459"/>
                  </a:lnTo>
                  <a:lnTo>
                    <a:pt x="2551" y="3103"/>
                  </a:lnTo>
                  <a:lnTo>
                    <a:pt x="2758" y="5363"/>
                  </a:lnTo>
                  <a:lnTo>
                    <a:pt x="2973" y="3103"/>
                  </a:lnTo>
                  <a:lnTo>
                    <a:pt x="4467" y="4459"/>
                  </a:lnTo>
                  <a:lnTo>
                    <a:pt x="3241" y="2889"/>
                  </a:lnTo>
                  <a:lnTo>
                    <a:pt x="5516" y="2682"/>
                  </a:lnTo>
                  <a:lnTo>
                    <a:pt x="3241" y="2468"/>
                  </a:lnTo>
                  <a:lnTo>
                    <a:pt x="4467" y="897"/>
                  </a:lnTo>
                  <a:lnTo>
                    <a:pt x="4467" y="897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1"/>
            <p:cNvSpPr/>
            <p:nvPr/>
          </p:nvSpPr>
          <p:spPr>
            <a:xfrm>
              <a:off x="6951410" y="1007635"/>
              <a:ext cx="366100" cy="355962"/>
            </a:xfrm>
            <a:custGeom>
              <a:avLst/>
              <a:gdLst/>
              <a:ahLst/>
              <a:cxnLst/>
              <a:rect l="l" t="t" r="r" b="b"/>
              <a:pathLst>
                <a:path w="5525" h="5372" extrusionOk="0">
                  <a:moveTo>
                    <a:pt x="2759" y="1"/>
                  </a:moveTo>
                  <a:lnTo>
                    <a:pt x="2552" y="2261"/>
                  </a:lnTo>
                  <a:lnTo>
                    <a:pt x="1050" y="913"/>
                  </a:lnTo>
                  <a:lnTo>
                    <a:pt x="2276" y="2483"/>
                  </a:lnTo>
                  <a:lnTo>
                    <a:pt x="1" y="2690"/>
                  </a:lnTo>
                  <a:lnTo>
                    <a:pt x="2276" y="2904"/>
                  </a:lnTo>
                  <a:lnTo>
                    <a:pt x="1050" y="4475"/>
                  </a:lnTo>
                  <a:lnTo>
                    <a:pt x="2552" y="3111"/>
                  </a:lnTo>
                  <a:lnTo>
                    <a:pt x="2759" y="5371"/>
                  </a:lnTo>
                  <a:lnTo>
                    <a:pt x="2966" y="3111"/>
                  </a:lnTo>
                  <a:lnTo>
                    <a:pt x="4467" y="4475"/>
                  </a:lnTo>
                  <a:lnTo>
                    <a:pt x="3242" y="2904"/>
                  </a:lnTo>
                  <a:lnTo>
                    <a:pt x="5524" y="2690"/>
                  </a:lnTo>
                  <a:lnTo>
                    <a:pt x="3242" y="2483"/>
                  </a:lnTo>
                  <a:lnTo>
                    <a:pt x="4467" y="913"/>
                  </a:lnTo>
                  <a:lnTo>
                    <a:pt x="2966" y="2261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1"/>
            <p:cNvSpPr/>
            <p:nvPr/>
          </p:nvSpPr>
          <p:spPr>
            <a:xfrm>
              <a:off x="6097632" y="1377704"/>
              <a:ext cx="365570" cy="355962"/>
            </a:xfrm>
            <a:custGeom>
              <a:avLst/>
              <a:gdLst/>
              <a:ahLst/>
              <a:cxnLst/>
              <a:rect l="l" t="t" r="r" b="b"/>
              <a:pathLst>
                <a:path w="5517" h="5372" extrusionOk="0">
                  <a:moveTo>
                    <a:pt x="2758" y="1"/>
                  </a:moveTo>
                  <a:lnTo>
                    <a:pt x="2559" y="2261"/>
                  </a:lnTo>
                  <a:lnTo>
                    <a:pt x="1057" y="897"/>
                  </a:lnTo>
                  <a:lnTo>
                    <a:pt x="2283" y="2468"/>
                  </a:lnTo>
                  <a:lnTo>
                    <a:pt x="0" y="2682"/>
                  </a:lnTo>
                  <a:lnTo>
                    <a:pt x="2283" y="2904"/>
                  </a:lnTo>
                  <a:lnTo>
                    <a:pt x="1057" y="4475"/>
                  </a:lnTo>
                  <a:lnTo>
                    <a:pt x="1057" y="4475"/>
                  </a:lnTo>
                  <a:lnTo>
                    <a:pt x="2559" y="3111"/>
                  </a:lnTo>
                  <a:lnTo>
                    <a:pt x="2758" y="5371"/>
                  </a:lnTo>
                  <a:lnTo>
                    <a:pt x="2973" y="3111"/>
                  </a:lnTo>
                  <a:lnTo>
                    <a:pt x="4474" y="4475"/>
                  </a:lnTo>
                  <a:lnTo>
                    <a:pt x="3248" y="2904"/>
                  </a:lnTo>
                  <a:lnTo>
                    <a:pt x="5516" y="2682"/>
                  </a:lnTo>
                  <a:lnTo>
                    <a:pt x="3248" y="2468"/>
                  </a:lnTo>
                  <a:lnTo>
                    <a:pt x="4474" y="897"/>
                  </a:lnTo>
                  <a:lnTo>
                    <a:pt x="2973" y="2261"/>
                  </a:lnTo>
                  <a:lnTo>
                    <a:pt x="27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1"/>
            <p:cNvSpPr/>
            <p:nvPr/>
          </p:nvSpPr>
          <p:spPr>
            <a:xfrm>
              <a:off x="5292490" y="1602065"/>
              <a:ext cx="365570" cy="355432"/>
            </a:xfrm>
            <a:custGeom>
              <a:avLst/>
              <a:gdLst/>
              <a:ahLst/>
              <a:cxnLst/>
              <a:rect l="l" t="t" r="r" b="b"/>
              <a:pathLst>
                <a:path w="5517" h="5364" extrusionOk="0">
                  <a:moveTo>
                    <a:pt x="2759" y="1"/>
                  </a:moveTo>
                  <a:lnTo>
                    <a:pt x="2552" y="2261"/>
                  </a:lnTo>
                  <a:lnTo>
                    <a:pt x="1043" y="905"/>
                  </a:lnTo>
                  <a:lnTo>
                    <a:pt x="2269" y="2475"/>
                  </a:lnTo>
                  <a:lnTo>
                    <a:pt x="1" y="2682"/>
                  </a:lnTo>
                  <a:lnTo>
                    <a:pt x="2269" y="2897"/>
                  </a:lnTo>
                  <a:lnTo>
                    <a:pt x="1043" y="4467"/>
                  </a:lnTo>
                  <a:lnTo>
                    <a:pt x="1043" y="4467"/>
                  </a:lnTo>
                  <a:lnTo>
                    <a:pt x="2552" y="3104"/>
                  </a:lnTo>
                  <a:lnTo>
                    <a:pt x="2759" y="5363"/>
                  </a:lnTo>
                  <a:lnTo>
                    <a:pt x="2958" y="3104"/>
                  </a:lnTo>
                  <a:lnTo>
                    <a:pt x="4467" y="4467"/>
                  </a:lnTo>
                  <a:lnTo>
                    <a:pt x="3242" y="2897"/>
                  </a:lnTo>
                  <a:lnTo>
                    <a:pt x="5517" y="2682"/>
                  </a:lnTo>
                  <a:lnTo>
                    <a:pt x="3242" y="2475"/>
                  </a:lnTo>
                  <a:lnTo>
                    <a:pt x="4467" y="905"/>
                  </a:lnTo>
                  <a:lnTo>
                    <a:pt x="4467" y="905"/>
                  </a:lnTo>
                  <a:lnTo>
                    <a:pt x="2958" y="2261"/>
                  </a:lnTo>
                  <a:lnTo>
                    <a:pt x="2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1" name="Google Shape;2291;p41"/>
          <p:cNvGrpSpPr/>
          <p:nvPr/>
        </p:nvGrpSpPr>
        <p:grpSpPr>
          <a:xfrm>
            <a:off x="0" y="4696364"/>
            <a:ext cx="9144026" cy="3559622"/>
            <a:chOff x="0" y="3530389"/>
            <a:chExt cx="9144026" cy="3559622"/>
          </a:xfrm>
        </p:grpSpPr>
        <p:sp>
          <p:nvSpPr>
            <p:cNvPr id="2292" name="Google Shape;2292;p41"/>
            <p:cNvSpPr/>
            <p:nvPr/>
          </p:nvSpPr>
          <p:spPr>
            <a:xfrm>
              <a:off x="0" y="3530389"/>
              <a:ext cx="9144026" cy="3559622"/>
            </a:xfrm>
            <a:custGeom>
              <a:avLst/>
              <a:gdLst/>
              <a:ahLst/>
              <a:cxnLst/>
              <a:rect l="l" t="t" r="r" b="b"/>
              <a:pathLst>
                <a:path w="137997" h="53720" extrusionOk="0">
                  <a:moveTo>
                    <a:pt x="68994" y="1"/>
                  </a:moveTo>
                  <a:cubicBezTo>
                    <a:pt x="39760" y="1"/>
                    <a:pt x="16502" y="4299"/>
                    <a:pt x="0" y="8895"/>
                  </a:cubicBezTo>
                  <a:lnTo>
                    <a:pt x="0" y="53720"/>
                  </a:lnTo>
                  <a:lnTo>
                    <a:pt x="137997" y="53720"/>
                  </a:lnTo>
                  <a:lnTo>
                    <a:pt x="137997" y="8895"/>
                  </a:lnTo>
                  <a:cubicBezTo>
                    <a:pt x="121480" y="4299"/>
                    <a:pt x="98236" y="1"/>
                    <a:pt x="689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1"/>
            <p:cNvSpPr/>
            <p:nvPr/>
          </p:nvSpPr>
          <p:spPr>
            <a:xfrm>
              <a:off x="162409" y="3568490"/>
              <a:ext cx="3193057" cy="3521521"/>
            </a:xfrm>
            <a:custGeom>
              <a:avLst/>
              <a:gdLst/>
              <a:ahLst/>
              <a:cxnLst/>
              <a:rect l="l" t="t" r="r" b="b"/>
              <a:pathLst>
                <a:path w="48188" h="53145" extrusionOk="0">
                  <a:moveTo>
                    <a:pt x="48188" y="0"/>
                  </a:moveTo>
                  <a:cubicBezTo>
                    <a:pt x="42626" y="353"/>
                    <a:pt x="37340" y="859"/>
                    <a:pt x="32330" y="1471"/>
                  </a:cubicBezTo>
                  <a:lnTo>
                    <a:pt x="1" y="53145"/>
                  </a:lnTo>
                  <a:lnTo>
                    <a:pt x="25642" y="53145"/>
                  </a:lnTo>
                  <a:lnTo>
                    <a:pt x="48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1"/>
            <p:cNvSpPr/>
            <p:nvPr/>
          </p:nvSpPr>
          <p:spPr>
            <a:xfrm>
              <a:off x="0" y="3747663"/>
              <a:ext cx="1721433" cy="2077329"/>
            </a:xfrm>
            <a:custGeom>
              <a:avLst/>
              <a:gdLst/>
              <a:ahLst/>
              <a:cxnLst/>
              <a:rect l="l" t="t" r="r" b="b"/>
              <a:pathLst>
                <a:path w="25979" h="31350" extrusionOk="0">
                  <a:moveTo>
                    <a:pt x="25978" y="1"/>
                  </a:moveTo>
                  <a:lnTo>
                    <a:pt x="25978" y="1"/>
                  </a:lnTo>
                  <a:cubicBezTo>
                    <a:pt x="20026" y="951"/>
                    <a:pt x="14525" y="2046"/>
                    <a:pt x="9500" y="3203"/>
                  </a:cubicBezTo>
                  <a:lnTo>
                    <a:pt x="0" y="12097"/>
                  </a:lnTo>
                  <a:lnTo>
                    <a:pt x="0" y="31349"/>
                  </a:lnTo>
                  <a:lnTo>
                    <a:pt x="259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1"/>
            <p:cNvSpPr/>
            <p:nvPr/>
          </p:nvSpPr>
          <p:spPr>
            <a:xfrm>
              <a:off x="7491087" y="3759325"/>
              <a:ext cx="1652918" cy="1992580"/>
            </a:xfrm>
            <a:custGeom>
              <a:avLst/>
              <a:gdLst/>
              <a:ahLst/>
              <a:cxnLst/>
              <a:rect l="l" t="t" r="r" b="b"/>
              <a:pathLst>
                <a:path w="24945" h="30071" extrusionOk="0">
                  <a:moveTo>
                    <a:pt x="1" y="1"/>
                  </a:moveTo>
                  <a:lnTo>
                    <a:pt x="24945" y="30070"/>
                  </a:lnTo>
                  <a:lnTo>
                    <a:pt x="24945" y="11071"/>
                  </a:lnTo>
                  <a:lnTo>
                    <a:pt x="16655" y="3303"/>
                  </a:lnTo>
                  <a:cubicBezTo>
                    <a:pt x="11592" y="2108"/>
                    <a:pt x="6037" y="97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1"/>
            <p:cNvSpPr/>
            <p:nvPr/>
          </p:nvSpPr>
          <p:spPr>
            <a:xfrm>
              <a:off x="3176748" y="3530389"/>
              <a:ext cx="2790513" cy="3559622"/>
            </a:xfrm>
            <a:custGeom>
              <a:avLst/>
              <a:gdLst/>
              <a:ahLst/>
              <a:cxnLst/>
              <a:rect l="l" t="t" r="r" b="b"/>
              <a:pathLst>
                <a:path w="42113" h="53720" extrusionOk="0">
                  <a:moveTo>
                    <a:pt x="21052" y="1"/>
                  </a:moveTo>
                  <a:cubicBezTo>
                    <a:pt x="17253" y="1"/>
                    <a:pt x="13560" y="70"/>
                    <a:pt x="9959" y="208"/>
                  </a:cubicBezTo>
                  <a:lnTo>
                    <a:pt x="0" y="53720"/>
                  </a:lnTo>
                  <a:lnTo>
                    <a:pt x="42112" y="53720"/>
                  </a:lnTo>
                  <a:lnTo>
                    <a:pt x="32153" y="208"/>
                  </a:lnTo>
                  <a:cubicBezTo>
                    <a:pt x="28553" y="70"/>
                    <a:pt x="24852" y="1"/>
                    <a:pt x="210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1"/>
            <p:cNvSpPr/>
            <p:nvPr/>
          </p:nvSpPr>
          <p:spPr>
            <a:xfrm>
              <a:off x="5807295" y="3569483"/>
              <a:ext cx="3192527" cy="3520527"/>
            </a:xfrm>
            <a:custGeom>
              <a:avLst/>
              <a:gdLst/>
              <a:ahLst/>
              <a:cxnLst/>
              <a:rect l="l" t="t" r="r" b="b"/>
              <a:pathLst>
                <a:path w="48180" h="53130" extrusionOk="0">
                  <a:moveTo>
                    <a:pt x="0" y="1"/>
                  </a:moveTo>
                  <a:lnTo>
                    <a:pt x="22539" y="53130"/>
                  </a:lnTo>
                  <a:lnTo>
                    <a:pt x="48180" y="53130"/>
                  </a:lnTo>
                  <a:lnTo>
                    <a:pt x="15881" y="1495"/>
                  </a:lnTo>
                  <a:cubicBezTo>
                    <a:pt x="10856" y="874"/>
                    <a:pt x="5570" y="376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8" name="Google Shape;2298;p41"/>
          <p:cNvGrpSpPr/>
          <p:nvPr/>
        </p:nvGrpSpPr>
        <p:grpSpPr>
          <a:xfrm>
            <a:off x="59238" y="2489749"/>
            <a:ext cx="9087467" cy="1376172"/>
            <a:chOff x="59238" y="1298799"/>
            <a:chExt cx="9087467" cy="1376172"/>
          </a:xfrm>
        </p:grpSpPr>
        <p:grpSp>
          <p:nvGrpSpPr>
            <p:cNvPr id="2299" name="Google Shape;2299;p41"/>
            <p:cNvGrpSpPr/>
            <p:nvPr/>
          </p:nvGrpSpPr>
          <p:grpSpPr>
            <a:xfrm>
              <a:off x="1394739" y="1857350"/>
              <a:ext cx="6144330" cy="817621"/>
              <a:chOff x="972519" y="1951908"/>
              <a:chExt cx="6961625" cy="926378"/>
            </a:xfrm>
          </p:grpSpPr>
          <p:sp>
            <p:nvSpPr>
              <p:cNvPr id="2300" name="Google Shape;2300;p41"/>
              <p:cNvSpPr/>
              <p:nvPr/>
            </p:nvSpPr>
            <p:spPr>
              <a:xfrm>
                <a:off x="1202274" y="2179209"/>
                <a:ext cx="40957" cy="4100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1" extrusionOk="0">
                    <a:moveTo>
                      <a:pt x="414" y="0"/>
                    </a:moveTo>
                    <a:cubicBezTo>
                      <a:pt x="184" y="0"/>
                      <a:pt x="0" y="184"/>
                      <a:pt x="0" y="414"/>
                    </a:cubicBezTo>
                    <a:cubicBezTo>
                      <a:pt x="0" y="636"/>
                      <a:pt x="184" y="820"/>
                      <a:pt x="414" y="820"/>
                    </a:cubicBezTo>
                    <a:cubicBezTo>
                      <a:pt x="636" y="820"/>
                      <a:pt x="820" y="636"/>
                      <a:pt x="820" y="414"/>
                    </a:cubicBezTo>
                    <a:cubicBezTo>
                      <a:pt x="820" y="184"/>
                      <a:pt x="636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41"/>
              <p:cNvSpPr/>
              <p:nvPr/>
            </p:nvSpPr>
            <p:spPr>
              <a:xfrm>
                <a:off x="1243979" y="1951908"/>
                <a:ext cx="82313" cy="82309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48" extrusionOk="0">
                    <a:moveTo>
                      <a:pt x="820" y="1"/>
                    </a:moveTo>
                    <a:cubicBezTo>
                      <a:pt x="368" y="1"/>
                      <a:pt x="0" y="368"/>
                      <a:pt x="0" y="820"/>
                    </a:cubicBezTo>
                    <a:cubicBezTo>
                      <a:pt x="0" y="1280"/>
                      <a:pt x="368" y="1648"/>
                      <a:pt x="820" y="1648"/>
                    </a:cubicBezTo>
                    <a:cubicBezTo>
                      <a:pt x="1272" y="1648"/>
                      <a:pt x="1647" y="1280"/>
                      <a:pt x="1647" y="820"/>
                    </a:cubicBezTo>
                    <a:cubicBezTo>
                      <a:pt x="1647" y="368"/>
                      <a:pt x="1272" y="1"/>
                      <a:pt x="8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41"/>
              <p:cNvSpPr/>
              <p:nvPr/>
            </p:nvSpPr>
            <p:spPr>
              <a:xfrm>
                <a:off x="1519829" y="2313112"/>
                <a:ext cx="145747" cy="124513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493" extrusionOk="0">
                    <a:moveTo>
                      <a:pt x="1663" y="1"/>
                    </a:moveTo>
                    <a:cubicBezTo>
                      <a:pt x="552" y="1"/>
                      <a:pt x="1" y="1341"/>
                      <a:pt x="790" y="2130"/>
                    </a:cubicBezTo>
                    <a:cubicBezTo>
                      <a:pt x="1043" y="2381"/>
                      <a:pt x="1352" y="2493"/>
                      <a:pt x="1656" y="2493"/>
                    </a:cubicBezTo>
                    <a:cubicBezTo>
                      <a:pt x="2300" y="2493"/>
                      <a:pt x="2917" y="1989"/>
                      <a:pt x="2912" y="1234"/>
                    </a:cubicBezTo>
                    <a:cubicBezTo>
                      <a:pt x="2904" y="552"/>
                      <a:pt x="2353" y="1"/>
                      <a:pt x="16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41"/>
              <p:cNvSpPr/>
              <p:nvPr/>
            </p:nvSpPr>
            <p:spPr>
              <a:xfrm>
                <a:off x="1897119" y="2437077"/>
                <a:ext cx="82313" cy="82309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48" extrusionOk="0">
                    <a:moveTo>
                      <a:pt x="828" y="1"/>
                    </a:moveTo>
                    <a:cubicBezTo>
                      <a:pt x="368" y="1"/>
                      <a:pt x="0" y="369"/>
                      <a:pt x="0" y="821"/>
                    </a:cubicBezTo>
                    <a:cubicBezTo>
                      <a:pt x="0" y="1273"/>
                      <a:pt x="368" y="1648"/>
                      <a:pt x="828" y="1648"/>
                    </a:cubicBezTo>
                    <a:cubicBezTo>
                      <a:pt x="1280" y="1648"/>
                      <a:pt x="1647" y="1273"/>
                      <a:pt x="1647" y="821"/>
                    </a:cubicBezTo>
                    <a:cubicBezTo>
                      <a:pt x="1647" y="369"/>
                      <a:pt x="1280" y="1"/>
                      <a:pt x="8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41"/>
              <p:cNvSpPr/>
              <p:nvPr/>
            </p:nvSpPr>
            <p:spPr>
              <a:xfrm>
                <a:off x="2205334" y="2519337"/>
                <a:ext cx="86209" cy="73669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1475" extrusionOk="0">
                    <a:moveTo>
                      <a:pt x="974" y="1"/>
                    </a:moveTo>
                    <a:cubicBezTo>
                      <a:pt x="327" y="1"/>
                      <a:pt x="1" y="794"/>
                      <a:pt x="464" y="1257"/>
                    </a:cubicBezTo>
                    <a:cubicBezTo>
                      <a:pt x="614" y="1408"/>
                      <a:pt x="798" y="1475"/>
                      <a:pt x="979" y="1475"/>
                    </a:cubicBezTo>
                    <a:cubicBezTo>
                      <a:pt x="1360" y="1475"/>
                      <a:pt x="1725" y="1176"/>
                      <a:pt x="1720" y="729"/>
                    </a:cubicBezTo>
                    <a:cubicBezTo>
                      <a:pt x="1720" y="323"/>
                      <a:pt x="1391" y="1"/>
                      <a:pt x="992" y="1"/>
                    </a:cubicBezTo>
                    <a:cubicBezTo>
                      <a:pt x="986" y="1"/>
                      <a:pt x="980" y="1"/>
                      <a:pt x="9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41"/>
              <p:cNvSpPr/>
              <p:nvPr/>
            </p:nvSpPr>
            <p:spPr>
              <a:xfrm>
                <a:off x="2584906" y="2566777"/>
                <a:ext cx="50946" cy="5059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013" extrusionOk="0">
                    <a:moveTo>
                      <a:pt x="506" y="1"/>
                    </a:moveTo>
                    <a:cubicBezTo>
                      <a:pt x="230" y="1"/>
                      <a:pt x="1" y="223"/>
                      <a:pt x="1" y="506"/>
                    </a:cubicBezTo>
                    <a:cubicBezTo>
                      <a:pt x="1" y="782"/>
                      <a:pt x="230" y="1012"/>
                      <a:pt x="506" y="1012"/>
                    </a:cubicBezTo>
                    <a:cubicBezTo>
                      <a:pt x="511" y="1012"/>
                      <a:pt x="515" y="1012"/>
                      <a:pt x="520" y="1012"/>
                    </a:cubicBezTo>
                    <a:cubicBezTo>
                      <a:pt x="797" y="1012"/>
                      <a:pt x="1019" y="785"/>
                      <a:pt x="1019" y="506"/>
                    </a:cubicBezTo>
                    <a:cubicBezTo>
                      <a:pt x="1019" y="223"/>
                      <a:pt x="790" y="1"/>
                      <a:pt x="5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41"/>
              <p:cNvSpPr/>
              <p:nvPr/>
            </p:nvSpPr>
            <p:spPr>
              <a:xfrm>
                <a:off x="2829390" y="2496753"/>
                <a:ext cx="69727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403" extrusionOk="0">
                    <a:moveTo>
                      <a:pt x="698" y="1"/>
                    </a:moveTo>
                    <a:cubicBezTo>
                      <a:pt x="315" y="1"/>
                      <a:pt x="1" y="315"/>
                      <a:pt x="1" y="698"/>
                    </a:cubicBezTo>
                    <a:cubicBezTo>
                      <a:pt x="1" y="1089"/>
                      <a:pt x="315" y="1403"/>
                      <a:pt x="698" y="1403"/>
                    </a:cubicBezTo>
                    <a:cubicBezTo>
                      <a:pt x="1081" y="1403"/>
                      <a:pt x="1395" y="1089"/>
                      <a:pt x="1395" y="698"/>
                    </a:cubicBezTo>
                    <a:cubicBezTo>
                      <a:pt x="1395" y="315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41"/>
              <p:cNvSpPr/>
              <p:nvPr/>
            </p:nvSpPr>
            <p:spPr>
              <a:xfrm>
                <a:off x="1688046" y="2178809"/>
                <a:ext cx="90904" cy="7736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549" extrusionOk="0">
                    <a:moveTo>
                      <a:pt x="1027" y="0"/>
                    </a:moveTo>
                    <a:cubicBezTo>
                      <a:pt x="342" y="0"/>
                      <a:pt x="0" y="825"/>
                      <a:pt x="486" y="1318"/>
                    </a:cubicBezTo>
                    <a:cubicBezTo>
                      <a:pt x="643" y="1477"/>
                      <a:pt x="837" y="1549"/>
                      <a:pt x="1029" y="1549"/>
                    </a:cubicBezTo>
                    <a:cubicBezTo>
                      <a:pt x="1427" y="1549"/>
                      <a:pt x="1811" y="1240"/>
                      <a:pt x="1811" y="774"/>
                    </a:cubicBezTo>
                    <a:cubicBezTo>
                      <a:pt x="1819" y="350"/>
                      <a:pt x="1482" y="1"/>
                      <a:pt x="1059" y="1"/>
                    </a:cubicBezTo>
                    <a:cubicBezTo>
                      <a:pt x="1055" y="1"/>
                      <a:pt x="1050" y="1"/>
                      <a:pt x="1045" y="1"/>
                    </a:cubicBezTo>
                    <a:cubicBezTo>
                      <a:pt x="1039" y="1"/>
                      <a:pt x="1033" y="0"/>
                      <a:pt x="10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41"/>
              <p:cNvSpPr/>
              <p:nvPr/>
            </p:nvSpPr>
            <p:spPr>
              <a:xfrm>
                <a:off x="1393566" y="2219714"/>
                <a:ext cx="86159" cy="73919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480" extrusionOk="0">
                    <a:moveTo>
                      <a:pt x="980" y="0"/>
                    </a:moveTo>
                    <a:cubicBezTo>
                      <a:pt x="798" y="0"/>
                      <a:pt x="612" y="67"/>
                      <a:pt x="460" y="216"/>
                    </a:cubicBezTo>
                    <a:cubicBezTo>
                      <a:pt x="1" y="683"/>
                      <a:pt x="330" y="1480"/>
                      <a:pt x="989" y="1480"/>
                    </a:cubicBezTo>
                    <a:cubicBezTo>
                      <a:pt x="1395" y="1480"/>
                      <a:pt x="1724" y="1143"/>
                      <a:pt x="1724" y="737"/>
                    </a:cubicBezTo>
                    <a:cubicBezTo>
                      <a:pt x="1724" y="291"/>
                      <a:pt x="1360" y="0"/>
                      <a:pt x="9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41"/>
              <p:cNvSpPr/>
              <p:nvPr/>
            </p:nvSpPr>
            <p:spPr>
              <a:xfrm>
                <a:off x="3047903" y="2617671"/>
                <a:ext cx="49798" cy="4979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2" y="1"/>
                      <a:pt x="0" y="223"/>
                      <a:pt x="0" y="499"/>
                    </a:cubicBezTo>
                    <a:cubicBezTo>
                      <a:pt x="0" y="774"/>
                      <a:pt x="222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41"/>
              <p:cNvSpPr/>
              <p:nvPr/>
            </p:nvSpPr>
            <p:spPr>
              <a:xfrm>
                <a:off x="3318009" y="2667416"/>
                <a:ext cx="68928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1380" extrusionOk="0">
                    <a:moveTo>
                      <a:pt x="690" y="1"/>
                    </a:moveTo>
                    <a:cubicBezTo>
                      <a:pt x="315" y="1"/>
                      <a:pt x="1" y="315"/>
                      <a:pt x="1" y="690"/>
                    </a:cubicBezTo>
                    <a:cubicBezTo>
                      <a:pt x="1" y="1073"/>
                      <a:pt x="315" y="1380"/>
                      <a:pt x="690" y="1380"/>
                    </a:cubicBezTo>
                    <a:cubicBezTo>
                      <a:pt x="1073" y="1380"/>
                      <a:pt x="1380" y="1073"/>
                      <a:pt x="1380" y="690"/>
                    </a:cubicBezTo>
                    <a:cubicBezTo>
                      <a:pt x="1380" y="315"/>
                      <a:pt x="1073" y="1"/>
                      <a:pt x="6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41"/>
              <p:cNvSpPr/>
              <p:nvPr/>
            </p:nvSpPr>
            <p:spPr>
              <a:xfrm>
                <a:off x="3619531" y="2667416"/>
                <a:ext cx="106438" cy="91150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1825" extrusionOk="0">
                    <a:moveTo>
                      <a:pt x="1219" y="1"/>
                    </a:moveTo>
                    <a:cubicBezTo>
                      <a:pt x="407" y="1"/>
                      <a:pt x="1" y="981"/>
                      <a:pt x="575" y="1556"/>
                    </a:cubicBezTo>
                    <a:cubicBezTo>
                      <a:pt x="759" y="1742"/>
                      <a:pt x="986" y="1825"/>
                      <a:pt x="1208" y="1825"/>
                    </a:cubicBezTo>
                    <a:cubicBezTo>
                      <a:pt x="1674" y="1825"/>
                      <a:pt x="2123" y="1461"/>
                      <a:pt x="2123" y="912"/>
                    </a:cubicBezTo>
                    <a:cubicBezTo>
                      <a:pt x="2130" y="407"/>
                      <a:pt x="1717" y="1"/>
                      <a:pt x="12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41"/>
              <p:cNvSpPr/>
              <p:nvPr/>
            </p:nvSpPr>
            <p:spPr>
              <a:xfrm>
                <a:off x="2482767" y="2360952"/>
                <a:ext cx="54343" cy="5474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096" extrusionOk="0">
                    <a:moveTo>
                      <a:pt x="544" y="0"/>
                    </a:moveTo>
                    <a:cubicBezTo>
                      <a:pt x="238" y="0"/>
                      <a:pt x="0" y="245"/>
                      <a:pt x="0" y="544"/>
                    </a:cubicBezTo>
                    <a:cubicBezTo>
                      <a:pt x="0" y="851"/>
                      <a:pt x="238" y="1096"/>
                      <a:pt x="544" y="1096"/>
                    </a:cubicBezTo>
                    <a:cubicBezTo>
                      <a:pt x="843" y="1096"/>
                      <a:pt x="1088" y="851"/>
                      <a:pt x="1088" y="544"/>
                    </a:cubicBezTo>
                    <a:cubicBezTo>
                      <a:pt x="1088" y="245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41"/>
              <p:cNvSpPr/>
              <p:nvPr/>
            </p:nvSpPr>
            <p:spPr>
              <a:xfrm>
                <a:off x="2387870" y="2496753"/>
                <a:ext cx="44054" cy="4405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41"/>
              <p:cNvSpPr/>
              <p:nvPr/>
            </p:nvSpPr>
            <p:spPr>
              <a:xfrm>
                <a:off x="2022982" y="2347924"/>
                <a:ext cx="151990" cy="130157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2606" extrusionOk="0">
                    <a:moveTo>
                      <a:pt x="1740" y="1"/>
                    </a:moveTo>
                    <a:cubicBezTo>
                      <a:pt x="583" y="1"/>
                      <a:pt x="1" y="1403"/>
                      <a:pt x="821" y="2222"/>
                    </a:cubicBezTo>
                    <a:cubicBezTo>
                      <a:pt x="1085" y="2487"/>
                      <a:pt x="1411" y="2606"/>
                      <a:pt x="1731" y="2606"/>
                    </a:cubicBezTo>
                    <a:cubicBezTo>
                      <a:pt x="2400" y="2606"/>
                      <a:pt x="3042" y="2086"/>
                      <a:pt x="3042" y="1303"/>
                    </a:cubicBezTo>
                    <a:cubicBezTo>
                      <a:pt x="3042" y="583"/>
                      <a:pt x="2460" y="1"/>
                      <a:pt x="17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41"/>
              <p:cNvSpPr/>
              <p:nvPr/>
            </p:nvSpPr>
            <p:spPr>
              <a:xfrm>
                <a:off x="3891985" y="2710270"/>
                <a:ext cx="48649" cy="44901"/>
              </a:xfrm>
              <a:custGeom>
                <a:avLst/>
                <a:gdLst/>
                <a:ahLst/>
                <a:cxnLst/>
                <a:rect l="l" t="t" r="r" b="b"/>
                <a:pathLst>
                  <a:path w="974" h="899" extrusionOk="0">
                    <a:moveTo>
                      <a:pt x="483" y="1"/>
                    </a:moveTo>
                    <a:cubicBezTo>
                      <a:pt x="215" y="1"/>
                      <a:pt x="0" y="246"/>
                      <a:pt x="39" y="514"/>
                    </a:cubicBezTo>
                    <a:cubicBezTo>
                      <a:pt x="77" y="771"/>
                      <a:pt x="282" y="899"/>
                      <a:pt x="487" y="899"/>
                    </a:cubicBezTo>
                    <a:cubicBezTo>
                      <a:pt x="692" y="899"/>
                      <a:pt x="897" y="771"/>
                      <a:pt x="935" y="514"/>
                    </a:cubicBezTo>
                    <a:cubicBezTo>
                      <a:pt x="973" y="246"/>
                      <a:pt x="759" y="1"/>
                      <a:pt x="4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41"/>
              <p:cNvSpPr/>
              <p:nvPr/>
            </p:nvSpPr>
            <p:spPr>
              <a:xfrm>
                <a:off x="3803581" y="2777596"/>
                <a:ext cx="50547" cy="5019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05" extrusionOk="0">
                    <a:moveTo>
                      <a:pt x="506" y="1"/>
                    </a:moveTo>
                    <a:cubicBezTo>
                      <a:pt x="230" y="1"/>
                      <a:pt x="1" y="223"/>
                      <a:pt x="1" y="507"/>
                    </a:cubicBezTo>
                    <a:cubicBezTo>
                      <a:pt x="1" y="778"/>
                      <a:pt x="223" y="1005"/>
                      <a:pt x="493" y="1005"/>
                    </a:cubicBezTo>
                    <a:cubicBezTo>
                      <a:pt x="497" y="1005"/>
                      <a:pt x="502" y="1005"/>
                      <a:pt x="506" y="1005"/>
                    </a:cubicBezTo>
                    <a:cubicBezTo>
                      <a:pt x="782" y="1005"/>
                      <a:pt x="1004" y="782"/>
                      <a:pt x="1004" y="507"/>
                    </a:cubicBezTo>
                    <a:cubicBezTo>
                      <a:pt x="1012" y="231"/>
                      <a:pt x="790" y="1"/>
                      <a:pt x="5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41"/>
              <p:cNvSpPr/>
              <p:nvPr/>
            </p:nvSpPr>
            <p:spPr>
              <a:xfrm>
                <a:off x="3177212" y="2566777"/>
                <a:ext cx="88457" cy="75567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3" extrusionOk="0">
                    <a:moveTo>
                      <a:pt x="1026" y="1"/>
                    </a:moveTo>
                    <a:cubicBezTo>
                      <a:pt x="1021" y="1"/>
                      <a:pt x="1017" y="1"/>
                      <a:pt x="1012" y="1"/>
                    </a:cubicBezTo>
                    <a:cubicBezTo>
                      <a:pt x="338" y="1"/>
                      <a:pt x="1" y="805"/>
                      <a:pt x="476" y="1288"/>
                    </a:cubicBezTo>
                    <a:cubicBezTo>
                      <a:pt x="628" y="1443"/>
                      <a:pt x="818" y="1512"/>
                      <a:pt x="1005" y="1512"/>
                    </a:cubicBezTo>
                    <a:cubicBezTo>
                      <a:pt x="1391" y="1512"/>
                      <a:pt x="1765" y="1216"/>
                      <a:pt x="1770" y="767"/>
                    </a:cubicBezTo>
                    <a:cubicBezTo>
                      <a:pt x="1770" y="343"/>
                      <a:pt x="1441" y="1"/>
                      <a:pt x="1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41"/>
              <p:cNvSpPr/>
              <p:nvPr/>
            </p:nvSpPr>
            <p:spPr>
              <a:xfrm>
                <a:off x="4118989" y="2777596"/>
                <a:ext cx="30818" cy="2577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516" extrusionOk="0">
                    <a:moveTo>
                      <a:pt x="349" y="1"/>
                    </a:moveTo>
                    <a:cubicBezTo>
                      <a:pt x="125" y="1"/>
                      <a:pt x="0" y="279"/>
                      <a:pt x="167" y="438"/>
                    </a:cubicBezTo>
                    <a:cubicBezTo>
                      <a:pt x="221" y="492"/>
                      <a:pt x="287" y="516"/>
                      <a:pt x="351" y="516"/>
                    </a:cubicBezTo>
                    <a:cubicBezTo>
                      <a:pt x="487" y="516"/>
                      <a:pt x="616" y="407"/>
                      <a:pt x="611" y="246"/>
                    </a:cubicBezTo>
                    <a:cubicBezTo>
                      <a:pt x="603" y="116"/>
                      <a:pt x="496" y="1"/>
                      <a:pt x="358" y="1"/>
                    </a:cubicBezTo>
                    <a:cubicBezTo>
                      <a:pt x="355" y="1"/>
                      <a:pt x="352" y="1"/>
                      <a:pt x="3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41"/>
              <p:cNvSpPr/>
              <p:nvPr/>
            </p:nvSpPr>
            <p:spPr>
              <a:xfrm>
                <a:off x="3981888" y="2789882"/>
                <a:ext cx="60886" cy="60883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1219" extrusionOk="0">
                    <a:moveTo>
                      <a:pt x="614" y="0"/>
                    </a:moveTo>
                    <a:cubicBezTo>
                      <a:pt x="276" y="0"/>
                      <a:pt x="1" y="276"/>
                      <a:pt x="1" y="613"/>
                    </a:cubicBezTo>
                    <a:cubicBezTo>
                      <a:pt x="8" y="950"/>
                      <a:pt x="284" y="1218"/>
                      <a:pt x="614" y="1218"/>
                    </a:cubicBezTo>
                    <a:cubicBezTo>
                      <a:pt x="951" y="1218"/>
                      <a:pt x="1219" y="950"/>
                      <a:pt x="1219" y="613"/>
                    </a:cubicBezTo>
                    <a:cubicBezTo>
                      <a:pt x="1219" y="284"/>
                      <a:pt x="951" y="8"/>
                      <a:pt x="6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41"/>
              <p:cNvSpPr/>
              <p:nvPr/>
            </p:nvSpPr>
            <p:spPr>
              <a:xfrm>
                <a:off x="4305586" y="2736291"/>
                <a:ext cx="77369" cy="6617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325" extrusionOk="0">
                    <a:moveTo>
                      <a:pt x="889" y="1"/>
                    </a:moveTo>
                    <a:cubicBezTo>
                      <a:pt x="300" y="1"/>
                      <a:pt x="1" y="713"/>
                      <a:pt x="422" y="1127"/>
                    </a:cubicBezTo>
                    <a:cubicBezTo>
                      <a:pt x="556" y="1263"/>
                      <a:pt x="722" y="1324"/>
                      <a:pt x="885" y="1324"/>
                    </a:cubicBezTo>
                    <a:cubicBezTo>
                      <a:pt x="1223" y="1324"/>
                      <a:pt x="1548" y="1060"/>
                      <a:pt x="1548" y="667"/>
                    </a:cubicBezTo>
                    <a:cubicBezTo>
                      <a:pt x="1548" y="299"/>
                      <a:pt x="1250" y="1"/>
                      <a:pt x="8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41"/>
              <p:cNvSpPr/>
              <p:nvPr/>
            </p:nvSpPr>
            <p:spPr>
              <a:xfrm>
                <a:off x="4238259" y="2802469"/>
                <a:ext cx="27971" cy="2762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53" extrusionOk="0">
                    <a:moveTo>
                      <a:pt x="276" y="1"/>
                    </a:moveTo>
                    <a:cubicBezTo>
                      <a:pt x="123" y="1"/>
                      <a:pt x="0" y="123"/>
                      <a:pt x="0" y="277"/>
                    </a:cubicBezTo>
                    <a:cubicBezTo>
                      <a:pt x="0" y="430"/>
                      <a:pt x="123" y="553"/>
                      <a:pt x="276" y="553"/>
                    </a:cubicBezTo>
                    <a:cubicBezTo>
                      <a:pt x="437" y="553"/>
                      <a:pt x="560" y="430"/>
                      <a:pt x="560" y="277"/>
                    </a:cubicBezTo>
                    <a:cubicBezTo>
                      <a:pt x="560" y="123"/>
                      <a:pt x="4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41"/>
              <p:cNvSpPr/>
              <p:nvPr/>
            </p:nvSpPr>
            <p:spPr>
              <a:xfrm>
                <a:off x="3500561" y="2642544"/>
                <a:ext cx="59338" cy="59385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189" extrusionOk="0">
                    <a:moveTo>
                      <a:pt x="590" y="1"/>
                    </a:moveTo>
                    <a:cubicBezTo>
                      <a:pt x="261" y="1"/>
                      <a:pt x="0" y="269"/>
                      <a:pt x="0" y="598"/>
                    </a:cubicBezTo>
                    <a:cubicBezTo>
                      <a:pt x="0" y="928"/>
                      <a:pt x="261" y="1188"/>
                      <a:pt x="590" y="1188"/>
                    </a:cubicBezTo>
                    <a:cubicBezTo>
                      <a:pt x="919" y="1188"/>
                      <a:pt x="1188" y="928"/>
                      <a:pt x="1188" y="598"/>
                    </a:cubicBezTo>
                    <a:cubicBezTo>
                      <a:pt x="1180" y="269"/>
                      <a:pt x="919" y="1"/>
                      <a:pt x="5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41"/>
              <p:cNvSpPr/>
              <p:nvPr/>
            </p:nvSpPr>
            <p:spPr>
              <a:xfrm>
                <a:off x="972519" y="2211903"/>
                <a:ext cx="62035" cy="62431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250" extrusionOk="0">
                    <a:moveTo>
                      <a:pt x="621" y="1"/>
                    </a:moveTo>
                    <a:cubicBezTo>
                      <a:pt x="277" y="1"/>
                      <a:pt x="1" y="277"/>
                      <a:pt x="1" y="621"/>
                    </a:cubicBezTo>
                    <a:cubicBezTo>
                      <a:pt x="1" y="966"/>
                      <a:pt x="277" y="1249"/>
                      <a:pt x="621" y="1249"/>
                    </a:cubicBezTo>
                    <a:cubicBezTo>
                      <a:pt x="966" y="1249"/>
                      <a:pt x="1242" y="966"/>
                      <a:pt x="1242" y="621"/>
                    </a:cubicBezTo>
                    <a:cubicBezTo>
                      <a:pt x="1242" y="277"/>
                      <a:pt x="966" y="1"/>
                      <a:pt x="6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41"/>
              <p:cNvSpPr/>
              <p:nvPr/>
            </p:nvSpPr>
            <p:spPr>
              <a:xfrm>
                <a:off x="1897119" y="2220164"/>
                <a:ext cx="92653" cy="92998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62" extrusionOk="0">
                    <a:moveTo>
                      <a:pt x="927" y="0"/>
                    </a:moveTo>
                    <a:cubicBezTo>
                      <a:pt x="414" y="0"/>
                      <a:pt x="0" y="421"/>
                      <a:pt x="0" y="935"/>
                    </a:cubicBezTo>
                    <a:cubicBezTo>
                      <a:pt x="0" y="1440"/>
                      <a:pt x="414" y="1862"/>
                      <a:pt x="927" y="1862"/>
                    </a:cubicBezTo>
                    <a:cubicBezTo>
                      <a:pt x="1441" y="1862"/>
                      <a:pt x="1854" y="1440"/>
                      <a:pt x="1854" y="935"/>
                    </a:cubicBezTo>
                    <a:cubicBezTo>
                      <a:pt x="1854" y="421"/>
                      <a:pt x="1441" y="0"/>
                      <a:pt x="9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41"/>
              <p:cNvSpPr/>
              <p:nvPr/>
            </p:nvSpPr>
            <p:spPr>
              <a:xfrm>
                <a:off x="1778498" y="2413003"/>
                <a:ext cx="32566" cy="32564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2" extrusionOk="0">
                    <a:moveTo>
                      <a:pt x="330" y="0"/>
                    </a:moveTo>
                    <a:cubicBezTo>
                      <a:pt x="146" y="0"/>
                      <a:pt x="0" y="146"/>
                      <a:pt x="0" y="330"/>
                    </a:cubicBezTo>
                    <a:cubicBezTo>
                      <a:pt x="0" y="506"/>
                      <a:pt x="146" y="651"/>
                      <a:pt x="330" y="651"/>
                    </a:cubicBezTo>
                    <a:cubicBezTo>
                      <a:pt x="506" y="651"/>
                      <a:pt x="652" y="506"/>
                      <a:pt x="652" y="330"/>
                    </a:cubicBezTo>
                    <a:cubicBezTo>
                      <a:pt x="652" y="146"/>
                      <a:pt x="506" y="0"/>
                      <a:pt x="3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41"/>
              <p:cNvSpPr/>
              <p:nvPr/>
            </p:nvSpPr>
            <p:spPr>
              <a:xfrm>
                <a:off x="2635401" y="2415642"/>
                <a:ext cx="81564" cy="81161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1625" extrusionOk="0">
                    <a:moveTo>
                      <a:pt x="821" y="1"/>
                    </a:moveTo>
                    <a:cubicBezTo>
                      <a:pt x="369" y="1"/>
                      <a:pt x="1" y="361"/>
                      <a:pt x="1" y="813"/>
                    </a:cubicBezTo>
                    <a:cubicBezTo>
                      <a:pt x="1" y="1257"/>
                      <a:pt x="369" y="1625"/>
                      <a:pt x="821" y="1625"/>
                    </a:cubicBezTo>
                    <a:cubicBezTo>
                      <a:pt x="1265" y="1625"/>
                      <a:pt x="1633" y="1257"/>
                      <a:pt x="1633" y="813"/>
                    </a:cubicBezTo>
                    <a:cubicBezTo>
                      <a:pt x="1633" y="361"/>
                      <a:pt x="1265" y="1"/>
                      <a:pt x="8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41"/>
              <p:cNvSpPr/>
              <p:nvPr/>
            </p:nvSpPr>
            <p:spPr>
              <a:xfrm>
                <a:off x="2899064" y="2617671"/>
                <a:ext cx="54742" cy="5479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52" y="1"/>
                    </a:moveTo>
                    <a:cubicBezTo>
                      <a:pt x="245" y="1"/>
                      <a:pt x="0" y="246"/>
                      <a:pt x="0" y="552"/>
                    </a:cubicBezTo>
                    <a:cubicBezTo>
                      <a:pt x="0" y="851"/>
                      <a:pt x="245" y="1096"/>
                      <a:pt x="552" y="1096"/>
                    </a:cubicBezTo>
                    <a:cubicBezTo>
                      <a:pt x="851" y="1096"/>
                      <a:pt x="1096" y="851"/>
                      <a:pt x="1096" y="552"/>
                    </a:cubicBezTo>
                    <a:cubicBezTo>
                      <a:pt x="1096" y="246"/>
                      <a:pt x="851" y="1"/>
                      <a:pt x="5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41"/>
              <p:cNvSpPr/>
              <p:nvPr/>
            </p:nvSpPr>
            <p:spPr>
              <a:xfrm>
                <a:off x="4437592" y="2789882"/>
                <a:ext cx="38310" cy="38308"/>
              </a:xfrm>
              <a:custGeom>
                <a:avLst/>
                <a:gdLst/>
                <a:ahLst/>
                <a:cxnLst/>
                <a:rect l="l" t="t" r="r" b="b"/>
                <a:pathLst>
                  <a:path w="767" h="767" extrusionOk="0">
                    <a:moveTo>
                      <a:pt x="384" y="0"/>
                    </a:moveTo>
                    <a:cubicBezTo>
                      <a:pt x="177" y="0"/>
                      <a:pt x="1" y="176"/>
                      <a:pt x="1" y="383"/>
                    </a:cubicBezTo>
                    <a:cubicBezTo>
                      <a:pt x="1" y="598"/>
                      <a:pt x="177" y="766"/>
                      <a:pt x="384" y="766"/>
                    </a:cubicBezTo>
                    <a:cubicBezTo>
                      <a:pt x="598" y="766"/>
                      <a:pt x="767" y="598"/>
                      <a:pt x="767" y="383"/>
                    </a:cubicBezTo>
                    <a:cubicBezTo>
                      <a:pt x="767" y="176"/>
                      <a:pt x="598" y="0"/>
                      <a:pt x="3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41"/>
              <p:cNvSpPr/>
              <p:nvPr/>
            </p:nvSpPr>
            <p:spPr>
              <a:xfrm>
                <a:off x="4560808" y="2802868"/>
                <a:ext cx="75421" cy="75417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10" extrusionOk="0">
                    <a:moveTo>
                      <a:pt x="759" y="1"/>
                    </a:moveTo>
                    <a:cubicBezTo>
                      <a:pt x="338" y="1"/>
                      <a:pt x="1" y="338"/>
                      <a:pt x="1" y="759"/>
                    </a:cubicBezTo>
                    <a:cubicBezTo>
                      <a:pt x="1" y="1173"/>
                      <a:pt x="338" y="1510"/>
                      <a:pt x="759" y="1510"/>
                    </a:cubicBezTo>
                    <a:cubicBezTo>
                      <a:pt x="1173" y="1510"/>
                      <a:pt x="1510" y="1173"/>
                      <a:pt x="1510" y="759"/>
                    </a:cubicBezTo>
                    <a:cubicBezTo>
                      <a:pt x="1510" y="338"/>
                      <a:pt x="1173" y="1"/>
                      <a:pt x="7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41"/>
              <p:cNvSpPr/>
              <p:nvPr/>
            </p:nvSpPr>
            <p:spPr>
              <a:xfrm>
                <a:off x="7893137" y="2180092"/>
                <a:ext cx="41007" cy="4095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0" extrusionOk="0">
                    <a:moveTo>
                      <a:pt x="407" y="0"/>
                    </a:moveTo>
                    <a:cubicBezTo>
                      <a:pt x="185" y="0"/>
                      <a:pt x="1" y="184"/>
                      <a:pt x="1" y="406"/>
                    </a:cubicBezTo>
                    <a:cubicBezTo>
                      <a:pt x="1" y="636"/>
                      <a:pt x="185" y="820"/>
                      <a:pt x="407" y="820"/>
                    </a:cubicBezTo>
                    <a:cubicBezTo>
                      <a:pt x="637" y="820"/>
                      <a:pt x="820" y="636"/>
                      <a:pt x="820" y="406"/>
                    </a:cubicBezTo>
                    <a:cubicBezTo>
                      <a:pt x="820" y="184"/>
                      <a:pt x="637" y="0"/>
                      <a:pt x="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41"/>
              <p:cNvSpPr/>
              <p:nvPr/>
            </p:nvSpPr>
            <p:spPr>
              <a:xfrm>
                <a:off x="7743490" y="2034226"/>
                <a:ext cx="82313" cy="82309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48" extrusionOk="0">
                    <a:moveTo>
                      <a:pt x="820" y="1"/>
                    </a:moveTo>
                    <a:cubicBezTo>
                      <a:pt x="368" y="1"/>
                      <a:pt x="1" y="368"/>
                      <a:pt x="1" y="820"/>
                    </a:cubicBezTo>
                    <a:cubicBezTo>
                      <a:pt x="1" y="1280"/>
                      <a:pt x="368" y="1648"/>
                      <a:pt x="820" y="1648"/>
                    </a:cubicBezTo>
                    <a:cubicBezTo>
                      <a:pt x="1272" y="1648"/>
                      <a:pt x="1648" y="1280"/>
                      <a:pt x="1648" y="820"/>
                    </a:cubicBezTo>
                    <a:cubicBezTo>
                      <a:pt x="1648" y="368"/>
                      <a:pt x="1272" y="1"/>
                      <a:pt x="8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41"/>
              <p:cNvSpPr/>
              <p:nvPr/>
            </p:nvSpPr>
            <p:spPr>
              <a:xfrm>
                <a:off x="7471495" y="2313995"/>
                <a:ext cx="144298" cy="123314"/>
              </a:xfrm>
              <a:custGeom>
                <a:avLst/>
                <a:gdLst/>
                <a:ahLst/>
                <a:cxnLst/>
                <a:rect l="l" t="t" r="r" b="b"/>
                <a:pathLst>
                  <a:path w="2889" h="2469" extrusionOk="0">
                    <a:moveTo>
                      <a:pt x="1241" y="1"/>
                    </a:moveTo>
                    <a:cubicBezTo>
                      <a:pt x="560" y="1"/>
                      <a:pt x="8" y="552"/>
                      <a:pt x="0" y="1234"/>
                    </a:cubicBezTo>
                    <a:cubicBezTo>
                      <a:pt x="0" y="1976"/>
                      <a:pt x="612" y="2469"/>
                      <a:pt x="1250" y="2469"/>
                    </a:cubicBezTo>
                    <a:cubicBezTo>
                      <a:pt x="1553" y="2469"/>
                      <a:pt x="1863" y="2357"/>
                      <a:pt x="2115" y="2107"/>
                    </a:cubicBezTo>
                    <a:cubicBezTo>
                      <a:pt x="2889" y="1326"/>
                      <a:pt x="2337" y="1"/>
                      <a:pt x="1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41"/>
              <p:cNvSpPr/>
              <p:nvPr/>
            </p:nvSpPr>
            <p:spPr>
              <a:xfrm>
                <a:off x="7157337" y="2437610"/>
                <a:ext cx="82313" cy="82309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48" extrusionOk="0">
                    <a:moveTo>
                      <a:pt x="828" y="0"/>
                    </a:moveTo>
                    <a:cubicBezTo>
                      <a:pt x="369" y="0"/>
                      <a:pt x="1" y="368"/>
                      <a:pt x="1" y="827"/>
                    </a:cubicBezTo>
                    <a:cubicBezTo>
                      <a:pt x="1" y="1279"/>
                      <a:pt x="369" y="1647"/>
                      <a:pt x="828" y="1647"/>
                    </a:cubicBezTo>
                    <a:cubicBezTo>
                      <a:pt x="1280" y="1647"/>
                      <a:pt x="1648" y="1279"/>
                      <a:pt x="1648" y="827"/>
                    </a:cubicBezTo>
                    <a:cubicBezTo>
                      <a:pt x="1648" y="368"/>
                      <a:pt x="1280" y="0"/>
                      <a:pt x="8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1"/>
              <p:cNvSpPr/>
              <p:nvPr/>
            </p:nvSpPr>
            <p:spPr>
              <a:xfrm>
                <a:off x="6845126" y="2519870"/>
                <a:ext cx="69327" cy="73519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1472" extrusionOk="0">
                    <a:moveTo>
                      <a:pt x="736" y="0"/>
                    </a:moveTo>
                    <a:cubicBezTo>
                      <a:pt x="330" y="0"/>
                      <a:pt x="0" y="330"/>
                      <a:pt x="0" y="743"/>
                    </a:cubicBezTo>
                    <a:cubicBezTo>
                      <a:pt x="0" y="1142"/>
                      <a:pt x="330" y="1471"/>
                      <a:pt x="736" y="1471"/>
                    </a:cubicBezTo>
                    <a:cubicBezTo>
                      <a:pt x="1111" y="1425"/>
                      <a:pt x="1387" y="1111"/>
                      <a:pt x="1387" y="736"/>
                    </a:cubicBezTo>
                    <a:cubicBezTo>
                      <a:pt x="1387" y="360"/>
                      <a:pt x="1111" y="46"/>
                      <a:pt x="7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41"/>
              <p:cNvSpPr/>
              <p:nvPr/>
            </p:nvSpPr>
            <p:spPr>
              <a:xfrm>
                <a:off x="6509191" y="2570223"/>
                <a:ext cx="50946" cy="5094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020" extrusionOk="0">
                    <a:moveTo>
                      <a:pt x="513" y="1"/>
                    </a:moveTo>
                    <a:cubicBezTo>
                      <a:pt x="230" y="1"/>
                      <a:pt x="0" y="231"/>
                      <a:pt x="0" y="514"/>
                    </a:cubicBezTo>
                    <a:cubicBezTo>
                      <a:pt x="0" y="790"/>
                      <a:pt x="230" y="1020"/>
                      <a:pt x="513" y="1020"/>
                    </a:cubicBezTo>
                    <a:cubicBezTo>
                      <a:pt x="789" y="1020"/>
                      <a:pt x="1019" y="790"/>
                      <a:pt x="1019" y="514"/>
                    </a:cubicBezTo>
                    <a:cubicBezTo>
                      <a:pt x="1019" y="231"/>
                      <a:pt x="789" y="1"/>
                      <a:pt x="5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41"/>
              <p:cNvSpPr/>
              <p:nvPr/>
            </p:nvSpPr>
            <p:spPr>
              <a:xfrm>
                <a:off x="6246327" y="2500599"/>
                <a:ext cx="69677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03" extrusionOk="0">
                    <a:moveTo>
                      <a:pt x="697" y="0"/>
                    </a:moveTo>
                    <a:cubicBezTo>
                      <a:pt x="314" y="0"/>
                      <a:pt x="0" y="315"/>
                      <a:pt x="0" y="698"/>
                    </a:cubicBezTo>
                    <a:cubicBezTo>
                      <a:pt x="0" y="1088"/>
                      <a:pt x="314" y="1402"/>
                      <a:pt x="697" y="1402"/>
                    </a:cubicBezTo>
                    <a:cubicBezTo>
                      <a:pt x="1080" y="1402"/>
                      <a:pt x="1394" y="1088"/>
                      <a:pt x="1394" y="698"/>
                    </a:cubicBezTo>
                    <a:cubicBezTo>
                      <a:pt x="1394" y="315"/>
                      <a:pt x="1080" y="0"/>
                      <a:pt x="6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1"/>
              <p:cNvSpPr/>
              <p:nvPr/>
            </p:nvSpPr>
            <p:spPr>
              <a:xfrm>
                <a:off x="7357569" y="2180092"/>
                <a:ext cx="91004" cy="77365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549" extrusionOk="0">
                    <a:moveTo>
                      <a:pt x="766" y="0"/>
                    </a:moveTo>
                    <a:cubicBezTo>
                      <a:pt x="351" y="0"/>
                      <a:pt x="6" y="342"/>
                      <a:pt x="6" y="766"/>
                    </a:cubicBezTo>
                    <a:cubicBezTo>
                      <a:pt x="1" y="1236"/>
                      <a:pt x="386" y="1549"/>
                      <a:pt x="787" y="1549"/>
                    </a:cubicBezTo>
                    <a:cubicBezTo>
                      <a:pt x="975" y="1549"/>
                      <a:pt x="1167" y="1480"/>
                      <a:pt x="1324" y="1326"/>
                    </a:cubicBezTo>
                    <a:cubicBezTo>
                      <a:pt x="1822" y="835"/>
                      <a:pt x="1477" y="0"/>
                      <a:pt x="780" y="0"/>
                    </a:cubicBezTo>
                    <a:cubicBezTo>
                      <a:pt x="775" y="0"/>
                      <a:pt x="771" y="0"/>
                      <a:pt x="7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41"/>
              <p:cNvSpPr/>
              <p:nvPr/>
            </p:nvSpPr>
            <p:spPr>
              <a:xfrm>
                <a:off x="7656794" y="2220997"/>
                <a:ext cx="86709" cy="73669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475" extrusionOk="0">
                    <a:moveTo>
                      <a:pt x="743" y="1"/>
                    </a:moveTo>
                    <a:cubicBezTo>
                      <a:pt x="740" y="1"/>
                      <a:pt x="737" y="1"/>
                      <a:pt x="734" y="1"/>
                    </a:cubicBezTo>
                    <a:cubicBezTo>
                      <a:pt x="335" y="1"/>
                      <a:pt x="6" y="330"/>
                      <a:pt x="6" y="729"/>
                    </a:cubicBezTo>
                    <a:cubicBezTo>
                      <a:pt x="1" y="1176"/>
                      <a:pt x="366" y="1475"/>
                      <a:pt x="750" y="1475"/>
                    </a:cubicBezTo>
                    <a:cubicBezTo>
                      <a:pt x="931" y="1475"/>
                      <a:pt x="1117" y="1408"/>
                      <a:pt x="1270" y="1257"/>
                    </a:cubicBezTo>
                    <a:cubicBezTo>
                      <a:pt x="1735" y="792"/>
                      <a:pt x="1403" y="1"/>
                      <a:pt x="7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41"/>
              <p:cNvSpPr/>
              <p:nvPr/>
            </p:nvSpPr>
            <p:spPr>
              <a:xfrm>
                <a:off x="6047343" y="2621117"/>
                <a:ext cx="49798" cy="4979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41"/>
              <p:cNvSpPr/>
              <p:nvPr/>
            </p:nvSpPr>
            <p:spPr>
              <a:xfrm>
                <a:off x="5758457" y="2670863"/>
                <a:ext cx="68928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1380" extrusionOk="0">
                    <a:moveTo>
                      <a:pt x="690" y="1"/>
                    </a:moveTo>
                    <a:cubicBezTo>
                      <a:pt x="307" y="1"/>
                      <a:pt x="0" y="307"/>
                      <a:pt x="0" y="690"/>
                    </a:cubicBezTo>
                    <a:cubicBezTo>
                      <a:pt x="0" y="1073"/>
                      <a:pt x="307" y="1380"/>
                      <a:pt x="690" y="1380"/>
                    </a:cubicBezTo>
                    <a:cubicBezTo>
                      <a:pt x="1065" y="1380"/>
                      <a:pt x="1379" y="1073"/>
                      <a:pt x="1379" y="690"/>
                    </a:cubicBezTo>
                    <a:cubicBezTo>
                      <a:pt x="1379" y="307"/>
                      <a:pt x="1065" y="1"/>
                      <a:pt x="6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41"/>
              <p:cNvSpPr/>
              <p:nvPr/>
            </p:nvSpPr>
            <p:spPr>
              <a:xfrm>
                <a:off x="5419425" y="2670863"/>
                <a:ext cx="106039" cy="91150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1825" extrusionOk="0">
                    <a:moveTo>
                      <a:pt x="905" y="1"/>
                    </a:moveTo>
                    <a:cubicBezTo>
                      <a:pt x="407" y="8"/>
                      <a:pt x="1" y="407"/>
                      <a:pt x="1" y="912"/>
                    </a:cubicBezTo>
                    <a:cubicBezTo>
                      <a:pt x="1" y="1461"/>
                      <a:pt x="446" y="1825"/>
                      <a:pt x="912" y="1825"/>
                    </a:cubicBezTo>
                    <a:cubicBezTo>
                      <a:pt x="1135" y="1825"/>
                      <a:pt x="1362" y="1742"/>
                      <a:pt x="1548" y="1556"/>
                    </a:cubicBezTo>
                    <a:cubicBezTo>
                      <a:pt x="2123" y="981"/>
                      <a:pt x="1717" y="1"/>
                      <a:pt x="9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41"/>
              <p:cNvSpPr/>
              <p:nvPr/>
            </p:nvSpPr>
            <p:spPr>
              <a:xfrm>
                <a:off x="6608283" y="2364398"/>
                <a:ext cx="54393" cy="5434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088" extrusionOk="0">
                    <a:moveTo>
                      <a:pt x="544" y="0"/>
                    </a:moveTo>
                    <a:cubicBezTo>
                      <a:pt x="245" y="0"/>
                      <a:pt x="0" y="245"/>
                      <a:pt x="0" y="544"/>
                    </a:cubicBezTo>
                    <a:cubicBezTo>
                      <a:pt x="0" y="843"/>
                      <a:pt x="245" y="1088"/>
                      <a:pt x="544" y="1088"/>
                    </a:cubicBezTo>
                    <a:cubicBezTo>
                      <a:pt x="851" y="1088"/>
                      <a:pt x="1088" y="843"/>
                      <a:pt x="1088" y="544"/>
                    </a:cubicBezTo>
                    <a:cubicBezTo>
                      <a:pt x="1088" y="245"/>
                      <a:pt x="851" y="0"/>
                      <a:pt x="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41"/>
              <p:cNvSpPr/>
              <p:nvPr/>
            </p:nvSpPr>
            <p:spPr>
              <a:xfrm>
                <a:off x="6713519" y="2500199"/>
                <a:ext cx="43654" cy="4405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882" extrusionOk="0">
                    <a:moveTo>
                      <a:pt x="429" y="1"/>
                    </a:moveTo>
                    <a:cubicBezTo>
                      <a:pt x="192" y="1"/>
                      <a:pt x="0" y="200"/>
                      <a:pt x="0" y="437"/>
                    </a:cubicBezTo>
                    <a:cubicBezTo>
                      <a:pt x="0" y="683"/>
                      <a:pt x="192" y="874"/>
                      <a:pt x="429" y="882"/>
                    </a:cubicBezTo>
                    <a:cubicBezTo>
                      <a:pt x="674" y="882"/>
                      <a:pt x="873" y="683"/>
                      <a:pt x="873" y="437"/>
                    </a:cubicBezTo>
                    <a:cubicBezTo>
                      <a:pt x="873" y="192"/>
                      <a:pt x="674" y="1"/>
                      <a:pt x="4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41"/>
              <p:cNvSpPr/>
              <p:nvPr/>
            </p:nvSpPr>
            <p:spPr>
              <a:xfrm>
                <a:off x="6961449" y="2348807"/>
                <a:ext cx="151940" cy="130157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2606" extrusionOk="0">
                    <a:moveTo>
                      <a:pt x="1303" y="1"/>
                    </a:moveTo>
                    <a:cubicBezTo>
                      <a:pt x="583" y="1"/>
                      <a:pt x="0" y="583"/>
                      <a:pt x="0" y="1303"/>
                    </a:cubicBezTo>
                    <a:cubicBezTo>
                      <a:pt x="0" y="2086"/>
                      <a:pt x="643" y="2606"/>
                      <a:pt x="1312" y="2606"/>
                    </a:cubicBezTo>
                    <a:cubicBezTo>
                      <a:pt x="1631" y="2606"/>
                      <a:pt x="1957" y="2487"/>
                      <a:pt x="2222" y="2222"/>
                    </a:cubicBezTo>
                    <a:cubicBezTo>
                      <a:pt x="3042" y="1403"/>
                      <a:pt x="2460" y="1"/>
                      <a:pt x="1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1"/>
              <p:cNvSpPr/>
              <p:nvPr/>
            </p:nvSpPr>
            <p:spPr>
              <a:xfrm>
                <a:off x="5207056" y="2717262"/>
                <a:ext cx="44054" cy="43952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0" extrusionOk="0">
                    <a:moveTo>
                      <a:pt x="441" y="0"/>
                    </a:moveTo>
                    <a:cubicBezTo>
                      <a:pt x="221" y="0"/>
                      <a:pt x="1" y="148"/>
                      <a:pt x="1" y="443"/>
                    </a:cubicBezTo>
                    <a:cubicBezTo>
                      <a:pt x="1" y="688"/>
                      <a:pt x="192" y="880"/>
                      <a:pt x="438" y="880"/>
                    </a:cubicBezTo>
                    <a:cubicBezTo>
                      <a:pt x="683" y="880"/>
                      <a:pt x="882" y="688"/>
                      <a:pt x="882" y="443"/>
                    </a:cubicBezTo>
                    <a:cubicBezTo>
                      <a:pt x="882" y="148"/>
                      <a:pt x="662" y="0"/>
                      <a:pt x="4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1"/>
              <p:cNvSpPr/>
              <p:nvPr/>
            </p:nvSpPr>
            <p:spPr>
              <a:xfrm>
                <a:off x="5290865" y="2781042"/>
                <a:ext cx="50547" cy="5019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05" extrusionOk="0">
                    <a:moveTo>
                      <a:pt x="527" y="1"/>
                    </a:moveTo>
                    <a:cubicBezTo>
                      <a:pt x="523" y="1"/>
                      <a:pt x="518" y="1"/>
                      <a:pt x="514" y="1"/>
                    </a:cubicBezTo>
                    <a:cubicBezTo>
                      <a:pt x="231" y="1"/>
                      <a:pt x="8" y="223"/>
                      <a:pt x="8" y="507"/>
                    </a:cubicBezTo>
                    <a:cubicBezTo>
                      <a:pt x="1" y="782"/>
                      <a:pt x="231" y="1004"/>
                      <a:pt x="514" y="1004"/>
                    </a:cubicBezTo>
                    <a:cubicBezTo>
                      <a:pt x="790" y="1004"/>
                      <a:pt x="1012" y="782"/>
                      <a:pt x="1012" y="507"/>
                    </a:cubicBezTo>
                    <a:cubicBezTo>
                      <a:pt x="1012" y="228"/>
                      <a:pt x="79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1"/>
              <p:cNvSpPr/>
              <p:nvPr/>
            </p:nvSpPr>
            <p:spPr>
              <a:xfrm>
                <a:off x="5879375" y="2574268"/>
                <a:ext cx="76170" cy="67925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360" extrusionOk="0">
                    <a:moveTo>
                      <a:pt x="760" y="0"/>
                    </a:moveTo>
                    <a:cubicBezTo>
                      <a:pt x="404" y="0"/>
                      <a:pt x="50" y="226"/>
                      <a:pt x="0" y="678"/>
                    </a:cubicBezTo>
                    <a:cubicBezTo>
                      <a:pt x="46" y="1069"/>
                      <a:pt x="368" y="1360"/>
                      <a:pt x="759" y="1360"/>
                    </a:cubicBezTo>
                    <a:cubicBezTo>
                      <a:pt x="1149" y="1360"/>
                      <a:pt x="1479" y="1069"/>
                      <a:pt x="1525" y="678"/>
                    </a:cubicBezTo>
                    <a:cubicBezTo>
                      <a:pt x="1471" y="226"/>
                      <a:pt x="1115" y="0"/>
                      <a:pt x="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1"/>
              <p:cNvSpPr/>
              <p:nvPr/>
            </p:nvSpPr>
            <p:spPr>
              <a:xfrm>
                <a:off x="4993938" y="2782990"/>
                <a:ext cx="28370" cy="2567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4" extrusionOk="0">
                    <a:moveTo>
                      <a:pt x="284" y="0"/>
                    </a:moveTo>
                    <a:cubicBezTo>
                      <a:pt x="171" y="0"/>
                      <a:pt x="58" y="69"/>
                      <a:pt x="31" y="207"/>
                    </a:cubicBezTo>
                    <a:cubicBezTo>
                      <a:pt x="1" y="368"/>
                      <a:pt x="123" y="513"/>
                      <a:pt x="284" y="513"/>
                    </a:cubicBezTo>
                    <a:cubicBezTo>
                      <a:pt x="445" y="513"/>
                      <a:pt x="568" y="368"/>
                      <a:pt x="537" y="207"/>
                    </a:cubicBezTo>
                    <a:cubicBezTo>
                      <a:pt x="510" y="69"/>
                      <a:pt x="397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1"/>
              <p:cNvSpPr/>
              <p:nvPr/>
            </p:nvSpPr>
            <p:spPr>
              <a:xfrm>
                <a:off x="5102220" y="2793329"/>
                <a:ext cx="71625" cy="61332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228" extrusionOk="0">
                    <a:moveTo>
                      <a:pt x="614" y="0"/>
                    </a:moveTo>
                    <a:cubicBezTo>
                      <a:pt x="277" y="0"/>
                      <a:pt x="1" y="276"/>
                      <a:pt x="1" y="613"/>
                    </a:cubicBezTo>
                    <a:cubicBezTo>
                      <a:pt x="1" y="982"/>
                      <a:pt x="304" y="1228"/>
                      <a:pt x="619" y="1228"/>
                    </a:cubicBezTo>
                    <a:cubicBezTo>
                      <a:pt x="768" y="1228"/>
                      <a:pt x="920" y="1173"/>
                      <a:pt x="1043" y="1050"/>
                    </a:cubicBezTo>
                    <a:cubicBezTo>
                      <a:pt x="1433" y="659"/>
                      <a:pt x="1158" y="0"/>
                      <a:pt x="6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1"/>
              <p:cNvSpPr/>
              <p:nvPr/>
            </p:nvSpPr>
            <p:spPr>
              <a:xfrm>
                <a:off x="4761840" y="2739737"/>
                <a:ext cx="78617" cy="67076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343" extrusionOk="0">
                    <a:moveTo>
                      <a:pt x="674" y="0"/>
                    </a:moveTo>
                    <a:cubicBezTo>
                      <a:pt x="670" y="0"/>
                      <a:pt x="667" y="0"/>
                      <a:pt x="664" y="1"/>
                    </a:cubicBezTo>
                    <a:cubicBezTo>
                      <a:pt x="304" y="1"/>
                      <a:pt x="5" y="299"/>
                      <a:pt x="5" y="659"/>
                    </a:cubicBezTo>
                    <a:cubicBezTo>
                      <a:pt x="0" y="1069"/>
                      <a:pt x="332" y="1342"/>
                      <a:pt x="678" y="1342"/>
                    </a:cubicBezTo>
                    <a:cubicBezTo>
                      <a:pt x="843" y="1342"/>
                      <a:pt x="1011" y="1280"/>
                      <a:pt x="1147" y="1142"/>
                    </a:cubicBezTo>
                    <a:cubicBezTo>
                      <a:pt x="1574" y="723"/>
                      <a:pt x="1273" y="0"/>
                      <a:pt x="6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1"/>
              <p:cNvSpPr/>
              <p:nvPr/>
            </p:nvSpPr>
            <p:spPr>
              <a:xfrm>
                <a:off x="4878763" y="2806314"/>
                <a:ext cx="28021" cy="2762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53" extrusionOk="0">
                    <a:moveTo>
                      <a:pt x="277" y="1"/>
                    </a:moveTo>
                    <a:cubicBezTo>
                      <a:pt x="123" y="1"/>
                      <a:pt x="1" y="123"/>
                      <a:pt x="1" y="276"/>
                    </a:cubicBezTo>
                    <a:cubicBezTo>
                      <a:pt x="1" y="430"/>
                      <a:pt x="123" y="552"/>
                      <a:pt x="277" y="552"/>
                    </a:cubicBezTo>
                    <a:cubicBezTo>
                      <a:pt x="430" y="552"/>
                      <a:pt x="560" y="430"/>
                      <a:pt x="560" y="276"/>
                    </a:cubicBezTo>
                    <a:cubicBezTo>
                      <a:pt x="560" y="123"/>
                      <a:pt x="430" y="1"/>
                      <a:pt x="2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1"/>
              <p:cNvSpPr/>
              <p:nvPr/>
            </p:nvSpPr>
            <p:spPr>
              <a:xfrm>
                <a:off x="5585095" y="2645990"/>
                <a:ext cx="69327" cy="59385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1189" extrusionOk="0">
                    <a:moveTo>
                      <a:pt x="599" y="1"/>
                    </a:moveTo>
                    <a:cubicBezTo>
                      <a:pt x="269" y="1"/>
                      <a:pt x="1" y="269"/>
                      <a:pt x="1" y="598"/>
                    </a:cubicBezTo>
                    <a:cubicBezTo>
                      <a:pt x="1" y="954"/>
                      <a:pt x="293" y="1189"/>
                      <a:pt x="599" y="1189"/>
                    </a:cubicBezTo>
                    <a:cubicBezTo>
                      <a:pt x="747" y="1189"/>
                      <a:pt x="898" y="1134"/>
                      <a:pt x="1020" y="1012"/>
                    </a:cubicBezTo>
                    <a:cubicBezTo>
                      <a:pt x="1388" y="636"/>
                      <a:pt x="1127" y="1"/>
                      <a:pt x="5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1"/>
              <p:cNvSpPr/>
              <p:nvPr/>
            </p:nvSpPr>
            <p:spPr>
              <a:xfrm>
                <a:off x="7146648" y="2220997"/>
                <a:ext cx="93002" cy="93048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863" extrusionOk="0">
                    <a:moveTo>
                      <a:pt x="935" y="1"/>
                    </a:moveTo>
                    <a:cubicBezTo>
                      <a:pt x="422" y="1"/>
                      <a:pt x="0" y="415"/>
                      <a:pt x="0" y="928"/>
                    </a:cubicBezTo>
                    <a:cubicBezTo>
                      <a:pt x="0" y="1441"/>
                      <a:pt x="422" y="1863"/>
                      <a:pt x="935" y="1863"/>
                    </a:cubicBezTo>
                    <a:cubicBezTo>
                      <a:pt x="1448" y="1863"/>
                      <a:pt x="1862" y="1441"/>
                      <a:pt x="1862" y="928"/>
                    </a:cubicBezTo>
                    <a:cubicBezTo>
                      <a:pt x="1862" y="415"/>
                      <a:pt x="1448" y="1"/>
                      <a:pt x="9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1"/>
              <p:cNvSpPr/>
              <p:nvPr/>
            </p:nvSpPr>
            <p:spPr>
              <a:xfrm>
                <a:off x="7325304" y="2413886"/>
                <a:ext cx="32616" cy="32564"/>
              </a:xfrm>
              <a:custGeom>
                <a:avLst/>
                <a:gdLst/>
                <a:ahLst/>
                <a:cxnLst/>
                <a:rect l="l" t="t" r="r" b="b"/>
                <a:pathLst>
                  <a:path w="653" h="652" extrusionOk="0">
                    <a:moveTo>
                      <a:pt x="323" y="0"/>
                    </a:moveTo>
                    <a:cubicBezTo>
                      <a:pt x="146" y="0"/>
                      <a:pt x="1" y="146"/>
                      <a:pt x="1" y="322"/>
                    </a:cubicBezTo>
                    <a:cubicBezTo>
                      <a:pt x="1" y="506"/>
                      <a:pt x="146" y="651"/>
                      <a:pt x="323" y="651"/>
                    </a:cubicBezTo>
                    <a:cubicBezTo>
                      <a:pt x="507" y="651"/>
                      <a:pt x="652" y="506"/>
                      <a:pt x="652" y="322"/>
                    </a:cubicBezTo>
                    <a:cubicBezTo>
                      <a:pt x="652" y="146"/>
                      <a:pt x="507" y="0"/>
                      <a:pt x="3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1"/>
              <p:cNvSpPr/>
              <p:nvPr/>
            </p:nvSpPr>
            <p:spPr>
              <a:xfrm>
                <a:off x="6428079" y="2419488"/>
                <a:ext cx="94900" cy="81261"/>
              </a:xfrm>
              <a:custGeom>
                <a:avLst/>
                <a:gdLst/>
                <a:ahLst/>
                <a:cxnLst/>
                <a:rect l="l" t="t" r="r" b="b"/>
                <a:pathLst>
                  <a:path w="1900" h="1627" extrusionOk="0">
                    <a:moveTo>
                      <a:pt x="812" y="0"/>
                    </a:moveTo>
                    <a:cubicBezTo>
                      <a:pt x="360" y="0"/>
                      <a:pt x="0" y="360"/>
                      <a:pt x="0" y="812"/>
                    </a:cubicBezTo>
                    <a:cubicBezTo>
                      <a:pt x="0" y="1300"/>
                      <a:pt x="401" y="1626"/>
                      <a:pt x="819" y="1626"/>
                    </a:cubicBezTo>
                    <a:cubicBezTo>
                      <a:pt x="1018" y="1626"/>
                      <a:pt x="1221" y="1552"/>
                      <a:pt x="1387" y="1387"/>
                    </a:cubicBezTo>
                    <a:cubicBezTo>
                      <a:pt x="1900" y="874"/>
                      <a:pt x="1540" y="0"/>
                      <a:pt x="8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1"/>
              <p:cNvSpPr/>
              <p:nvPr/>
            </p:nvSpPr>
            <p:spPr>
              <a:xfrm>
                <a:off x="6191586" y="2621117"/>
                <a:ext cx="54792" cy="54390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089" extrusionOk="0">
                    <a:moveTo>
                      <a:pt x="552" y="1"/>
                    </a:moveTo>
                    <a:cubicBezTo>
                      <a:pt x="246" y="1"/>
                      <a:pt x="1" y="246"/>
                      <a:pt x="1" y="545"/>
                    </a:cubicBezTo>
                    <a:cubicBezTo>
                      <a:pt x="1" y="851"/>
                      <a:pt x="246" y="1088"/>
                      <a:pt x="552" y="1088"/>
                    </a:cubicBezTo>
                    <a:cubicBezTo>
                      <a:pt x="851" y="1088"/>
                      <a:pt x="1096" y="851"/>
                      <a:pt x="1096" y="545"/>
                    </a:cubicBezTo>
                    <a:cubicBezTo>
                      <a:pt x="1096" y="246"/>
                      <a:pt x="851" y="1"/>
                      <a:pt x="5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1"/>
              <p:cNvSpPr/>
              <p:nvPr/>
            </p:nvSpPr>
            <p:spPr>
              <a:xfrm>
                <a:off x="4667592" y="2790232"/>
                <a:ext cx="41357" cy="38308"/>
              </a:xfrm>
              <a:custGeom>
                <a:avLst/>
                <a:gdLst/>
                <a:ahLst/>
                <a:cxnLst/>
                <a:rect l="l" t="t" r="r" b="b"/>
                <a:pathLst>
                  <a:path w="828" h="767" extrusionOk="0">
                    <a:moveTo>
                      <a:pt x="414" y="1"/>
                    </a:moveTo>
                    <a:cubicBezTo>
                      <a:pt x="176" y="1"/>
                      <a:pt x="0" y="215"/>
                      <a:pt x="38" y="445"/>
                    </a:cubicBezTo>
                    <a:cubicBezTo>
                      <a:pt x="69" y="660"/>
                      <a:pt x="239" y="767"/>
                      <a:pt x="411" y="767"/>
                    </a:cubicBezTo>
                    <a:cubicBezTo>
                      <a:pt x="582" y="767"/>
                      <a:pt x="755" y="660"/>
                      <a:pt x="789" y="445"/>
                    </a:cubicBezTo>
                    <a:cubicBezTo>
                      <a:pt x="827" y="215"/>
                      <a:pt x="651" y="1"/>
                      <a:pt x="4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8" name="Google Shape;2358;p41"/>
            <p:cNvGrpSpPr/>
            <p:nvPr/>
          </p:nvGrpSpPr>
          <p:grpSpPr>
            <a:xfrm>
              <a:off x="1263271" y="1809422"/>
              <a:ext cx="292825" cy="204811"/>
              <a:chOff x="2205334" y="2360952"/>
              <a:chExt cx="331776" cy="232054"/>
            </a:xfrm>
          </p:grpSpPr>
          <p:sp>
            <p:nvSpPr>
              <p:cNvPr id="2359" name="Google Shape;2359;p41"/>
              <p:cNvSpPr/>
              <p:nvPr/>
            </p:nvSpPr>
            <p:spPr>
              <a:xfrm>
                <a:off x="2205334" y="2519337"/>
                <a:ext cx="86209" cy="73669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1475" extrusionOk="0">
                    <a:moveTo>
                      <a:pt x="974" y="1"/>
                    </a:moveTo>
                    <a:cubicBezTo>
                      <a:pt x="327" y="1"/>
                      <a:pt x="1" y="794"/>
                      <a:pt x="464" y="1257"/>
                    </a:cubicBezTo>
                    <a:cubicBezTo>
                      <a:pt x="614" y="1408"/>
                      <a:pt x="798" y="1475"/>
                      <a:pt x="979" y="1475"/>
                    </a:cubicBezTo>
                    <a:cubicBezTo>
                      <a:pt x="1360" y="1475"/>
                      <a:pt x="1725" y="1176"/>
                      <a:pt x="1720" y="729"/>
                    </a:cubicBezTo>
                    <a:cubicBezTo>
                      <a:pt x="1720" y="323"/>
                      <a:pt x="1391" y="1"/>
                      <a:pt x="992" y="1"/>
                    </a:cubicBezTo>
                    <a:cubicBezTo>
                      <a:pt x="986" y="1"/>
                      <a:pt x="980" y="1"/>
                      <a:pt x="9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1"/>
              <p:cNvSpPr/>
              <p:nvPr/>
            </p:nvSpPr>
            <p:spPr>
              <a:xfrm>
                <a:off x="2482767" y="2360952"/>
                <a:ext cx="54343" cy="5474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096" extrusionOk="0">
                    <a:moveTo>
                      <a:pt x="544" y="0"/>
                    </a:moveTo>
                    <a:cubicBezTo>
                      <a:pt x="238" y="0"/>
                      <a:pt x="0" y="245"/>
                      <a:pt x="0" y="544"/>
                    </a:cubicBezTo>
                    <a:cubicBezTo>
                      <a:pt x="0" y="851"/>
                      <a:pt x="238" y="1096"/>
                      <a:pt x="544" y="1096"/>
                    </a:cubicBezTo>
                    <a:cubicBezTo>
                      <a:pt x="843" y="1096"/>
                      <a:pt x="1088" y="851"/>
                      <a:pt x="1088" y="544"/>
                    </a:cubicBezTo>
                    <a:cubicBezTo>
                      <a:pt x="1088" y="245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1"/>
              <p:cNvSpPr/>
              <p:nvPr/>
            </p:nvSpPr>
            <p:spPr>
              <a:xfrm>
                <a:off x="2387870" y="2496753"/>
                <a:ext cx="44054" cy="4405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2" name="Google Shape;2362;p41"/>
            <p:cNvGrpSpPr/>
            <p:nvPr/>
          </p:nvGrpSpPr>
          <p:grpSpPr>
            <a:xfrm>
              <a:off x="760570" y="1620175"/>
              <a:ext cx="408910" cy="428694"/>
              <a:chOff x="1202274" y="1951908"/>
              <a:chExt cx="463302" cy="485718"/>
            </a:xfrm>
          </p:grpSpPr>
          <p:sp>
            <p:nvSpPr>
              <p:cNvPr id="2363" name="Google Shape;2363;p41"/>
              <p:cNvSpPr/>
              <p:nvPr/>
            </p:nvSpPr>
            <p:spPr>
              <a:xfrm>
                <a:off x="1202274" y="2179209"/>
                <a:ext cx="40957" cy="4100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1" extrusionOk="0">
                    <a:moveTo>
                      <a:pt x="414" y="0"/>
                    </a:moveTo>
                    <a:cubicBezTo>
                      <a:pt x="184" y="0"/>
                      <a:pt x="0" y="184"/>
                      <a:pt x="0" y="414"/>
                    </a:cubicBezTo>
                    <a:cubicBezTo>
                      <a:pt x="0" y="636"/>
                      <a:pt x="184" y="820"/>
                      <a:pt x="414" y="820"/>
                    </a:cubicBezTo>
                    <a:cubicBezTo>
                      <a:pt x="636" y="820"/>
                      <a:pt x="820" y="636"/>
                      <a:pt x="820" y="414"/>
                    </a:cubicBezTo>
                    <a:cubicBezTo>
                      <a:pt x="820" y="184"/>
                      <a:pt x="636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1"/>
              <p:cNvSpPr/>
              <p:nvPr/>
            </p:nvSpPr>
            <p:spPr>
              <a:xfrm>
                <a:off x="1243979" y="1951908"/>
                <a:ext cx="82313" cy="82309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1648" extrusionOk="0">
                    <a:moveTo>
                      <a:pt x="820" y="1"/>
                    </a:moveTo>
                    <a:cubicBezTo>
                      <a:pt x="368" y="1"/>
                      <a:pt x="0" y="368"/>
                      <a:pt x="0" y="820"/>
                    </a:cubicBezTo>
                    <a:cubicBezTo>
                      <a:pt x="0" y="1280"/>
                      <a:pt x="368" y="1648"/>
                      <a:pt x="820" y="1648"/>
                    </a:cubicBezTo>
                    <a:cubicBezTo>
                      <a:pt x="1272" y="1648"/>
                      <a:pt x="1647" y="1280"/>
                      <a:pt x="1647" y="820"/>
                    </a:cubicBezTo>
                    <a:cubicBezTo>
                      <a:pt x="1647" y="368"/>
                      <a:pt x="1272" y="1"/>
                      <a:pt x="8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1"/>
              <p:cNvSpPr/>
              <p:nvPr/>
            </p:nvSpPr>
            <p:spPr>
              <a:xfrm>
                <a:off x="1519829" y="2313112"/>
                <a:ext cx="145747" cy="124513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493" extrusionOk="0">
                    <a:moveTo>
                      <a:pt x="1663" y="1"/>
                    </a:moveTo>
                    <a:cubicBezTo>
                      <a:pt x="552" y="1"/>
                      <a:pt x="1" y="1341"/>
                      <a:pt x="790" y="2130"/>
                    </a:cubicBezTo>
                    <a:cubicBezTo>
                      <a:pt x="1043" y="2381"/>
                      <a:pt x="1352" y="2493"/>
                      <a:pt x="1656" y="2493"/>
                    </a:cubicBezTo>
                    <a:cubicBezTo>
                      <a:pt x="2300" y="2493"/>
                      <a:pt x="2917" y="1989"/>
                      <a:pt x="2912" y="1234"/>
                    </a:cubicBezTo>
                    <a:cubicBezTo>
                      <a:pt x="2904" y="552"/>
                      <a:pt x="2353" y="1"/>
                      <a:pt x="16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1"/>
              <p:cNvSpPr/>
              <p:nvPr/>
            </p:nvSpPr>
            <p:spPr>
              <a:xfrm>
                <a:off x="1393566" y="2219714"/>
                <a:ext cx="86159" cy="73919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480" extrusionOk="0">
                    <a:moveTo>
                      <a:pt x="980" y="0"/>
                    </a:moveTo>
                    <a:cubicBezTo>
                      <a:pt x="798" y="0"/>
                      <a:pt x="612" y="67"/>
                      <a:pt x="460" y="216"/>
                    </a:cubicBezTo>
                    <a:cubicBezTo>
                      <a:pt x="1" y="683"/>
                      <a:pt x="330" y="1480"/>
                      <a:pt x="989" y="1480"/>
                    </a:cubicBezTo>
                    <a:cubicBezTo>
                      <a:pt x="1395" y="1480"/>
                      <a:pt x="1724" y="1143"/>
                      <a:pt x="1724" y="737"/>
                    </a:cubicBezTo>
                    <a:cubicBezTo>
                      <a:pt x="1724" y="291"/>
                      <a:pt x="1360" y="0"/>
                      <a:pt x="9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67" name="Google Shape;2367;p41"/>
            <p:cNvSpPr/>
            <p:nvPr/>
          </p:nvSpPr>
          <p:spPr>
            <a:xfrm>
              <a:off x="1161040" y="1733681"/>
              <a:ext cx="38881" cy="38881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4" y="1"/>
                  </a:moveTo>
                  <a:cubicBezTo>
                    <a:pt x="199" y="1"/>
                    <a:pt x="0" y="200"/>
                    <a:pt x="0" y="445"/>
                  </a:cubicBezTo>
                  <a:cubicBezTo>
                    <a:pt x="0" y="683"/>
                    <a:pt x="199" y="882"/>
                    <a:pt x="444" y="882"/>
                  </a:cubicBezTo>
                  <a:cubicBezTo>
                    <a:pt x="682" y="882"/>
                    <a:pt x="881" y="683"/>
                    <a:pt x="881" y="445"/>
                  </a:cubicBezTo>
                  <a:cubicBezTo>
                    <a:pt x="881" y="200"/>
                    <a:pt x="682" y="1"/>
                    <a:pt x="4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1"/>
            <p:cNvSpPr/>
            <p:nvPr/>
          </p:nvSpPr>
          <p:spPr>
            <a:xfrm>
              <a:off x="187457" y="1298799"/>
              <a:ext cx="128633" cy="109898"/>
            </a:xfrm>
            <a:custGeom>
              <a:avLst/>
              <a:gdLst/>
              <a:ahLst/>
              <a:cxnLst/>
              <a:rect l="l" t="t" r="r" b="b"/>
              <a:pathLst>
                <a:path w="2918" h="2493" extrusionOk="0">
                  <a:moveTo>
                    <a:pt x="1663" y="1"/>
                  </a:moveTo>
                  <a:cubicBezTo>
                    <a:pt x="552" y="1"/>
                    <a:pt x="1" y="1341"/>
                    <a:pt x="790" y="2130"/>
                  </a:cubicBezTo>
                  <a:cubicBezTo>
                    <a:pt x="1043" y="2381"/>
                    <a:pt x="1352" y="2493"/>
                    <a:pt x="1656" y="2493"/>
                  </a:cubicBezTo>
                  <a:cubicBezTo>
                    <a:pt x="2300" y="2493"/>
                    <a:pt x="2917" y="1989"/>
                    <a:pt x="2912" y="1234"/>
                  </a:cubicBezTo>
                  <a:cubicBezTo>
                    <a:pt x="2904" y="552"/>
                    <a:pt x="2353" y="1"/>
                    <a:pt x="1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69" name="Google Shape;2369;p41"/>
            <p:cNvGrpSpPr/>
            <p:nvPr/>
          </p:nvGrpSpPr>
          <p:grpSpPr>
            <a:xfrm>
              <a:off x="456021" y="1623672"/>
              <a:ext cx="292825" cy="204811"/>
              <a:chOff x="2205334" y="2360952"/>
              <a:chExt cx="331776" cy="232054"/>
            </a:xfrm>
          </p:grpSpPr>
          <p:sp>
            <p:nvSpPr>
              <p:cNvPr id="2370" name="Google Shape;2370;p41"/>
              <p:cNvSpPr/>
              <p:nvPr/>
            </p:nvSpPr>
            <p:spPr>
              <a:xfrm>
                <a:off x="2205334" y="2519337"/>
                <a:ext cx="86209" cy="73669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1475" extrusionOk="0">
                    <a:moveTo>
                      <a:pt x="974" y="1"/>
                    </a:moveTo>
                    <a:cubicBezTo>
                      <a:pt x="327" y="1"/>
                      <a:pt x="1" y="794"/>
                      <a:pt x="464" y="1257"/>
                    </a:cubicBezTo>
                    <a:cubicBezTo>
                      <a:pt x="614" y="1408"/>
                      <a:pt x="798" y="1475"/>
                      <a:pt x="979" y="1475"/>
                    </a:cubicBezTo>
                    <a:cubicBezTo>
                      <a:pt x="1360" y="1475"/>
                      <a:pt x="1725" y="1176"/>
                      <a:pt x="1720" y="729"/>
                    </a:cubicBezTo>
                    <a:cubicBezTo>
                      <a:pt x="1720" y="323"/>
                      <a:pt x="1391" y="1"/>
                      <a:pt x="992" y="1"/>
                    </a:cubicBezTo>
                    <a:cubicBezTo>
                      <a:pt x="986" y="1"/>
                      <a:pt x="980" y="1"/>
                      <a:pt x="9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1"/>
              <p:cNvSpPr/>
              <p:nvPr/>
            </p:nvSpPr>
            <p:spPr>
              <a:xfrm>
                <a:off x="2482767" y="2360952"/>
                <a:ext cx="54343" cy="5474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096" extrusionOk="0">
                    <a:moveTo>
                      <a:pt x="544" y="0"/>
                    </a:moveTo>
                    <a:cubicBezTo>
                      <a:pt x="238" y="0"/>
                      <a:pt x="0" y="245"/>
                      <a:pt x="0" y="544"/>
                    </a:cubicBezTo>
                    <a:cubicBezTo>
                      <a:pt x="0" y="851"/>
                      <a:pt x="238" y="1096"/>
                      <a:pt x="544" y="1096"/>
                    </a:cubicBezTo>
                    <a:cubicBezTo>
                      <a:pt x="843" y="1096"/>
                      <a:pt x="1088" y="851"/>
                      <a:pt x="1088" y="544"/>
                    </a:cubicBezTo>
                    <a:cubicBezTo>
                      <a:pt x="1088" y="245"/>
                      <a:pt x="843" y="0"/>
                      <a:pt x="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1"/>
              <p:cNvSpPr/>
              <p:nvPr/>
            </p:nvSpPr>
            <p:spPr>
              <a:xfrm>
                <a:off x="2387870" y="2496753"/>
                <a:ext cx="44054" cy="4405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3" name="Google Shape;2373;p41"/>
            <p:cNvSpPr/>
            <p:nvPr/>
          </p:nvSpPr>
          <p:spPr>
            <a:xfrm>
              <a:off x="187452" y="1466981"/>
              <a:ext cx="38881" cy="38881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4" y="1"/>
                  </a:moveTo>
                  <a:cubicBezTo>
                    <a:pt x="199" y="1"/>
                    <a:pt x="0" y="200"/>
                    <a:pt x="0" y="445"/>
                  </a:cubicBezTo>
                  <a:cubicBezTo>
                    <a:pt x="0" y="683"/>
                    <a:pt x="199" y="882"/>
                    <a:pt x="444" y="882"/>
                  </a:cubicBezTo>
                  <a:cubicBezTo>
                    <a:pt x="682" y="882"/>
                    <a:pt x="881" y="683"/>
                    <a:pt x="881" y="445"/>
                  </a:cubicBezTo>
                  <a:cubicBezTo>
                    <a:pt x="881" y="200"/>
                    <a:pt x="682" y="1"/>
                    <a:pt x="4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4" name="Google Shape;2374;p41"/>
            <p:cNvGrpSpPr/>
            <p:nvPr/>
          </p:nvGrpSpPr>
          <p:grpSpPr>
            <a:xfrm>
              <a:off x="59238" y="1547931"/>
              <a:ext cx="385060" cy="155079"/>
              <a:chOff x="2829390" y="2496753"/>
              <a:chExt cx="436279" cy="175707"/>
            </a:xfrm>
          </p:grpSpPr>
          <p:sp>
            <p:nvSpPr>
              <p:cNvPr id="2375" name="Google Shape;2375;p41"/>
              <p:cNvSpPr/>
              <p:nvPr/>
            </p:nvSpPr>
            <p:spPr>
              <a:xfrm>
                <a:off x="2829390" y="2496753"/>
                <a:ext cx="69727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1396" h="1403" extrusionOk="0">
                    <a:moveTo>
                      <a:pt x="698" y="1"/>
                    </a:moveTo>
                    <a:cubicBezTo>
                      <a:pt x="315" y="1"/>
                      <a:pt x="1" y="315"/>
                      <a:pt x="1" y="698"/>
                    </a:cubicBezTo>
                    <a:cubicBezTo>
                      <a:pt x="1" y="1089"/>
                      <a:pt x="315" y="1403"/>
                      <a:pt x="698" y="1403"/>
                    </a:cubicBezTo>
                    <a:cubicBezTo>
                      <a:pt x="1081" y="1403"/>
                      <a:pt x="1395" y="1089"/>
                      <a:pt x="1395" y="698"/>
                    </a:cubicBezTo>
                    <a:cubicBezTo>
                      <a:pt x="1395" y="315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1"/>
              <p:cNvSpPr/>
              <p:nvPr/>
            </p:nvSpPr>
            <p:spPr>
              <a:xfrm>
                <a:off x="3047903" y="2617671"/>
                <a:ext cx="49798" cy="4979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2" y="1"/>
                      <a:pt x="0" y="223"/>
                      <a:pt x="0" y="499"/>
                    </a:cubicBezTo>
                    <a:cubicBezTo>
                      <a:pt x="0" y="774"/>
                      <a:pt x="222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41"/>
              <p:cNvSpPr/>
              <p:nvPr/>
            </p:nvSpPr>
            <p:spPr>
              <a:xfrm>
                <a:off x="3177212" y="2566777"/>
                <a:ext cx="88457" cy="75567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513" extrusionOk="0">
                    <a:moveTo>
                      <a:pt x="1026" y="1"/>
                    </a:moveTo>
                    <a:cubicBezTo>
                      <a:pt x="1021" y="1"/>
                      <a:pt x="1017" y="1"/>
                      <a:pt x="1012" y="1"/>
                    </a:cubicBezTo>
                    <a:cubicBezTo>
                      <a:pt x="338" y="1"/>
                      <a:pt x="1" y="805"/>
                      <a:pt x="476" y="1288"/>
                    </a:cubicBezTo>
                    <a:cubicBezTo>
                      <a:pt x="628" y="1443"/>
                      <a:pt x="818" y="1512"/>
                      <a:pt x="1005" y="1512"/>
                    </a:cubicBezTo>
                    <a:cubicBezTo>
                      <a:pt x="1391" y="1512"/>
                      <a:pt x="1765" y="1216"/>
                      <a:pt x="1770" y="767"/>
                    </a:cubicBezTo>
                    <a:cubicBezTo>
                      <a:pt x="1770" y="343"/>
                      <a:pt x="1441" y="1"/>
                      <a:pt x="1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1"/>
              <p:cNvSpPr/>
              <p:nvPr/>
            </p:nvSpPr>
            <p:spPr>
              <a:xfrm>
                <a:off x="2899064" y="2617671"/>
                <a:ext cx="54742" cy="54790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52" y="1"/>
                    </a:moveTo>
                    <a:cubicBezTo>
                      <a:pt x="245" y="1"/>
                      <a:pt x="0" y="246"/>
                      <a:pt x="0" y="552"/>
                    </a:cubicBezTo>
                    <a:cubicBezTo>
                      <a:pt x="0" y="851"/>
                      <a:pt x="245" y="1096"/>
                      <a:pt x="552" y="1096"/>
                    </a:cubicBezTo>
                    <a:cubicBezTo>
                      <a:pt x="851" y="1096"/>
                      <a:pt x="1096" y="851"/>
                      <a:pt x="1096" y="552"/>
                    </a:cubicBezTo>
                    <a:cubicBezTo>
                      <a:pt x="1096" y="246"/>
                      <a:pt x="851" y="1"/>
                      <a:pt x="5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9" name="Google Shape;2379;p41"/>
            <p:cNvGrpSpPr/>
            <p:nvPr/>
          </p:nvGrpSpPr>
          <p:grpSpPr>
            <a:xfrm>
              <a:off x="7650178" y="1745661"/>
              <a:ext cx="452592" cy="225963"/>
              <a:chOff x="6047343" y="2419488"/>
              <a:chExt cx="512795" cy="256019"/>
            </a:xfrm>
          </p:grpSpPr>
          <p:sp>
            <p:nvSpPr>
              <p:cNvPr id="2380" name="Google Shape;2380;p41"/>
              <p:cNvSpPr/>
              <p:nvPr/>
            </p:nvSpPr>
            <p:spPr>
              <a:xfrm>
                <a:off x="6509191" y="2570223"/>
                <a:ext cx="50946" cy="5094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020" extrusionOk="0">
                    <a:moveTo>
                      <a:pt x="513" y="1"/>
                    </a:moveTo>
                    <a:cubicBezTo>
                      <a:pt x="230" y="1"/>
                      <a:pt x="0" y="231"/>
                      <a:pt x="0" y="514"/>
                    </a:cubicBezTo>
                    <a:cubicBezTo>
                      <a:pt x="0" y="790"/>
                      <a:pt x="230" y="1020"/>
                      <a:pt x="513" y="1020"/>
                    </a:cubicBezTo>
                    <a:cubicBezTo>
                      <a:pt x="789" y="1020"/>
                      <a:pt x="1019" y="790"/>
                      <a:pt x="1019" y="514"/>
                    </a:cubicBezTo>
                    <a:cubicBezTo>
                      <a:pt x="1019" y="231"/>
                      <a:pt x="789" y="1"/>
                      <a:pt x="5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1"/>
              <p:cNvSpPr/>
              <p:nvPr/>
            </p:nvSpPr>
            <p:spPr>
              <a:xfrm>
                <a:off x="6246327" y="2500599"/>
                <a:ext cx="69677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403" extrusionOk="0">
                    <a:moveTo>
                      <a:pt x="697" y="0"/>
                    </a:moveTo>
                    <a:cubicBezTo>
                      <a:pt x="314" y="0"/>
                      <a:pt x="0" y="315"/>
                      <a:pt x="0" y="698"/>
                    </a:cubicBezTo>
                    <a:cubicBezTo>
                      <a:pt x="0" y="1088"/>
                      <a:pt x="314" y="1402"/>
                      <a:pt x="697" y="1402"/>
                    </a:cubicBezTo>
                    <a:cubicBezTo>
                      <a:pt x="1080" y="1402"/>
                      <a:pt x="1394" y="1088"/>
                      <a:pt x="1394" y="698"/>
                    </a:cubicBezTo>
                    <a:cubicBezTo>
                      <a:pt x="1394" y="315"/>
                      <a:pt x="1080" y="0"/>
                      <a:pt x="6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1"/>
              <p:cNvSpPr/>
              <p:nvPr/>
            </p:nvSpPr>
            <p:spPr>
              <a:xfrm>
                <a:off x="6047343" y="2621117"/>
                <a:ext cx="49798" cy="4979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1"/>
              <p:cNvSpPr/>
              <p:nvPr/>
            </p:nvSpPr>
            <p:spPr>
              <a:xfrm>
                <a:off x="6428079" y="2419488"/>
                <a:ext cx="94900" cy="81261"/>
              </a:xfrm>
              <a:custGeom>
                <a:avLst/>
                <a:gdLst/>
                <a:ahLst/>
                <a:cxnLst/>
                <a:rect l="l" t="t" r="r" b="b"/>
                <a:pathLst>
                  <a:path w="1900" h="1627" extrusionOk="0">
                    <a:moveTo>
                      <a:pt x="812" y="0"/>
                    </a:moveTo>
                    <a:cubicBezTo>
                      <a:pt x="360" y="0"/>
                      <a:pt x="0" y="360"/>
                      <a:pt x="0" y="812"/>
                    </a:cubicBezTo>
                    <a:cubicBezTo>
                      <a:pt x="0" y="1300"/>
                      <a:pt x="401" y="1626"/>
                      <a:pt x="819" y="1626"/>
                    </a:cubicBezTo>
                    <a:cubicBezTo>
                      <a:pt x="1018" y="1626"/>
                      <a:pt x="1221" y="1552"/>
                      <a:pt x="1387" y="1387"/>
                    </a:cubicBezTo>
                    <a:cubicBezTo>
                      <a:pt x="1900" y="874"/>
                      <a:pt x="1540" y="0"/>
                      <a:pt x="8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1"/>
              <p:cNvSpPr/>
              <p:nvPr/>
            </p:nvSpPr>
            <p:spPr>
              <a:xfrm>
                <a:off x="6191586" y="2621117"/>
                <a:ext cx="54792" cy="54390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089" extrusionOk="0">
                    <a:moveTo>
                      <a:pt x="552" y="1"/>
                    </a:moveTo>
                    <a:cubicBezTo>
                      <a:pt x="246" y="1"/>
                      <a:pt x="1" y="246"/>
                      <a:pt x="1" y="545"/>
                    </a:cubicBezTo>
                    <a:cubicBezTo>
                      <a:pt x="1" y="851"/>
                      <a:pt x="246" y="1088"/>
                      <a:pt x="552" y="1088"/>
                    </a:cubicBezTo>
                    <a:cubicBezTo>
                      <a:pt x="851" y="1088"/>
                      <a:pt x="1096" y="851"/>
                      <a:pt x="1096" y="545"/>
                    </a:cubicBezTo>
                    <a:cubicBezTo>
                      <a:pt x="1096" y="246"/>
                      <a:pt x="851" y="1"/>
                      <a:pt x="5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5" name="Google Shape;2385;p41"/>
            <p:cNvGrpSpPr/>
            <p:nvPr/>
          </p:nvGrpSpPr>
          <p:grpSpPr>
            <a:xfrm>
              <a:off x="8197468" y="1605878"/>
              <a:ext cx="533266" cy="240385"/>
              <a:chOff x="6509191" y="2348807"/>
              <a:chExt cx="604199" cy="272360"/>
            </a:xfrm>
          </p:grpSpPr>
          <p:sp>
            <p:nvSpPr>
              <p:cNvPr id="2386" name="Google Shape;2386;p41"/>
              <p:cNvSpPr/>
              <p:nvPr/>
            </p:nvSpPr>
            <p:spPr>
              <a:xfrm>
                <a:off x="6845126" y="2519870"/>
                <a:ext cx="69327" cy="73519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1472" extrusionOk="0">
                    <a:moveTo>
                      <a:pt x="736" y="0"/>
                    </a:moveTo>
                    <a:cubicBezTo>
                      <a:pt x="330" y="0"/>
                      <a:pt x="0" y="330"/>
                      <a:pt x="0" y="743"/>
                    </a:cubicBezTo>
                    <a:cubicBezTo>
                      <a:pt x="0" y="1142"/>
                      <a:pt x="330" y="1471"/>
                      <a:pt x="736" y="1471"/>
                    </a:cubicBezTo>
                    <a:cubicBezTo>
                      <a:pt x="1111" y="1425"/>
                      <a:pt x="1387" y="1111"/>
                      <a:pt x="1387" y="736"/>
                    </a:cubicBezTo>
                    <a:cubicBezTo>
                      <a:pt x="1387" y="360"/>
                      <a:pt x="1111" y="46"/>
                      <a:pt x="7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1"/>
              <p:cNvSpPr/>
              <p:nvPr/>
            </p:nvSpPr>
            <p:spPr>
              <a:xfrm>
                <a:off x="6509191" y="2570223"/>
                <a:ext cx="50946" cy="50944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1020" extrusionOk="0">
                    <a:moveTo>
                      <a:pt x="513" y="1"/>
                    </a:moveTo>
                    <a:cubicBezTo>
                      <a:pt x="230" y="1"/>
                      <a:pt x="0" y="231"/>
                      <a:pt x="0" y="514"/>
                    </a:cubicBezTo>
                    <a:cubicBezTo>
                      <a:pt x="0" y="790"/>
                      <a:pt x="230" y="1020"/>
                      <a:pt x="513" y="1020"/>
                    </a:cubicBezTo>
                    <a:cubicBezTo>
                      <a:pt x="789" y="1020"/>
                      <a:pt x="1019" y="790"/>
                      <a:pt x="1019" y="514"/>
                    </a:cubicBezTo>
                    <a:cubicBezTo>
                      <a:pt x="1019" y="231"/>
                      <a:pt x="789" y="1"/>
                      <a:pt x="5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1"/>
              <p:cNvSpPr/>
              <p:nvPr/>
            </p:nvSpPr>
            <p:spPr>
              <a:xfrm>
                <a:off x="6713519" y="2500199"/>
                <a:ext cx="43654" cy="44051"/>
              </a:xfrm>
              <a:custGeom>
                <a:avLst/>
                <a:gdLst/>
                <a:ahLst/>
                <a:cxnLst/>
                <a:rect l="l" t="t" r="r" b="b"/>
                <a:pathLst>
                  <a:path w="874" h="882" extrusionOk="0">
                    <a:moveTo>
                      <a:pt x="429" y="1"/>
                    </a:moveTo>
                    <a:cubicBezTo>
                      <a:pt x="192" y="1"/>
                      <a:pt x="0" y="200"/>
                      <a:pt x="0" y="437"/>
                    </a:cubicBezTo>
                    <a:cubicBezTo>
                      <a:pt x="0" y="683"/>
                      <a:pt x="192" y="874"/>
                      <a:pt x="429" y="882"/>
                    </a:cubicBezTo>
                    <a:cubicBezTo>
                      <a:pt x="674" y="882"/>
                      <a:pt x="873" y="683"/>
                      <a:pt x="873" y="437"/>
                    </a:cubicBezTo>
                    <a:cubicBezTo>
                      <a:pt x="873" y="192"/>
                      <a:pt x="674" y="1"/>
                      <a:pt x="4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1"/>
              <p:cNvSpPr/>
              <p:nvPr/>
            </p:nvSpPr>
            <p:spPr>
              <a:xfrm>
                <a:off x="6961449" y="2348807"/>
                <a:ext cx="151940" cy="130157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2606" extrusionOk="0">
                    <a:moveTo>
                      <a:pt x="1303" y="1"/>
                    </a:moveTo>
                    <a:cubicBezTo>
                      <a:pt x="583" y="1"/>
                      <a:pt x="0" y="583"/>
                      <a:pt x="0" y="1303"/>
                    </a:cubicBezTo>
                    <a:cubicBezTo>
                      <a:pt x="0" y="2086"/>
                      <a:pt x="643" y="2606"/>
                      <a:pt x="1312" y="2606"/>
                    </a:cubicBezTo>
                    <a:cubicBezTo>
                      <a:pt x="1631" y="2606"/>
                      <a:pt x="1957" y="2487"/>
                      <a:pt x="2222" y="2222"/>
                    </a:cubicBezTo>
                    <a:cubicBezTo>
                      <a:pt x="3042" y="1403"/>
                      <a:pt x="2460" y="1"/>
                      <a:pt x="1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0" name="Google Shape;2390;p41"/>
            <p:cNvGrpSpPr/>
            <p:nvPr/>
          </p:nvGrpSpPr>
          <p:grpSpPr>
            <a:xfrm>
              <a:off x="8308380" y="1507133"/>
              <a:ext cx="244789" cy="101123"/>
              <a:chOff x="7656794" y="2180092"/>
              <a:chExt cx="277350" cy="114574"/>
            </a:xfrm>
          </p:grpSpPr>
          <p:sp>
            <p:nvSpPr>
              <p:cNvPr id="2391" name="Google Shape;2391;p41"/>
              <p:cNvSpPr/>
              <p:nvPr/>
            </p:nvSpPr>
            <p:spPr>
              <a:xfrm>
                <a:off x="7893137" y="2180092"/>
                <a:ext cx="41007" cy="40955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0" extrusionOk="0">
                    <a:moveTo>
                      <a:pt x="407" y="0"/>
                    </a:moveTo>
                    <a:cubicBezTo>
                      <a:pt x="185" y="0"/>
                      <a:pt x="1" y="184"/>
                      <a:pt x="1" y="406"/>
                    </a:cubicBezTo>
                    <a:cubicBezTo>
                      <a:pt x="1" y="636"/>
                      <a:pt x="185" y="820"/>
                      <a:pt x="407" y="820"/>
                    </a:cubicBezTo>
                    <a:cubicBezTo>
                      <a:pt x="637" y="820"/>
                      <a:pt x="820" y="636"/>
                      <a:pt x="820" y="406"/>
                    </a:cubicBezTo>
                    <a:cubicBezTo>
                      <a:pt x="820" y="184"/>
                      <a:pt x="637" y="0"/>
                      <a:pt x="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1"/>
              <p:cNvSpPr/>
              <p:nvPr/>
            </p:nvSpPr>
            <p:spPr>
              <a:xfrm>
                <a:off x="7656794" y="2220997"/>
                <a:ext cx="86709" cy="73669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475" extrusionOk="0">
                    <a:moveTo>
                      <a:pt x="743" y="1"/>
                    </a:moveTo>
                    <a:cubicBezTo>
                      <a:pt x="740" y="1"/>
                      <a:pt x="737" y="1"/>
                      <a:pt x="734" y="1"/>
                    </a:cubicBezTo>
                    <a:cubicBezTo>
                      <a:pt x="335" y="1"/>
                      <a:pt x="6" y="330"/>
                      <a:pt x="6" y="729"/>
                    </a:cubicBezTo>
                    <a:cubicBezTo>
                      <a:pt x="1" y="1176"/>
                      <a:pt x="366" y="1475"/>
                      <a:pt x="750" y="1475"/>
                    </a:cubicBezTo>
                    <a:cubicBezTo>
                      <a:pt x="931" y="1475"/>
                      <a:pt x="1117" y="1408"/>
                      <a:pt x="1270" y="1257"/>
                    </a:cubicBezTo>
                    <a:cubicBezTo>
                      <a:pt x="1735" y="792"/>
                      <a:pt x="1403" y="1"/>
                      <a:pt x="7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3" name="Google Shape;2393;p41"/>
            <p:cNvGrpSpPr/>
            <p:nvPr/>
          </p:nvGrpSpPr>
          <p:grpSpPr>
            <a:xfrm>
              <a:off x="7650166" y="2026527"/>
              <a:ext cx="118582" cy="100594"/>
              <a:chOff x="5207056" y="2717262"/>
              <a:chExt cx="134356" cy="113975"/>
            </a:xfrm>
          </p:grpSpPr>
          <p:sp>
            <p:nvSpPr>
              <p:cNvPr id="2394" name="Google Shape;2394;p41"/>
              <p:cNvSpPr/>
              <p:nvPr/>
            </p:nvSpPr>
            <p:spPr>
              <a:xfrm>
                <a:off x="5207056" y="2717262"/>
                <a:ext cx="44054" cy="43952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0" extrusionOk="0">
                    <a:moveTo>
                      <a:pt x="441" y="0"/>
                    </a:moveTo>
                    <a:cubicBezTo>
                      <a:pt x="221" y="0"/>
                      <a:pt x="1" y="148"/>
                      <a:pt x="1" y="443"/>
                    </a:cubicBezTo>
                    <a:cubicBezTo>
                      <a:pt x="1" y="688"/>
                      <a:pt x="192" y="880"/>
                      <a:pt x="438" y="880"/>
                    </a:cubicBezTo>
                    <a:cubicBezTo>
                      <a:pt x="683" y="880"/>
                      <a:pt x="882" y="688"/>
                      <a:pt x="882" y="443"/>
                    </a:cubicBezTo>
                    <a:cubicBezTo>
                      <a:pt x="882" y="148"/>
                      <a:pt x="662" y="0"/>
                      <a:pt x="4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1"/>
              <p:cNvSpPr/>
              <p:nvPr/>
            </p:nvSpPr>
            <p:spPr>
              <a:xfrm>
                <a:off x="5290865" y="2781042"/>
                <a:ext cx="50547" cy="5019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05" extrusionOk="0">
                    <a:moveTo>
                      <a:pt x="527" y="1"/>
                    </a:moveTo>
                    <a:cubicBezTo>
                      <a:pt x="523" y="1"/>
                      <a:pt x="518" y="1"/>
                      <a:pt x="514" y="1"/>
                    </a:cubicBezTo>
                    <a:cubicBezTo>
                      <a:pt x="231" y="1"/>
                      <a:pt x="8" y="223"/>
                      <a:pt x="8" y="507"/>
                    </a:cubicBezTo>
                    <a:cubicBezTo>
                      <a:pt x="1" y="782"/>
                      <a:pt x="231" y="1004"/>
                      <a:pt x="514" y="1004"/>
                    </a:cubicBezTo>
                    <a:cubicBezTo>
                      <a:pt x="790" y="1004"/>
                      <a:pt x="1012" y="782"/>
                      <a:pt x="1012" y="507"/>
                    </a:cubicBezTo>
                    <a:cubicBezTo>
                      <a:pt x="1012" y="228"/>
                      <a:pt x="79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6" name="Google Shape;2396;p41"/>
            <p:cNvGrpSpPr/>
            <p:nvPr/>
          </p:nvGrpSpPr>
          <p:grpSpPr>
            <a:xfrm>
              <a:off x="8675791" y="1408702"/>
              <a:ext cx="118582" cy="100594"/>
              <a:chOff x="5207056" y="2717262"/>
              <a:chExt cx="134356" cy="113975"/>
            </a:xfrm>
          </p:grpSpPr>
          <p:sp>
            <p:nvSpPr>
              <p:cNvPr id="2397" name="Google Shape;2397;p41"/>
              <p:cNvSpPr/>
              <p:nvPr/>
            </p:nvSpPr>
            <p:spPr>
              <a:xfrm>
                <a:off x="5207056" y="2717262"/>
                <a:ext cx="44054" cy="43952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0" extrusionOk="0">
                    <a:moveTo>
                      <a:pt x="441" y="0"/>
                    </a:moveTo>
                    <a:cubicBezTo>
                      <a:pt x="221" y="0"/>
                      <a:pt x="1" y="148"/>
                      <a:pt x="1" y="443"/>
                    </a:cubicBezTo>
                    <a:cubicBezTo>
                      <a:pt x="1" y="688"/>
                      <a:pt x="192" y="880"/>
                      <a:pt x="438" y="880"/>
                    </a:cubicBezTo>
                    <a:cubicBezTo>
                      <a:pt x="683" y="880"/>
                      <a:pt x="882" y="688"/>
                      <a:pt x="882" y="443"/>
                    </a:cubicBezTo>
                    <a:cubicBezTo>
                      <a:pt x="882" y="148"/>
                      <a:pt x="662" y="0"/>
                      <a:pt x="4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1"/>
              <p:cNvSpPr/>
              <p:nvPr/>
            </p:nvSpPr>
            <p:spPr>
              <a:xfrm>
                <a:off x="5290865" y="2781042"/>
                <a:ext cx="50547" cy="50195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005" extrusionOk="0">
                    <a:moveTo>
                      <a:pt x="527" y="1"/>
                    </a:moveTo>
                    <a:cubicBezTo>
                      <a:pt x="523" y="1"/>
                      <a:pt x="518" y="1"/>
                      <a:pt x="514" y="1"/>
                    </a:cubicBezTo>
                    <a:cubicBezTo>
                      <a:pt x="231" y="1"/>
                      <a:pt x="8" y="223"/>
                      <a:pt x="8" y="507"/>
                    </a:cubicBezTo>
                    <a:cubicBezTo>
                      <a:pt x="1" y="782"/>
                      <a:pt x="231" y="1004"/>
                      <a:pt x="514" y="1004"/>
                    </a:cubicBezTo>
                    <a:cubicBezTo>
                      <a:pt x="790" y="1004"/>
                      <a:pt x="1012" y="782"/>
                      <a:pt x="1012" y="507"/>
                    </a:cubicBezTo>
                    <a:cubicBezTo>
                      <a:pt x="1012" y="228"/>
                      <a:pt x="79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9" name="Google Shape;2399;p41"/>
            <p:cNvGrpSpPr/>
            <p:nvPr/>
          </p:nvGrpSpPr>
          <p:grpSpPr>
            <a:xfrm>
              <a:off x="8847782" y="1318594"/>
              <a:ext cx="298922" cy="333338"/>
              <a:chOff x="5758457" y="2362110"/>
              <a:chExt cx="338684" cy="377677"/>
            </a:xfrm>
          </p:grpSpPr>
          <p:sp>
            <p:nvSpPr>
              <p:cNvPr id="2400" name="Google Shape;2400;p41"/>
              <p:cNvSpPr/>
              <p:nvPr/>
            </p:nvSpPr>
            <p:spPr>
              <a:xfrm>
                <a:off x="6047343" y="2621117"/>
                <a:ext cx="49798" cy="49795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1"/>
              <p:cNvSpPr/>
              <p:nvPr/>
            </p:nvSpPr>
            <p:spPr>
              <a:xfrm>
                <a:off x="5758457" y="2670863"/>
                <a:ext cx="68928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1380" extrusionOk="0">
                    <a:moveTo>
                      <a:pt x="690" y="1"/>
                    </a:moveTo>
                    <a:cubicBezTo>
                      <a:pt x="307" y="1"/>
                      <a:pt x="0" y="307"/>
                      <a:pt x="0" y="690"/>
                    </a:cubicBezTo>
                    <a:cubicBezTo>
                      <a:pt x="0" y="1073"/>
                      <a:pt x="307" y="1380"/>
                      <a:pt x="690" y="1380"/>
                    </a:cubicBezTo>
                    <a:cubicBezTo>
                      <a:pt x="1065" y="1380"/>
                      <a:pt x="1379" y="1073"/>
                      <a:pt x="1379" y="690"/>
                    </a:cubicBezTo>
                    <a:cubicBezTo>
                      <a:pt x="1379" y="307"/>
                      <a:pt x="1065" y="1"/>
                      <a:pt x="6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1"/>
              <p:cNvSpPr/>
              <p:nvPr/>
            </p:nvSpPr>
            <p:spPr>
              <a:xfrm>
                <a:off x="5879375" y="2574268"/>
                <a:ext cx="76170" cy="67925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360" extrusionOk="0">
                    <a:moveTo>
                      <a:pt x="760" y="0"/>
                    </a:moveTo>
                    <a:cubicBezTo>
                      <a:pt x="404" y="0"/>
                      <a:pt x="50" y="226"/>
                      <a:pt x="0" y="678"/>
                    </a:cubicBezTo>
                    <a:cubicBezTo>
                      <a:pt x="46" y="1069"/>
                      <a:pt x="368" y="1360"/>
                      <a:pt x="759" y="1360"/>
                    </a:cubicBezTo>
                    <a:cubicBezTo>
                      <a:pt x="1149" y="1360"/>
                      <a:pt x="1479" y="1069"/>
                      <a:pt x="1525" y="678"/>
                    </a:cubicBezTo>
                    <a:cubicBezTo>
                      <a:pt x="1471" y="226"/>
                      <a:pt x="1115" y="0"/>
                      <a:pt x="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1"/>
              <p:cNvSpPr/>
              <p:nvPr/>
            </p:nvSpPr>
            <p:spPr>
              <a:xfrm>
                <a:off x="5846243" y="2362110"/>
                <a:ext cx="54792" cy="54390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1089" extrusionOk="0">
                    <a:moveTo>
                      <a:pt x="552" y="1"/>
                    </a:moveTo>
                    <a:cubicBezTo>
                      <a:pt x="246" y="1"/>
                      <a:pt x="1" y="246"/>
                      <a:pt x="1" y="545"/>
                    </a:cubicBezTo>
                    <a:cubicBezTo>
                      <a:pt x="1" y="851"/>
                      <a:pt x="246" y="1088"/>
                      <a:pt x="552" y="1088"/>
                    </a:cubicBezTo>
                    <a:cubicBezTo>
                      <a:pt x="851" y="1088"/>
                      <a:pt x="1096" y="851"/>
                      <a:pt x="1096" y="545"/>
                    </a:cubicBezTo>
                    <a:cubicBezTo>
                      <a:pt x="1096" y="246"/>
                      <a:pt x="851" y="1"/>
                      <a:pt x="5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04" name="Google Shape;2404;p41"/>
          <p:cNvGrpSpPr/>
          <p:nvPr/>
        </p:nvGrpSpPr>
        <p:grpSpPr>
          <a:xfrm>
            <a:off x="59238" y="3783914"/>
            <a:ext cx="8993283" cy="971929"/>
            <a:chOff x="59238" y="3674364"/>
            <a:chExt cx="8993283" cy="971929"/>
          </a:xfrm>
        </p:grpSpPr>
        <p:sp>
          <p:nvSpPr>
            <p:cNvPr id="2405" name="Google Shape;2405;p41"/>
            <p:cNvSpPr/>
            <p:nvPr/>
          </p:nvSpPr>
          <p:spPr>
            <a:xfrm>
              <a:off x="227796" y="3821735"/>
              <a:ext cx="47962" cy="48314"/>
            </a:xfrm>
            <a:custGeom>
              <a:avLst/>
              <a:gdLst/>
              <a:ahLst/>
              <a:cxnLst/>
              <a:rect l="l" t="t" r="r" b="b"/>
              <a:pathLst>
                <a:path w="1088" h="1096" extrusionOk="0">
                  <a:moveTo>
                    <a:pt x="544" y="0"/>
                  </a:moveTo>
                  <a:cubicBezTo>
                    <a:pt x="238" y="0"/>
                    <a:pt x="0" y="245"/>
                    <a:pt x="0" y="544"/>
                  </a:cubicBezTo>
                  <a:cubicBezTo>
                    <a:pt x="0" y="851"/>
                    <a:pt x="238" y="1096"/>
                    <a:pt x="544" y="1096"/>
                  </a:cubicBezTo>
                  <a:cubicBezTo>
                    <a:pt x="843" y="1096"/>
                    <a:pt x="1088" y="851"/>
                    <a:pt x="1088" y="544"/>
                  </a:cubicBezTo>
                  <a:cubicBezTo>
                    <a:pt x="1088" y="245"/>
                    <a:pt x="843" y="0"/>
                    <a:pt x="5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1"/>
            <p:cNvSpPr/>
            <p:nvPr/>
          </p:nvSpPr>
          <p:spPr>
            <a:xfrm>
              <a:off x="758265" y="4430535"/>
              <a:ext cx="72648" cy="72648"/>
            </a:xfrm>
            <a:custGeom>
              <a:avLst/>
              <a:gdLst/>
              <a:ahLst/>
              <a:cxnLst/>
              <a:rect l="l" t="t" r="r" b="b"/>
              <a:pathLst>
                <a:path w="1648" h="1648" extrusionOk="0">
                  <a:moveTo>
                    <a:pt x="828" y="1"/>
                  </a:moveTo>
                  <a:cubicBezTo>
                    <a:pt x="368" y="1"/>
                    <a:pt x="0" y="369"/>
                    <a:pt x="0" y="821"/>
                  </a:cubicBezTo>
                  <a:cubicBezTo>
                    <a:pt x="0" y="1273"/>
                    <a:pt x="368" y="1648"/>
                    <a:pt x="828" y="1648"/>
                  </a:cubicBezTo>
                  <a:cubicBezTo>
                    <a:pt x="1280" y="1648"/>
                    <a:pt x="1647" y="1273"/>
                    <a:pt x="1647" y="821"/>
                  </a:cubicBezTo>
                  <a:cubicBezTo>
                    <a:pt x="1647" y="369"/>
                    <a:pt x="1280" y="1"/>
                    <a:pt x="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7" name="Google Shape;2407;p41"/>
            <p:cNvGrpSpPr/>
            <p:nvPr/>
          </p:nvGrpSpPr>
          <p:grpSpPr>
            <a:xfrm>
              <a:off x="1055152" y="4407931"/>
              <a:ext cx="179591" cy="113452"/>
              <a:chOff x="444302" y="2294906"/>
              <a:chExt cx="179591" cy="113452"/>
            </a:xfrm>
          </p:grpSpPr>
          <p:sp>
            <p:nvSpPr>
              <p:cNvPr id="2408" name="Google Shape;2408;p41"/>
              <p:cNvSpPr/>
              <p:nvPr/>
            </p:nvSpPr>
            <p:spPr>
              <a:xfrm>
                <a:off x="587745" y="2372166"/>
                <a:ext cx="36148" cy="3619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21" extrusionOk="0">
                    <a:moveTo>
                      <a:pt x="414" y="0"/>
                    </a:moveTo>
                    <a:cubicBezTo>
                      <a:pt x="184" y="0"/>
                      <a:pt x="0" y="184"/>
                      <a:pt x="0" y="414"/>
                    </a:cubicBezTo>
                    <a:cubicBezTo>
                      <a:pt x="0" y="636"/>
                      <a:pt x="184" y="820"/>
                      <a:pt x="414" y="820"/>
                    </a:cubicBezTo>
                    <a:cubicBezTo>
                      <a:pt x="636" y="820"/>
                      <a:pt x="820" y="636"/>
                      <a:pt x="820" y="414"/>
                    </a:cubicBezTo>
                    <a:cubicBezTo>
                      <a:pt x="820" y="184"/>
                      <a:pt x="636" y="0"/>
                      <a:pt x="4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1"/>
              <p:cNvSpPr/>
              <p:nvPr/>
            </p:nvSpPr>
            <p:spPr>
              <a:xfrm>
                <a:off x="444302" y="2294906"/>
                <a:ext cx="38881" cy="3888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0" name="Google Shape;2410;p41"/>
            <p:cNvGrpSpPr/>
            <p:nvPr/>
          </p:nvGrpSpPr>
          <p:grpSpPr>
            <a:xfrm>
              <a:off x="7803826" y="4303744"/>
              <a:ext cx="191252" cy="171274"/>
              <a:chOff x="7502876" y="2419682"/>
              <a:chExt cx="191252" cy="171274"/>
            </a:xfrm>
          </p:grpSpPr>
          <p:sp>
            <p:nvSpPr>
              <p:cNvPr id="2411" name="Google Shape;2411;p41"/>
              <p:cNvSpPr/>
              <p:nvPr/>
            </p:nvSpPr>
            <p:spPr>
              <a:xfrm>
                <a:off x="7502876" y="2554808"/>
                <a:ext cx="36192" cy="36148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0" extrusionOk="0">
                    <a:moveTo>
                      <a:pt x="407" y="0"/>
                    </a:moveTo>
                    <a:cubicBezTo>
                      <a:pt x="185" y="0"/>
                      <a:pt x="1" y="184"/>
                      <a:pt x="1" y="406"/>
                    </a:cubicBezTo>
                    <a:cubicBezTo>
                      <a:pt x="1" y="636"/>
                      <a:pt x="185" y="820"/>
                      <a:pt x="407" y="820"/>
                    </a:cubicBezTo>
                    <a:cubicBezTo>
                      <a:pt x="637" y="820"/>
                      <a:pt x="820" y="636"/>
                      <a:pt x="820" y="406"/>
                    </a:cubicBezTo>
                    <a:cubicBezTo>
                      <a:pt x="820" y="184"/>
                      <a:pt x="637" y="0"/>
                      <a:pt x="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1"/>
              <p:cNvSpPr/>
              <p:nvPr/>
            </p:nvSpPr>
            <p:spPr>
              <a:xfrm>
                <a:off x="7650178" y="2419682"/>
                <a:ext cx="43950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1"/>
              <p:cNvSpPr/>
              <p:nvPr/>
            </p:nvSpPr>
            <p:spPr>
              <a:xfrm>
                <a:off x="7650166" y="2522589"/>
                <a:ext cx="38881" cy="38793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0" extrusionOk="0">
                    <a:moveTo>
                      <a:pt x="441" y="0"/>
                    </a:moveTo>
                    <a:cubicBezTo>
                      <a:pt x="221" y="0"/>
                      <a:pt x="1" y="148"/>
                      <a:pt x="1" y="443"/>
                    </a:cubicBezTo>
                    <a:cubicBezTo>
                      <a:pt x="1" y="688"/>
                      <a:pt x="192" y="880"/>
                      <a:pt x="438" y="880"/>
                    </a:cubicBezTo>
                    <a:cubicBezTo>
                      <a:pt x="683" y="880"/>
                      <a:pt x="882" y="688"/>
                      <a:pt x="882" y="443"/>
                    </a:cubicBezTo>
                    <a:cubicBezTo>
                      <a:pt x="882" y="148"/>
                      <a:pt x="662" y="0"/>
                      <a:pt x="4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4" name="Google Shape;2414;p41"/>
            <p:cNvGrpSpPr/>
            <p:nvPr/>
          </p:nvGrpSpPr>
          <p:grpSpPr>
            <a:xfrm>
              <a:off x="7179551" y="4016844"/>
              <a:ext cx="191252" cy="171274"/>
              <a:chOff x="7502876" y="2419682"/>
              <a:chExt cx="191252" cy="171274"/>
            </a:xfrm>
          </p:grpSpPr>
          <p:sp>
            <p:nvSpPr>
              <p:cNvPr id="2415" name="Google Shape;2415;p41"/>
              <p:cNvSpPr/>
              <p:nvPr/>
            </p:nvSpPr>
            <p:spPr>
              <a:xfrm>
                <a:off x="7502876" y="2554808"/>
                <a:ext cx="36192" cy="36148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0" extrusionOk="0">
                    <a:moveTo>
                      <a:pt x="407" y="0"/>
                    </a:moveTo>
                    <a:cubicBezTo>
                      <a:pt x="185" y="0"/>
                      <a:pt x="1" y="184"/>
                      <a:pt x="1" y="406"/>
                    </a:cubicBezTo>
                    <a:cubicBezTo>
                      <a:pt x="1" y="636"/>
                      <a:pt x="185" y="820"/>
                      <a:pt x="407" y="820"/>
                    </a:cubicBezTo>
                    <a:cubicBezTo>
                      <a:pt x="637" y="820"/>
                      <a:pt x="820" y="636"/>
                      <a:pt x="820" y="406"/>
                    </a:cubicBezTo>
                    <a:cubicBezTo>
                      <a:pt x="820" y="184"/>
                      <a:pt x="637" y="0"/>
                      <a:pt x="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1"/>
              <p:cNvSpPr/>
              <p:nvPr/>
            </p:nvSpPr>
            <p:spPr>
              <a:xfrm>
                <a:off x="7650178" y="2419682"/>
                <a:ext cx="43950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7" name="Google Shape;2417;p41"/>
            <p:cNvSpPr/>
            <p:nvPr/>
          </p:nvSpPr>
          <p:spPr>
            <a:xfrm>
              <a:off x="7518278" y="4020407"/>
              <a:ext cx="43950" cy="43950"/>
            </a:xfrm>
            <a:custGeom>
              <a:avLst/>
              <a:gdLst/>
              <a:ahLst/>
              <a:cxnLst/>
              <a:rect l="l" t="t" r="r" b="b"/>
              <a:pathLst>
                <a:path w="997" h="997" extrusionOk="0">
                  <a:moveTo>
                    <a:pt x="498" y="1"/>
                  </a:moveTo>
                  <a:cubicBezTo>
                    <a:pt x="223" y="1"/>
                    <a:pt x="0" y="223"/>
                    <a:pt x="0" y="499"/>
                  </a:cubicBezTo>
                  <a:cubicBezTo>
                    <a:pt x="0" y="774"/>
                    <a:pt x="223" y="997"/>
                    <a:pt x="498" y="997"/>
                  </a:cubicBezTo>
                  <a:cubicBezTo>
                    <a:pt x="774" y="997"/>
                    <a:pt x="996" y="774"/>
                    <a:pt x="996" y="499"/>
                  </a:cubicBezTo>
                  <a:cubicBezTo>
                    <a:pt x="996" y="223"/>
                    <a:pt x="774" y="1"/>
                    <a:pt x="4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8" name="Google Shape;2418;p41"/>
            <p:cNvGrpSpPr/>
            <p:nvPr/>
          </p:nvGrpSpPr>
          <p:grpSpPr>
            <a:xfrm>
              <a:off x="59238" y="3729670"/>
              <a:ext cx="8978442" cy="886838"/>
              <a:chOff x="59238" y="2019695"/>
              <a:chExt cx="8978442" cy="886838"/>
            </a:xfrm>
          </p:grpSpPr>
          <p:grpSp>
            <p:nvGrpSpPr>
              <p:cNvPr id="2419" name="Google Shape;2419;p41"/>
              <p:cNvGrpSpPr/>
              <p:nvPr/>
            </p:nvGrpSpPr>
            <p:grpSpPr>
              <a:xfrm>
                <a:off x="1339814" y="2356175"/>
                <a:ext cx="6199255" cy="425653"/>
                <a:chOff x="910288" y="2517084"/>
                <a:chExt cx="7023856" cy="482272"/>
              </a:xfrm>
            </p:grpSpPr>
            <p:sp>
              <p:nvSpPr>
                <p:cNvPr id="2420" name="Google Shape;2420;p41"/>
                <p:cNvSpPr/>
                <p:nvPr/>
              </p:nvSpPr>
              <p:spPr>
                <a:xfrm>
                  <a:off x="1140043" y="2744386"/>
                  <a:ext cx="40957" cy="41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1" extrusionOk="0">
                      <a:moveTo>
                        <a:pt x="414" y="0"/>
                      </a:moveTo>
                      <a:cubicBezTo>
                        <a:pt x="184" y="0"/>
                        <a:pt x="0" y="184"/>
                        <a:pt x="0" y="414"/>
                      </a:cubicBezTo>
                      <a:cubicBezTo>
                        <a:pt x="0" y="636"/>
                        <a:pt x="184" y="820"/>
                        <a:pt x="414" y="820"/>
                      </a:cubicBezTo>
                      <a:cubicBezTo>
                        <a:pt x="636" y="820"/>
                        <a:pt x="820" y="636"/>
                        <a:pt x="820" y="414"/>
                      </a:cubicBezTo>
                      <a:cubicBezTo>
                        <a:pt x="820" y="184"/>
                        <a:pt x="636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2421;p41"/>
                <p:cNvSpPr/>
                <p:nvPr/>
              </p:nvSpPr>
              <p:spPr>
                <a:xfrm>
                  <a:off x="1181748" y="2517084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0" y="1"/>
                      </a:moveTo>
                      <a:cubicBezTo>
                        <a:pt x="368" y="1"/>
                        <a:pt x="0" y="368"/>
                        <a:pt x="0" y="820"/>
                      </a:cubicBezTo>
                      <a:cubicBezTo>
                        <a:pt x="0" y="1280"/>
                        <a:pt x="368" y="1648"/>
                        <a:pt x="820" y="1648"/>
                      </a:cubicBezTo>
                      <a:cubicBezTo>
                        <a:pt x="1272" y="1648"/>
                        <a:pt x="1647" y="1280"/>
                        <a:pt x="1647" y="820"/>
                      </a:cubicBezTo>
                      <a:cubicBezTo>
                        <a:pt x="1647" y="368"/>
                        <a:pt x="1272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2422;p41"/>
                <p:cNvSpPr/>
                <p:nvPr/>
              </p:nvSpPr>
              <p:spPr>
                <a:xfrm>
                  <a:off x="1440362" y="2821043"/>
                  <a:ext cx="145747" cy="124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8" h="2493" extrusionOk="0">
                      <a:moveTo>
                        <a:pt x="1663" y="1"/>
                      </a:moveTo>
                      <a:cubicBezTo>
                        <a:pt x="552" y="1"/>
                        <a:pt x="1" y="1341"/>
                        <a:pt x="790" y="2130"/>
                      </a:cubicBezTo>
                      <a:cubicBezTo>
                        <a:pt x="1043" y="2381"/>
                        <a:pt x="1352" y="2493"/>
                        <a:pt x="1656" y="2493"/>
                      </a:cubicBezTo>
                      <a:cubicBezTo>
                        <a:pt x="2300" y="2493"/>
                        <a:pt x="2917" y="1989"/>
                        <a:pt x="2912" y="1234"/>
                      </a:cubicBezTo>
                      <a:cubicBezTo>
                        <a:pt x="2904" y="552"/>
                        <a:pt x="2353" y="1"/>
                        <a:pt x="166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2423;p41"/>
                <p:cNvSpPr/>
                <p:nvPr/>
              </p:nvSpPr>
              <p:spPr>
                <a:xfrm>
                  <a:off x="1897119" y="2795096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8" y="1"/>
                      </a:moveTo>
                      <a:cubicBezTo>
                        <a:pt x="368" y="1"/>
                        <a:pt x="0" y="369"/>
                        <a:pt x="0" y="821"/>
                      </a:cubicBezTo>
                      <a:cubicBezTo>
                        <a:pt x="0" y="1273"/>
                        <a:pt x="368" y="1648"/>
                        <a:pt x="828" y="1648"/>
                      </a:cubicBezTo>
                      <a:cubicBezTo>
                        <a:pt x="1280" y="1648"/>
                        <a:pt x="1647" y="1273"/>
                        <a:pt x="1647" y="821"/>
                      </a:cubicBezTo>
                      <a:cubicBezTo>
                        <a:pt x="1647" y="369"/>
                        <a:pt x="1280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2424;p41"/>
                <p:cNvSpPr/>
                <p:nvPr/>
              </p:nvSpPr>
              <p:spPr>
                <a:xfrm>
                  <a:off x="2205334" y="2877356"/>
                  <a:ext cx="86209" cy="73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1475" extrusionOk="0">
                      <a:moveTo>
                        <a:pt x="974" y="1"/>
                      </a:moveTo>
                      <a:cubicBezTo>
                        <a:pt x="327" y="1"/>
                        <a:pt x="1" y="794"/>
                        <a:pt x="464" y="1257"/>
                      </a:cubicBezTo>
                      <a:cubicBezTo>
                        <a:pt x="614" y="1408"/>
                        <a:pt x="798" y="1475"/>
                        <a:pt x="979" y="1475"/>
                      </a:cubicBezTo>
                      <a:cubicBezTo>
                        <a:pt x="1360" y="1475"/>
                        <a:pt x="1725" y="1176"/>
                        <a:pt x="1720" y="729"/>
                      </a:cubicBezTo>
                      <a:cubicBezTo>
                        <a:pt x="1720" y="323"/>
                        <a:pt x="1391" y="1"/>
                        <a:pt x="992" y="1"/>
                      </a:cubicBezTo>
                      <a:cubicBezTo>
                        <a:pt x="986" y="1"/>
                        <a:pt x="980" y="1"/>
                        <a:pt x="9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2425;p41"/>
                <p:cNvSpPr/>
                <p:nvPr/>
              </p:nvSpPr>
              <p:spPr>
                <a:xfrm>
                  <a:off x="2584906" y="2842213"/>
                  <a:ext cx="50946" cy="5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1013" extrusionOk="0">
                      <a:moveTo>
                        <a:pt x="506" y="1"/>
                      </a:moveTo>
                      <a:cubicBezTo>
                        <a:pt x="230" y="1"/>
                        <a:pt x="1" y="223"/>
                        <a:pt x="1" y="506"/>
                      </a:cubicBezTo>
                      <a:cubicBezTo>
                        <a:pt x="1" y="782"/>
                        <a:pt x="230" y="1012"/>
                        <a:pt x="506" y="1012"/>
                      </a:cubicBezTo>
                      <a:cubicBezTo>
                        <a:pt x="511" y="1012"/>
                        <a:pt x="515" y="1012"/>
                        <a:pt x="520" y="1012"/>
                      </a:cubicBezTo>
                      <a:cubicBezTo>
                        <a:pt x="797" y="1012"/>
                        <a:pt x="1019" y="785"/>
                        <a:pt x="1019" y="506"/>
                      </a:cubicBezTo>
                      <a:cubicBezTo>
                        <a:pt x="1019" y="223"/>
                        <a:pt x="790" y="1"/>
                        <a:pt x="5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2426;p41"/>
                <p:cNvSpPr/>
                <p:nvPr/>
              </p:nvSpPr>
              <p:spPr>
                <a:xfrm>
                  <a:off x="2829390" y="2651226"/>
                  <a:ext cx="69727" cy="7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" h="1403" extrusionOk="0">
                      <a:moveTo>
                        <a:pt x="698" y="1"/>
                      </a:moveTo>
                      <a:cubicBezTo>
                        <a:pt x="315" y="1"/>
                        <a:pt x="1" y="315"/>
                        <a:pt x="1" y="698"/>
                      </a:cubicBezTo>
                      <a:cubicBezTo>
                        <a:pt x="1" y="1089"/>
                        <a:pt x="315" y="1403"/>
                        <a:pt x="698" y="1403"/>
                      </a:cubicBezTo>
                      <a:cubicBezTo>
                        <a:pt x="1081" y="1403"/>
                        <a:pt x="1395" y="1089"/>
                        <a:pt x="1395" y="698"/>
                      </a:cubicBezTo>
                      <a:cubicBezTo>
                        <a:pt x="1395" y="315"/>
                        <a:pt x="1081" y="1"/>
                        <a:pt x="6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2427;p41"/>
                <p:cNvSpPr/>
                <p:nvPr/>
              </p:nvSpPr>
              <p:spPr>
                <a:xfrm>
                  <a:off x="1608579" y="2686740"/>
                  <a:ext cx="90904" cy="77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0" h="1549" extrusionOk="0">
                      <a:moveTo>
                        <a:pt x="1027" y="0"/>
                      </a:moveTo>
                      <a:cubicBezTo>
                        <a:pt x="342" y="0"/>
                        <a:pt x="0" y="825"/>
                        <a:pt x="486" y="1318"/>
                      </a:cubicBezTo>
                      <a:cubicBezTo>
                        <a:pt x="643" y="1477"/>
                        <a:pt x="837" y="1549"/>
                        <a:pt x="1029" y="1549"/>
                      </a:cubicBezTo>
                      <a:cubicBezTo>
                        <a:pt x="1427" y="1549"/>
                        <a:pt x="1811" y="1240"/>
                        <a:pt x="1811" y="774"/>
                      </a:cubicBezTo>
                      <a:cubicBezTo>
                        <a:pt x="1819" y="350"/>
                        <a:pt x="1482" y="1"/>
                        <a:pt x="1059" y="1"/>
                      </a:cubicBezTo>
                      <a:cubicBezTo>
                        <a:pt x="1055" y="1"/>
                        <a:pt x="1050" y="1"/>
                        <a:pt x="1045" y="1"/>
                      </a:cubicBezTo>
                      <a:cubicBezTo>
                        <a:pt x="1039" y="1"/>
                        <a:pt x="1033" y="0"/>
                        <a:pt x="102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2428;p41"/>
                <p:cNvSpPr/>
                <p:nvPr/>
              </p:nvSpPr>
              <p:spPr>
                <a:xfrm>
                  <a:off x="1314099" y="2727646"/>
                  <a:ext cx="86159" cy="73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480" extrusionOk="0">
                      <a:moveTo>
                        <a:pt x="980" y="0"/>
                      </a:moveTo>
                      <a:cubicBezTo>
                        <a:pt x="798" y="0"/>
                        <a:pt x="612" y="67"/>
                        <a:pt x="460" y="216"/>
                      </a:cubicBezTo>
                      <a:cubicBezTo>
                        <a:pt x="1" y="683"/>
                        <a:pt x="330" y="1480"/>
                        <a:pt x="989" y="1480"/>
                      </a:cubicBezTo>
                      <a:cubicBezTo>
                        <a:pt x="1395" y="1480"/>
                        <a:pt x="1724" y="1143"/>
                        <a:pt x="1724" y="737"/>
                      </a:cubicBezTo>
                      <a:cubicBezTo>
                        <a:pt x="1724" y="291"/>
                        <a:pt x="1360" y="0"/>
                        <a:pt x="9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2429;p41"/>
                <p:cNvSpPr/>
                <p:nvPr/>
              </p:nvSpPr>
              <p:spPr>
                <a:xfrm>
                  <a:off x="3047903" y="2772143"/>
                  <a:ext cx="49798" cy="49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997" extrusionOk="0">
                      <a:moveTo>
                        <a:pt x="498" y="1"/>
                      </a:moveTo>
                      <a:cubicBezTo>
                        <a:pt x="222" y="1"/>
                        <a:pt x="0" y="223"/>
                        <a:pt x="0" y="499"/>
                      </a:cubicBezTo>
                      <a:cubicBezTo>
                        <a:pt x="0" y="774"/>
                        <a:pt x="222" y="997"/>
                        <a:pt x="498" y="997"/>
                      </a:cubicBezTo>
                      <a:cubicBezTo>
                        <a:pt x="774" y="997"/>
                        <a:pt x="996" y="774"/>
                        <a:pt x="996" y="499"/>
                      </a:cubicBezTo>
                      <a:cubicBezTo>
                        <a:pt x="996" y="223"/>
                        <a:pt x="774" y="1"/>
                        <a:pt x="4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2430;p41"/>
                <p:cNvSpPr/>
                <p:nvPr/>
              </p:nvSpPr>
              <p:spPr>
                <a:xfrm>
                  <a:off x="3318009" y="2821889"/>
                  <a:ext cx="68928" cy="6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0" h="1380" extrusionOk="0">
                      <a:moveTo>
                        <a:pt x="690" y="1"/>
                      </a:moveTo>
                      <a:cubicBezTo>
                        <a:pt x="315" y="1"/>
                        <a:pt x="1" y="315"/>
                        <a:pt x="1" y="690"/>
                      </a:cubicBezTo>
                      <a:cubicBezTo>
                        <a:pt x="1" y="1073"/>
                        <a:pt x="315" y="1380"/>
                        <a:pt x="690" y="1380"/>
                      </a:cubicBezTo>
                      <a:cubicBezTo>
                        <a:pt x="1073" y="1380"/>
                        <a:pt x="1380" y="1073"/>
                        <a:pt x="1380" y="690"/>
                      </a:cubicBezTo>
                      <a:cubicBezTo>
                        <a:pt x="1380" y="315"/>
                        <a:pt x="1073" y="1"/>
                        <a:pt x="69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2431;p41"/>
                <p:cNvSpPr/>
                <p:nvPr/>
              </p:nvSpPr>
              <p:spPr>
                <a:xfrm>
                  <a:off x="3585088" y="2731758"/>
                  <a:ext cx="106438" cy="9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25" extrusionOk="0">
                      <a:moveTo>
                        <a:pt x="1219" y="1"/>
                      </a:moveTo>
                      <a:cubicBezTo>
                        <a:pt x="407" y="1"/>
                        <a:pt x="1" y="981"/>
                        <a:pt x="575" y="1556"/>
                      </a:cubicBezTo>
                      <a:cubicBezTo>
                        <a:pt x="759" y="1742"/>
                        <a:pt x="986" y="1825"/>
                        <a:pt x="1208" y="1825"/>
                      </a:cubicBezTo>
                      <a:cubicBezTo>
                        <a:pt x="1674" y="1825"/>
                        <a:pt x="2123" y="1461"/>
                        <a:pt x="2123" y="912"/>
                      </a:cubicBezTo>
                      <a:cubicBezTo>
                        <a:pt x="2130" y="407"/>
                        <a:pt x="1717" y="1"/>
                        <a:pt x="121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2432;p41"/>
                <p:cNvSpPr/>
                <p:nvPr/>
              </p:nvSpPr>
              <p:spPr>
                <a:xfrm>
                  <a:off x="2482767" y="2636388"/>
                  <a:ext cx="54343" cy="54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096" extrusionOk="0">
                      <a:moveTo>
                        <a:pt x="544" y="0"/>
                      </a:moveTo>
                      <a:cubicBezTo>
                        <a:pt x="238" y="0"/>
                        <a:pt x="0" y="245"/>
                        <a:pt x="0" y="544"/>
                      </a:cubicBezTo>
                      <a:cubicBezTo>
                        <a:pt x="0" y="851"/>
                        <a:pt x="238" y="1096"/>
                        <a:pt x="544" y="1096"/>
                      </a:cubicBezTo>
                      <a:cubicBezTo>
                        <a:pt x="843" y="1096"/>
                        <a:pt x="1088" y="851"/>
                        <a:pt x="1088" y="544"/>
                      </a:cubicBezTo>
                      <a:cubicBezTo>
                        <a:pt x="1088" y="245"/>
                        <a:pt x="843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2433;p41"/>
                <p:cNvSpPr/>
                <p:nvPr/>
              </p:nvSpPr>
              <p:spPr>
                <a:xfrm>
                  <a:off x="2387870" y="2772189"/>
                  <a:ext cx="44054" cy="44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2" extrusionOk="0">
                      <a:moveTo>
                        <a:pt x="444" y="1"/>
                      </a:moveTo>
                      <a:cubicBezTo>
                        <a:pt x="199" y="1"/>
                        <a:pt x="0" y="200"/>
                        <a:pt x="0" y="445"/>
                      </a:cubicBezTo>
                      <a:cubicBezTo>
                        <a:pt x="0" y="683"/>
                        <a:pt x="199" y="882"/>
                        <a:pt x="444" y="882"/>
                      </a:cubicBezTo>
                      <a:cubicBezTo>
                        <a:pt x="682" y="882"/>
                        <a:pt x="881" y="683"/>
                        <a:pt x="881" y="445"/>
                      </a:cubicBezTo>
                      <a:cubicBezTo>
                        <a:pt x="881" y="200"/>
                        <a:pt x="682" y="1"/>
                        <a:pt x="4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2434;p41"/>
                <p:cNvSpPr/>
                <p:nvPr/>
              </p:nvSpPr>
              <p:spPr>
                <a:xfrm>
                  <a:off x="2022982" y="2705943"/>
                  <a:ext cx="151990" cy="130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3" h="2606" extrusionOk="0">
                      <a:moveTo>
                        <a:pt x="1740" y="1"/>
                      </a:moveTo>
                      <a:cubicBezTo>
                        <a:pt x="583" y="1"/>
                        <a:pt x="1" y="1403"/>
                        <a:pt x="821" y="2222"/>
                      </a:cubicBezTo>
                      <a:cubicBezTo>
                        <a:pt x="1085" y="2487"/>
                        <a:pt x="1411" y="2606"/>
                        <a:pt x="1731" y="2606"/>
                      </a:cubicBezTo>
                      <a:cubicBezTo>
                        <a:pt x="2400" y="2606"/>
                        <a:pt x="3042" y="2086"/>
                        <a:pt x="3042" y="1303"/>
                      </a:cubicBezTo>
                      <a:cubicBezTo>
                        <a:pt x="3042" y="583"/>
                        <a:pt x="2460" y="1"/>
                        <a:pt x="174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5" name="Google Shape;2435;p41"/>
                <p:cNvSpPr/>
                <p:nvPr/>
              </p:nvSpPr>
              <p:spPr>
                <a:xfrm>
                  <a:off x="3891985" y="2710270"/>
                  <a:ext cx="48649" cy="44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899" extrusionOk="0">
                      <a:moveTo>
                        <a:pt x="483" y="1"/>
                      </a:moveTo>
                      <a:cubicBezTo>
                        <a:pt x="215" y="1"/>
                        <a:pt x="0" y="246"/>
                        <a:pt x="39" y="514"/>
                      </a:cubicBezTo>
                      <a:cubicBezTo>
                        <a:pt x="77" y="771"/>
                        <a:pt x="282" y="899"/>
                        <a:pt x="487" y="899"/>
                      </a:cubicBezTo>
                      <a:cubicBezTo>
                        <a:pt x="692" y="899"/>
                        <a:pt x="897" y="771"/>
                        <a:pt x="935" y="514"/>
                      </a:cubicBezTo>
                      <a:cubicBezTo>
                        <a:pt x="973" y="246"/>
                        <a:pt x="759" y="1"/>
                        <a:pt x="48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6" name="Google Shape;2436;p41"/>
                <p:cNvSpPr/>
                <p:nvPr/>
              </p:nvSpPr>
              <p:spPr>
                <a:xfrm>
                  <a:off x="3803581" y="2777596"/>
                  <a:ext cx="50547" cy="5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" h="1005" extrusionOk="0">
                      <a:moveTo>
                        <a:pt x="506" y="1"/>
                      </a:moveTo>
                      <a:cubicBezTo>
                        <a:pt x="230" y="1"/>
                        <a:pt x="1" y="223"/>
                        <a:pt x="1" y="507"/>
                      </a:cubicBezTo>
                      <a:cubicBezTo>
                        <a:pt x="1" y="778"/>
                        <a:pt x="223" y="1005"/>
                        <a:pt x="493" y="1005"/>
                      </a:cubicBezTo>
                      <a:cubicBezTo>
                        <a:pt x="497" y="1005"/>
                        <a:pt x="502" y="1005"/>
                        <a:pt x="506" y="1005"/>
                      </a:cubicBezTo>
                      <a:cubicBezTo>
                        <a:pt x="782" y="1005"/>
                        <a:pt x="1004" y="782"/>
                        <a:pt x="1004" y="507"/>
                      </a:cubicBezTo>
                      <a:cubicBezTo>
                        <a:pt x="1012" y="231"/>
                        <a:pt x="790" y="1"/>
                        <a:pt x="5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41"/>
                <p:cNvSpPr/>
                <p:nvPr/>
              </p:nvSpPr>
              <p:spPr>
                <a:xfrm>
                  <a:off x="3177212" y="2721249"/>
                  <a:ext cx="88457" cy="7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3" extrusionOk="0">
                      <a:moveTo>
                        <a:pt x="1026" y="1"/>
                      </a:moveTo>
                      <a:cubicBezTo>
                        <a:pt x="1021" y="1"/>
                        <a:pt x="1017" y="1"/>
                        <a:pt x="1012" y="1"/>
                      </a:cubicBezTo>
                      <a:cubicBezTo>
                        <a:pt x="338" y="1"/>
                        <a:pt x="1" y="805"/>
                        <a:pt x="476" y="1288"/>
                      </a:cubicBezTo>
                      <a:cubicBezTo>
                        <a:pt x="628" y="1443"/>
                        <a:pt x="818" y="1512"/>
                        <a:pt x="1005" y="1512"/>
                      </a:cubicBezTo>
                      <a:cubicBezTo>
                        <a:pt x="1391" y="1512"/>
                        <a:pt x="1765" y="1216"/>
                        <a:pt x="1770" y="767"/>
                      </a:cubicBezTo>
                      <a:cubicBezTo>
                        <a:pt x="1770" y="343"/>
                        <a:pt x="1441" y="1"/>
                        <a:pt x="102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8" name="Google Shape;2438;p41"/>
                <p:cNvSpPr/>
                <p:nvPr/>
              </p:nvSpPr>
              <p:spPr>
                <a:xfrm>
                  <a:off x="4118989" y="2777596"/>
                  <a:ext cx="30818" cy="25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516" extrusionOk="0">
                      <a:moveTo>
                        <a:pt x="349" y="1"/>
                      </a:moveTo>
                      <a:cubicBezTo>
                        <a:pt x="125" y="1"/>
                        <a:pt x="0" y="279"/>
                        <a:pt x="167" y="438"/>
                      </a:cubicBezTo>
                      <a:cubicBezTo>
                        <a:pt x="221" y="492"/>
                        <a:pt x="287" y="516"/>
                        <a:pt x="351" y="516"/>
                      </a:cubicBezTo>
                      <a:cubicBezTo>
                        <a:pt x="487" y="516"/>
                        <a:pt x="616" y="407"/>
                        <a:pt x="611" y="246"/>
                      </a:cubicBezTo>
                      <a:cubicBezTo>
                        <a:pt x="603" y="116"/>
                        <a:pt x="496" y="1"/>
                        <a:pt x="358" y="1"/>
                      </a:cubicBezTo>
                      <a:cubicBezTo>
                        <a:pt x="355" y="1"/>
                        <a:pt x="352" y="1"/>
                        <a:pt x="3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9" name="Google Shape;2439;p41"/>
                <p:cNvSpPr/>
                <p:nvPr/>
              </p:nvSpPr>
              <p:spPr>
                <a:xfrm>
                  <a:off x="3981888" y="2789882"/>
                  <a:ext cx="60886" cy="60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" h="1219" extrusionOk="0">
                      <a:moveTo>
                        <a:pt x="614" y="0"/>
                      </a:moveTo>
                      <a:cubicBezTo>
                        <a:pt x="276" y="0"/>
                        <a:pt x="1" y="276"/>
                        <a:pt x="1" y="613"/>
                      </a:cubicBezTo>
                      <a:cubicBezTo>
                        <a:pt x="8" y="950"/>
                        <a:pt x="284" y="1218"/>
                        <a:pt x="614" y="1218"/>
                      </a:cubicBezTo>
                      <a:cubicBezTo>
                        <a:pt x="951" y="1218"/>
                        <a:pt x="1219" y="950"/>
                        <a:pt x="1219" y="613"/>
                      </a:cubicBezTo>
                      <a:cubicBezTo>
                        <a:pt x="1219" y="284"/>
                        <a:pt x="951" y="8"/>
                        <a:pt x="6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0" name="Google Shape;2440;p41"/>
                <p:cNvSpPr/>
                <p:nvPr/>
              </p:nvSpPr>
              <p:spPr>
                <a:xfrm>
                  <a:off x="4305586" y="2736291"/>
                  <a:ext cx="77369" cy="66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325" extrusionOk="0">
                      <a:moveTo>
                        <a:pt x="889" y="1"/>
                      </a:moveTo>
                      <a:cubicBezTo>
                        <a:pt x="300" y="1"/>
                        <a:pt x="1" y="713"/>
                        <a:pt x="422" y="1127"/>
                      </a:cubicBezTo>
                      <a:cubicBezTo>
                        <a:pt x="556" y="1263"/>
                        <a:pt x="722" y="1324"/>
                        <a:pt x="885" y="1324"/>
                      </a:cubicBezTo>
                      <a:cubicBezTo>
                        <a:pt x="1223" y="1324"/>
                        <a:pt x="1548" y="1060"/>
                        <a:pt x="1548" y="667"/>
                      </a:cubicBezTo>
                      <a:cubicBezTo>
                        <a:pt x="1548" y="299"/>
                        <a:pt x="1250" y="1"/>
                        <a:pt x="88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1" name="Google Shape;2441;p41"/>
                <p:cNvSpPr/>
                <p:nvPr/>
              </p:nvSpPr>
              <p:spPr>
                <a:xfrm>
                  <a:off x="4238259" y="2802469"/>
                  <a:ext cx="27971" cy="2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553" extrusionOk="0">
                      <a:moveTo>
                        <a:pt x="276" y="1"/>
                      </a:moveTo>
                      <a:cubicBezTo>
                        <a:pt x="123" y="1"/>
                        <a:pt x="0" y="123"/>
                        <a:pt x="0" y="277"/>
                      </a:cubicBezTo>
                      <a:cubicBezTo>
                        <a:pt x="0" y="430"/>
                        <a:pt x="123" y="553"/>
                        <a:pt x="276" y="553"/>
                      </a:cubicBezTo>
                      <a:cubicBezTo>
                        <a:pt x="437" y="553"/>
                        <a:pt x="560" y="430"/>
                        <a:pt x="560" y="277"/>
                      </a:cubicBezTo>
                      <a:cubicBezTo>
                        <a:pt x="560" y="123"/>
                        <a:pt x="437" y="1"/>
                        <a:pt x="27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2" name="Google Shape;2442;p41"/>
                <p:cNvSpPr/>
                <p:nvPr/>
              </p:nvSpPr>
              <p:spPr>
                <a:xfrm>
                  <a:off x="3466117" y="2706885"/>
                  <a:ext cx="59338" cy="59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" h="1189" extrusionOk="0">
                      <a:moveTo>
                        <a:pt x="590" y="1"/>
                      </a:moveTo>
                      <a:cubicBezTo>
                        <a:pt x="261" y="1"/>
                        <a:pt x="0" y="269"/>
                        <a:pt x="0" y="598"/>
                      </a:cubicBezTo>
                      <a:cubicBezTo>
                        <a:pt x="0" y="928"/>
                        <a:pt x="261" y="1188"/>
                        <a:pt x="590" y="1188"/>
                      </a:cubicBezTo>
                      <a:cubicBezTo>
                        <a:pt x="919" y="1188"/>
                        <a:pt x="1188" y="928"/>
                        <a:pt x="1188" y="598"/>
                      </a:cubicBezTo>
                      <a:cubicBezTo>
                        <a:pt x="1180" y="269"/>
                        <a:pt x="919" y="1"/>
                        <a:pt x="59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3" name="Google Shape;2443;p41"/>
                <p:cNvSpPr/>
                <p:nvPr/>
              </p:nvSpPr>
              <p:spPr>
                <a:xfrm>
                  <a:off x="910288" y="2777080"/>
                  <a:ext cx="62035" cy="62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" h="1250" extrusionOk="0">
                      <a:moveTo>
                        <a:pt x="621" y="1"/>
                      </a:moveTo>
                      <a:cubicBezTo>
                        <a:pt x="277" y="1"/>
                        <a:pt x="1" y="277"/>
                        <a:pt x="1" y="621"/>
                      </a:cubicBezTo>
                      <a:cubicBezTo>
                        <a:pt x="1" y="966"/>
                        <a:pt x="277" y="1249"/>
                        <a:pt x="621" y="1249"/>
                      </a:cubicBezTo>
                      <a:cubicBezTo>
                        <a:pt x="966" y="1249"/>
                        <a:pt x="1242" y="966"/>
                        <a:pt x="1242" y="621"/>
                      </a:cubicBezTo>
                      <a:cubicBezTo>
                        <a:pt x="1242" y="277"/>
                        <a:pt x="966" y="1"/>
                        <a:pt x="6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4" name="Google Shape;2444;p41"/>
                <p:cNvSpPr/>
                <p:nvPr/>
              </p:nvSpPr>
              <p:spPr>
                <a:xfrm>
                  <a:off x="1897119" y="2578183"/>
                  <a:ext cx="92653" cy="92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62" extrusionOk="0">
                      <a:moveTo>
                        <a:pt x="927" y="0"/>
                      </a:moveTo>
                      <a:cubicBezTo>
                        <a:pt x="414" y="0"/>
                        <a:pt x="0" y="421"/>
                        <a:pt x="0" y="935"/>
                      </a:cubicBezTo>
                      <a:cubicBezTo>
                        <a:pt x="0" y="1440"/>
                        <a:pt x="414" y="1862"/>
                        <a:pt x="927" y="1862"/>
                      </a:cubicBezTo>
                      <a:cubicBezTo>
                        <a:pt x="1441" y="1862"/>
                        <a:pt x="1854" y="1440"/>
                        <a:pt x="1854" y="935"/>
                      </a:cubicBezTo>
                      <a:cubicBezTo>
                        <a:pt x="1854" y="421"/>
                        <a:pt x="1441" y="0"/>
                        <a:pt x="92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5" name="Google Shape;2445;p41"/>
                <p:cNvSpPr/>
                <p:nvPr/>
              </p:nvSpPr>
              <p:spPr>
                <a:xfrm>
                  <a:off x="1699031" y="2920934"/>
                  <a:ext cx="32566" cy="32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652" extrusionOk="0">
                      <a:moveTo>
                        <a:pt x="330" y="0"/>
                      </a:moveTo>
                      <a:cubicBezTo>
                        <a:pt x="146" y="0"/>
                        <a:pt x="0" y="146"/>
                        <a:pt x="0" y="330"/>
                      </a:cubicBezTo>
                      <a:cubicBezTo>
                        <a:pt x="0" y="506"/>
                        <a:pt x="146" y="651"/>
                        <a:pt x="330" y="651"/>
                      </a:cubicBezTo>
                      <a:cubicBezTo>
                        <a:pt x="506" y="651"/>
                        <a:pt x="652" y="506"/>
                        <a:pt x="652" y="330"/>
                      </a:cubicBezTo>
                      <a:cubicBezTo>
                        <a:pt x="652" y="146"/>
                        <a:pt x="506" y="0"/>
                        <a:pt x="33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6" name="Google Shape;2446;p41"/>
                <p:cNvSpPr/>
                <p:nvPr/>
              </p:nvSpPr>
              <p:spPr>
                <a:xfrm>
                  <a:off x="2635401" y="2691078"/>
                  <a:ext cx="81564" cy="8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3" h="1625" extrusionOk="0">
                      <a:moveTo>
                        <a:pt x="821" y="1"/>
                      </a:moveTo>
                      <a:cubicBezTo>
                        <a:pt x="369" y="1"/>
                        <a:pt x="1" y="361"/>
                        <a:pt x="1" y="813"/>
                      </a:cubicBezTo>
                      <a:cubicBezTo>
                        <a:pt x="1" y="1257"/>
                        <a:pt x="369" y="1625"/>
                        <a:pt x="821" y="1625"/>
                      </a:cubicBezTo>
                      <a:cubicBezTo>
                        <a:pt x="1265" y="1625"/>
                        <a:pt x="1633" y="1257"/>
                        <a:pt x="1633" y="813"/>
                      </a:cubicBezTo>
                      <a:cubicBezTo>
                        <a:pt x="1633" y="361"/>
                        <a:pt x="1265" y="1"/>
                        <a:pt x="8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7" name="Google Shape;2447;p41"/>
                <p:cNvSpPr/>
                <p:nvPr/>
              </p:nvSpPr>
              <p:spPr>
                <a:xfrm>
                  <a:off x="2899064" y="2772143"/>
                  <a:ext cx="54742" cy="54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1097" extrusionOk="0">
                      <a:moveTo>
                        <a:pt x="552" y="1"/>
                      </a:moveTo>
                      <a:cubicBezTo>
                        <a:pt x="245" y="1"/>
                        <a:pt x="0" y="246"/>
                        <a:pt x="0" y="552"/>
                      </a:cubicBezTo>
                      <a:cubicBezTo>
                        <a:pt x="0" y="851"/>
                        <a:pt x="245" y="1096"/>
                        <a:pt x="552" y="1096"/>
                      </a:cubicBezTo>
                      <a:cubicBezTo>
                        <a:pt x="851" y="1096"/>
                        <a:pt x="1096" y="851"/>
                        <a:pt x="1096" y="552"/>
                      </a:cubicBezTo>
                      <a:cubicBezTo>
                        <a:pt x="1096" y="246"/>
                        <a:pt x="851" y="1"/>
                        <a:pt x="5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8" name="Google Shape;2448;p41"/>
                <p:cNvSpPr/>
                <p:nvPr/>
              </p:nvSpPr>
              <p:spPr>
                <a:xfrm>
                  <a:off x="4437592" y="2789882"/>
                  <a:ext cx="38310" cy="38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" h="767" extrusionOk="0">
                      <a:moveTo>
                        <a:pt x="384" y="0"/>
                      </a:moveTo>
                      <a:cubicBezTo>
                        <a:pt x="177" y="0"/>
                        <a:pt x="1" y="176"/>
                        <a:pt x="1" y="383"/>
                      </a:cubicBezTo>
                      <a:cubicBezTo>
                        <a:pt x="1" y="598"/>
                        <a:pt x="177" y="766"/>
                        <a:pt x="384" y="766"/>
                      </a:cubicBezTo>
                      <a:cubicBezTo>
                        <a:pt x="598" y="766"/>
                        <a:pt x="767" y="598"/>
                        <a:pt x="767" y="383"/>
                      </a:cubicBezTo>
                      <a:cubicBezTo>
                        <a:pt x="767" y="176"/>
                        <a:pt x="598" y="0"/>
                        <a:pt x="3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9" name="Google Shape;2449;p41"/>
                <p:cNvSpPr/>
                <p:nvPr/>
              </p:nvSpPr>
              <p:spPr>
                <a:xfrm>
                  <a:off x="4560808" y="2802868"/>
                  <a:ext cx="75421" cy="75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0" h="1510" extrusionOk="0">
                      <a:moveTo>
                        <a:pt x="759" y="1"/>
                      </a:moveTo>
                      <a:cubicBezTo>
                        <a:pt x="338" y="1"/>
                        <a:pt x="1" y="338"/>
                        <a:pt x="1" y="759"/>
                      </a:cubicBezTo>
                      <a:cubicBezTo>
                        <a:pt x="1" y="1173"/>
                        <a:pt x="338" y="1510"/>
                        <a:pt x="759" y="1510"/>
                      </a:cubicBezTo>
                      <a:cubicBezTo>
                        <a:pt x="1173" y="1510"/>
                        <a:pt x="1510" y="1173"/>
                        <a:pt x="1510" y="759"/>
                      </a:cubicBezTo>
                      <a:cubicBezTo>
                        <a:pt x="1510" y="338"/>
                        <a:pt x="1173" y="1"/>
                        <a:pt x="75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0" name="Google Shape;2450;p41"/>
                <p:cNvSpPr/>
                <p:nvPr/>
              </p:nvSpPr>
              <p:spPr>
                <a:xfrm>
                  <a:off x="7893137" y="2742138"/>
                  <a:ext cx="41007" cy="4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0" extrusionOk="0">
                      <a:moveTo>
                        <a:pt x="407" y="0"/>
                      </a:moveTo>
                      <a:cubicBezTo>
                        <a:pt x="185" y="0"/>
                        <a:pt x="1" y="184"/>
                        <a:pt x="1" y="406"/>
                      </a:cubicBezTo>
                      <a:cubicBezTo>
                        <a:pt x="1" y="636"/>
                        <a:pt x="185" y="820"/>
                        <a:pt x="407" y="820"/>
                      </a:cubicBezTo>
                      <a:cubicBezTo>
                        <a:pt x="637" y="820"/>
                        <a:pt x="820" y="636"/>
                        <a:pt x="820" y="406"/>
                      </a:cubicBezTo>
                      <a:cubicBezTo>
                        <a:pt x="820" y="184"/>
                        <a:pt x="637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1" name="Google Shape;2451;p41"/>
                <p:cNvSpPr/>
                <p:nvPr/>
              </p:nvSpPr>
              <p:spPr>
                <a:xfrm>
                  <a:off x="7743490" y="2596273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0" y="1"/>
                      </a:moveTo>
                      <a:cubicBezTo>
                        <a:pt x="368" y="1"/>
                        <a:pt x="1" y="368"/>
                        <a:pt x="1" y="820"/>
                      </a:cubicBezTo>
                      <a:cubicBezTo>
                        <a:pt x="1" y="1280"/>
                        <a:pt x="368" y="1648"/>
                        <a:pt x="820" y="1648"/>
                      </a:cubicBezTo>
                      <a:cubicBezTo>
                        <a:pt x="1272" y="1648"/>
                        <a:pt x="1648" y="1280"/>
                        <a:pt x="1648" y="820"/>
                      </a:cubicBezTo>
                      <a:cubicBezTo>
                        <a:pt x="1648" y="368"/>
                        <a:pt x="1272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2" name="Google Shape;2452;p41"/>
                <p:cNvSpPr/>
                <p:nvPr/>
              </p:nvSpPr>
              <p:spPr>
                <a:xfrm>
                  <a:off x="7471495" y="2876042"/>
                  <a:ext cx="144298" cy="12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" h="2469" extrusionOk="0">
                      <a:moveTo>
                        <a:pt x="1241" y="1"/>
                      </a:moveTo>
                      <a:cubicBezTo>
                        <a:pt x="560" y="1"/>
                        <a:pt x="8" y="552"/>
                        <a:pt x="0" y="1234"/>
                      </a:cubicBezTo>
                      <a:cubicBezTo>
                        <a:pt x="0" y="1976"/>
                        <a:pt x="612" y="2469"/>
                        <a:pt x="1250" y="2469"/>
                      </a:cubicBezTo>
                      <a:cubicBezTo>
                        <a:pt x="1553" y="2469"/>
                        <a:pt x="1863" y="2357"/>
                        <a:pt x="2115" y="2107"/>
                      </a:cubicBezTo>
                      <a:cubicBezTo>
                        <a:pt x="2889" y="1326"/>
                        <a:pt x="2337" y="1"/>
                        <a:pt x="12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3" name="Google Shape;2453;p41"/>
                <p:cNvSpPr/>
                <p:nvPr/>
              </p:nvSpPr>
              <p:spPr>
                <a:xfrm>
                  <a:off x="7157337" y="2806392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8" y="0"/>
                      </a:moveTo>
                      <a:cubicBezTo>
                        <a:pt x="369" y="0"/>
                        <a:pt x="1" y="368"/>
                        <a:pt x="1" y="827"/>
                      </a:cubicBezTo>
                      <a:cubicBezTo>
                        <a:pt x="1" y="1279"/>
                        <a:pt x="369" y="1647"/>
                        <a:pt x="828" y="1647"/>
                      </a:cubicBezTo>
                      <a:cubicBezTo>
                        <a:pt x="1280" y="1647"/>
                        <a:pt x="1648" y="1279"/>
                        <a:pt x="1648" y="827"/>
                      </a:cubicBezTo>
                      <a:cubicBezTo>
                        <a:pt x="1648" y="368"/>
                        <a:pt x="1280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4" name="Google Shape;2454;p41"/>
                <p:cNvSpPr/>
                <p:nvPr/>
              </p:nvSpPr>
              <p:spPr>
                <a:xfrm>
                  <a:off x="6845126" y="2797048"/>
                  <a:ext cx="69327" cy="73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72" extrusionOk="0">
                      <a:moveTo>
                        <a:pt x="736" y="0"/>
                      </a:moveTo>
                      <a:cubicBezTo>
                        <a:pt x="330" y="0"/>
                        <a:pt x="0" y="330"/>
                        <a:pt x="0" y="743"/>
                      </a:cubicBezTo>
                      <a:cubicBezTo>
                        <a:pt x="0" y="1142"/>
                        <a:pt x="330" y="1471"/>
                        <a:pt x="736" y="1471"/>
                      </a:cubicBezTo>
                      <a:cubicBezTo>
                        <a:pt x="1111" y="1425"/>
                        <a:pt x="1387" y="1111"/>
                        <a:pt x="1387" y="736"/>
                      </a:cubicBezTo>
                      <a:cubicBezTo>
                        <a:pt x="1387" y="360"/>
                        <a:pt x="1111" y="46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5" name="Google Shape;2455;p41"/>
                <p:cNvSpPr/>
                <p:nvPr/>
              </p:nvSpPr>
              <p:spPr>
                <a:xfrm>
                  <a:off x="6509191" y="2847401"/>
                  <a:ext cx="50946" cy="5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1020" extrusionOk="0">
                      <a:moveTo>
                        <a:pt x="513" y="1"/>
                      </a:moveTo>
                      <a:cubicBezTo>
                        <a:pt x="230" y="1"/>
                        <a:pt x="0" y="231"/>
                        <a:pt x="0" y="514"/>
                      </a:cubicBezTo>
                      <a:cubicBezTo>
                        <a:pt x="0" y="790"/>
                        <a:pt x="230" y="1020"/>
                        <a:pt x="513" y="1020"/>
                      </a:cubicBezTo>
                      <a:cubicBezTo>
                        <a:pt x="789" y="1020"/>
                        <a:pt x="1019" y="790"/>
                        <a:pt x="1019" y="514"/>
                      </a:cubicBezTo>
                      <a:cubicBezTo>
                        <a:pt x="1019" y="231"/>
                        <a:pt x="789" y="1"/>
                        <a:pt x="5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6" name="Google Shape;2456;p41"/>
                <p:cNvSpPr/>
                <p:nvPr/>
              </p:nvSpPr>
              <p:spPr>
                <a:xfrm>
                  <a:off x="6246327" y="2777777"/>
                  <a:ext cx="69677" cy="7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1403" extrusionOk="0">
                      <a:moveTo>
                        <a:pt x="697" y="0"/>
                      </a:moveTo>
                      <a:cubicBezTo>
                        <a:pt x="314" y="0"/>
                        <a:pt x="0" y="315"/>
                        <a:pt x="0" y="698"/>
                      </a:cubicBezTo>
                      <a:cubicBezTo>
                        <a:pt x="0" y="1088"/>
                        <a:pt x="314" y="1402"/>
                        <a:pt x="697" y="1402"/>
                      </a:cubicBezTo>
                      <a:cubicBezTo>
                        <a:pt x="1080" y="1402"/>
                        <a:pt x="1394" y="1088"/>
                        <a:pt x="1394" y="698"/>
                      </a:cubicBezTo>
                      <a:cubicBezTo>
                        <a:pt x="1394" y="315"/>
                        <a:pt x="1080" y="0"/>
                        <a:pt x="69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7" name="Google Shape;2457;p41"/>
                <p:cNvSpPr/>
                <p:nvPr/>
              </p:nvSpPr>
              <p:spPr>
                <a:xfrm>
                  <a:off x="7357569" y="2742138"/>
                  <a:ext cx="91004" cy="77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" h="1549" extrusionOk="0">
                      <a:moveTo>
                        <a:pt x="766" y="0"/>
                      </a:moveTo>
                      <a:cubicBezTo>
                        <a:pt x="351" y="0"/>
                        <a:pt x="6" y="342"/>
                        <a:pt x="6" y="766"/>
                      </a:cubicBezTo>
                      <a:cubicBezTo>
                        <a:pt x="1" y="1236"/>
                        <a:pt x="386" y="1549"/>
                        <a:pt x="787" y="1549"/>
                      </a:cubicBezTo>
                      <a:cubicBezTo>
                        <a:pt x="975" y="1549"/>
                        <a:pt x="1167" y="1480"/>
                        <a:pt x="1324" y="1326"/>
                      </a:cubicBezTo>
                      <a:cubicBezTo>
                        <a:pt x="1822" y="835"/>
                        <a:pt x="1477" y="0"/>
                        <a:pt x="780" y="0"/>
                      </a:cubicBezTo>
                      <a:cubicBezTo>
                        <a:pt x="775" y="0"/>
                        <a:pt x="771" y="0"/>
                        <a:pt x="76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8" name="Google Shape;2458;p41"/>
                <p:cNvSpPr/>
                <p:nvPr/>
              </p:nvSpPr>
              <p:spPr>
                <a:xfrm>
                  <a:off x="7656794" y="2783044"/>
                  <a:ext cx="86709" cy="73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6" h="1475" extrusionOk="0">
                      <a:moveTo>
                        <a:pt x="743" y="1"/>
                      </a:moveTo>
                      <a:cubicBezTo>
                        <a:pt x="740" y="1"/>
                        <a:pt x="737" y="1"/>
                        <a:pt x="734" y="1"/>
                      </a:cubicBezTo>
                      <a:cubicBezTo>
                        <a:pt x="335" y="1"/>
                        <a:pt x="6" y="330"/>
                        <a:pt x="6" y="729"/>
                      </a:cubicBezTo>
                      <a:cubicBezTo>
                        <a:pt x="1" y="1176"/>
                        <a:pt x="366" y="1475"/>
                        <a:pt x="750" y="1475"/>
                      </a:cubicBezTo>
                      <a:cubicBezTo>
                        <a:pt x="931" y="1475"/>
                        <a:pt x="1117" y="1408"/>
                        <a:pt x="1270" y="1257"/>
                      </a:cubicBezTo>
                      <a:cubicBezTo>
                        <a:pt x="1735" y="792"/>
                        <a:pt x="1403" y="1"/>
                        <a:pt x="7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9" name="Google Shape;2459;p41"/>
                <p:cNvSpPr/>
                <p:nvPr/>
              </p:nvSpPr>
              <p:spPr>
                <a:xfrm>
                  <a:off x="6047343" y="2761271"/>
                  <a:ext cx="49798" cy="49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997" extrusionOk="0">
                      <a:moveTo>
                        <a:pt x="498" y="1"/>
                      </a:moveTo>
                      <a:cubicBezTo>
                        <a:pt x="223" y="1"/>
                        <a:pt x="0" y="223"/>
                        <a:pt x="0" y="499"/>
                      </a:cubicBezTo>
                      <a:cubicBezTo>
                        <a:pt x="0" y="774"/>
                        <a:pt x="223" y="997"/>
                        <a:pt x="498" y="997"/>
                      </a:cubicBezTo>
                      <a:cubicBezTo>
                        <a:pt x="774" y="997"/>
                        <a:pt x="996" y="774"/>
                        <a:pt x="996" y="499"/>
                      </a:cubicBezTo>
                      <a:cubicBezTo>
                        <a:pt x="996" y="223"/>
                        <a:pt x="774" y="1"/>
                        <a:pt x="4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0" name="Google Shape;2460;p41"/>
                <p:cNvSpPr/>
                <p:nvPr/>
              </p:nvSpPr>
              <p:spPr>
                <a:xfrm>
                  <a:off x="5758457" y="2811017"/>
                  <a:ext cx="68928" cy="6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0" h="1380" extrusionOk="0">
                      <a:moveTo>
                        <a:pt x="690" y="1"/>
                      </a:moveTo>
                      <a:cubicBezTo>
                        <a:pt x="307" y="1"/>
                        <a:pt x="0" y="307"/>
                        <a:pt x="0" y="690"/>
                      </a:cubicBezTo>
                      <a:cubicBezTo>
                        <a:pt x="0" y="1073"/>
                        <a:pt x="307" y="1380"/>
                        <a:pt x="690" y="1380"/>
                      </a:cubicBezTo>
                      <a:cubicBezTo>
                        <a:pt x="1065" y="1380"/>
                        <a:pt x="1379" y="1073"/>
                        <a:pt x="1379" y="690"/>
                      </a:cubicBezTo>
                      <a:cubicBezTo>
                        <a:pt x="1379" y="307"/>
                        <a:pt x="1065" y="1"/>
                        <a:pt x="69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1" name="Google Shape;2461;p41"/>
                <p:cNvSpPr/>
                <p:nvPr/>
              </p:nvSpPr>
              <p:spPr>
                <a:xfrm>
                  <a:off x="5419425" y="2811017"/>
                  <a:ext cx="106039" cy="9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" h="1825" extrusionOk="0">
                      <a:moveTo>
                        <a:pt x="905" y="1"/>
                      </a:moveTo>
                      <a:cubicBezTo>
                        <a:pt x="407" y="8"/>
                        <a:pt x="1" y="407"/>
                        <a:pt x="1" y="912"/>
                      </a:cubicBezTo>
                      <a:cubicBezTo>
                        <a:pt x="1" y="1461"/>
                        <a:pt x="446" y="1825"/>
                        <a:pt x="912" y="1825"/>
                      </a:cubicBezTo>
                      <a:cubicBezTo>
                        <a:pt x="1135" y="1825"/>
                        <a:pt x="1362" y="1742"/>
                        <a:pt x="1548" y="1556"/>
                      </a:cubicBezTo>
                      <a:cubicBezTo>
                        <a:pt x="2123" y="981"/>
                        <a:pt x="1717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2" name="Google Shape;2462;p41"/>
                <p:cNvSpPr/>
                <p:nvPr/>
              </p:nvSpPr>
              <p:spPr>
                <a:xfrm>
                  <a:off x="6608283" y="2641576"/>
                  <a:ext cx="54393" cy="5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088" extrusionOk="0">
                      <a:moveTo>
                        <a:pt x="544" y="0"/>
                      </a:moveTo>
                      <a:cubicBezTo>
                        <a:pt x="245" y="0"/>
                        <a:pt x="0" y="245"/>
                        <a:pt x="0" y="544"/>
                      </a:cubicBezTo>
                      <a:cubicBezTo>
                        <a:pt x="0" y="843"/>
                        <a:pt x="245" y="1088"/>
                        <a:pt x="544" y="1088"/>
                      </a:cubicBezTo>
                      <a:cubicBezTo>
                        <a:pt x="851" y="1088"/>
                        <a:pt x="1088" y="843"/>
                        <a:pt x="1088" y="544"/>
                      </a:cubicBezTo>
                      <a:cubicBezTo>
                        <a:pt x="1088" y="245"/>
                        <a:pt x="851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3" name="Google Shape;2463;p41"/>
                <p:cNvSpPr/>
                <p:nvPr/>
              </p:nvSpPr>
              <p:spPr>
                <a:xfrm>
                  <a:off x="6713519" y="2777378"/>
                  <a:ext cx="43654" cy="44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4" h="882" extrusionOk="0">
                      <a:moveTo>
                        <a:pt x="429" y="1"/>
                      </a:moveTo>
                      <a:cubicBezTo>
                        <a:pt x="192" y="1"/>
                        <a:pt x="0" y="200"/>
                        <a:pt x="0" y="437"/>
                      </a:cubicBezTo>
                      <a:cubicBezTo>
                        <a:pt x="0" y="683"/>
                        <a:pt x="192" y="874"/>
                        <a:pt x="429" y="882"/>
                      </a:cubicBezTo>
                      <a:cubicBezTo>
                        <a:pt x="674" y="882"/>
                        <a:pt x="873" y="683"/>
                        <a:pt x="873" y="437"/>
                      </a:cubicBezTo>
                      <a:cubicBezTo>
                        <a:pt x="873" y="192"/>
                        <a:pt x="674" y="1"/>
                        <a:pt x="42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4" name="Google Shape;2464;p41"/>
                <p:cNvSpPr/>
                <p:nvPr/>
              </p:nvSpPr>
              <p:spPr>
                <a:xfrm>
                  <a:off x="6961449" y="2717590"/>
                  <a:ext cx="151940" cy="130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2606" extrusionOk="0">
                      <a:moveTo>
                        <a:pt x="1303" y="1"/>
                      </a:moveTo>
                      <a:cubicBezTo>
                        <a:pt x="583" y="1"/>
                        <a:pt x="0" y="583"/>
                        <a:pt x="0" y="1303"/>
                      </a:cubicBezTo>
                      <a:cubicBezTo>
                        <a:pt x="0" y="2086"/>
                        <a:pt x="643" y="2606"/>
                        <a:pt x="1312" y="2606"/>
                      </a:cubicBezTo>
                      <a:cubicBezTo>
                        <a:pt x="1631" y="2606"/>
                        <a:pt x="1957" y="2487"/>
                        <a:pt x="2222" y="2222"/>
                      </a:cubicBezTo>
                      <a:cubicBezTo>
                        <a:pt x="3042" y="1403"/>
                        <a:pt x="2460" y="1"/>
                        <a:pt x="130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5" name="Google Shape;2465;p41"/>
                <p:cNvSpPr/>
                <p:nvPr/>
              </p:nvSpPr>
              <p:spPr>
                <a:xfrm>
                  <a:off x="5207056" y="2717262"/>
                  <a:ext cx="44054" cy="43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0" extrusionOk="0">
                      <a:moveTo>
                        <a:pt x="441" y="0"/>
                      </a:moveTo>
                      <a:cubicBezTo>
                        <a:pt x="221" y="0"/>
                        <a:pt x="1" y="148"/>
                        <a:pt x="1" y="443"/>
                      </a:cubicBezTo>
                      <a:cubicBezTo>
                        <a:pt x="1" y="688"/>
                        <a:pt x="192" y="880"/>
                        <a:pt x="438" y="880"/>
                      </a:cubicBezTo>
                      <a:cubicBezTo>
                        <a:pt x="683" y="880"/>
                        <a:pt x="882" y="688"/>
                        <a:pt x="882" y="443"/>
                      </a:cubicBezTo>
                      <a:cubicBezTo>
                        <a:pt x="882" y="148"/>
                        <a:pt x="662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6" name="Google Shape;2466;p41"/>
                <p:cNvSpPr/>
                <p:nvPr/>
              </p:nvSpPr>
              <p:spPr>
                <a:xfrm>
                  <a:off x="5290865" y="2781042"/>
                  <a:ext cx="50547" cy="5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" h="1005" extrusionOk="0">
                      <a:moveTo>
                        <a:pt x="527" y="1"/>
                      </a:moveTo>
                      <a:cubicBezTo>
                        <a:pt x="523" y="1"/>
                        <a:pt x="518" y="1"/>
                        <a:pt x="514" y="1"/>
                      </a:cubicBezTo>
                      <a:cubicBezTo>
                        <a:pt x="231" y="1"/>
                        <a:pt x="8" y="223"/>
                        <a:pt x="8" y="507"/>
                      </a:cubicBezTo>
                      <a:cubicBezTo>
                        <a:pt x="1" y="782"/>
                        <a:pt x="231" y="1004"/>
                        <a:pt x="514" y="1004"/>
                      </a:cubicBezTo>
                      <a:cubicBezTo>
                        <a:pt x="790" y="1004"/>
                        <a:pt x="1012" y="782"/>
                        <a:pt x="1012" y="507"/>
                      </a:cubicBezTo>
                      <a:cubicBezTo>
                        <a:pt x="1012" y="228"/>
                        <a:pt x="797" y="1"/>
                        <a:pt x="52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7" name="Google Shape;2467;p41"/>
                <p:cNvSpPr/>
                <p:nvPr/>
              </p:nvSpPr>
              <p:spPr>
                <a:xfrm>
                  <a:off x="5879375" y="2714422"/>
                  <a:ext cx="76170" cy="6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360" extrusionOk="0">
                      <a:moveTo>
                        <a:pt x="760" y="0"/>
                      </a:moveTo>
                      <a:cubicBezTo>
                        <a:pt x="404" y="0"/>
                        <a:pt x="50" y="226"/>
                        <a:pt x="0" y="678"/>
                      </a:cubicBezTo>
                      <a:cubicBezTo>
                        <a:pt x="46" y="1069"/>
                        <a:pt x="368" y="1360"/>
                        <a:pt x="759" y="1360"/>
                      </a:cubicBezTo>
                      <a:cubicBezTo>
                        <a:pt x="1149" y="1360"/>
                        <a:pt x="1479" y="1069"/>
                        <a:pt x="1525" y="678"/>
                      </a:cubicBezTo>
                      <a:cubicBezTo>
                        <a:pt x="1471" y="226"/>
                        <a:pt x="1115" y="0"/>
                        <a:pt x="76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8" name="Google Shape;2468;p41"/>
                <p:cNvSpPr/>
                <p:nvPr/>
              </p:nvSpPr>
              <p:spPr>
                <a:xfrm>
                  <a:off x="4993938" y="2782990"/>
                  <a:ext cx="28370" cy="25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" h="514" extrusionOk="0">
                      <a:moveTo>
                        <a:pt x="284" y="0"/>
                      </a:moveTo>
                      <a:cubicBezTo>
                        <a:pt x="171" y="0"/>
                        <a:pt x="58" y="69"/>
                        <a:pt x="31" y="207"/>
                      </a:cubicBezTo>
                      <a:cubicBezTo>
                        <a:pt x="1" y="368"/>
                        <a:pt x="123" y="513"/>
                        <a:pt x="284" y="513"/>
                      </a:cubicBezTo>
                      <a:cubicBezTo>
                        <a:pt x="445" y="513"/>
                        <a:pt x="568" y="368"/>
                        <a:pt x="537" y="207"/>
                      </a:cubicBezTo>
                      <a:cubicBezTo>
                        <a:pt x="510" y="69"/>
                        <a:pt x="397" y="0"/>
                        <a:pt x="28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9" name="Google Shape;2469;p41"/>
                <p:cNvSpPr/>
                <p:nvPr/>
              </p:nvSpPr>
              <p:spPr>
                <a:xfrm>
                  <a:off x="5102220" y="2793329"/>
                  <a:ext cx="71625" cy="61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4" h="1228" extrusionOk="0">
                      <a:moveTo>
                        <a:pt x="614" y="0"/>
                      </a:moveTo>
                      <a:cubicBezTo>
                        <a:pt x="277" y="0"/>
                        <a:pt x="1" y="276"/>
                        <a:pt x="1" y="613"/>
                      </a:cubicBezTo>
                      <a:cubicBezTo>
                        <a:pt x="1" y="982"/>
                        <a:pt x="304" y="1228"/>
                        <a:pt x="619" y="1228"/>
                      </a:cubicBezTo>
                      <a:cubicBezTo>
                        <a:pt x="768" y="1228"/>
                        <a:pt x="920" y="1173"/>
                        <a:pt x="1043" y="1050"/>
                      </a:cubicBezTo>
                      <a:cubicBezTo>
                        <a:pt x="1433" y="659"/>
                        <a:pt x="1158" y="0"/>
                        <a:pt x="6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0" name="Google Shape;2470;p41"/>
                <p:cNvSpPr/>
                <p:nvPr/>
              </p:nvSpPr>
              <p:spPr>
                <a:xfrm>
                  <a:off x="4761840" y="2739737"/>
                  <a:ext cx="78617" cy="67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" h="1343" extrusionOk="0">
                      <a:moveTo>
                        <a:pt x="674" y="0"/>
                      </a:moveTo>
                      <a:cubicBezTo>
                        <a:pt x="670" y="0"/>
                        <a:pt x="667" y="0"/>
                        <a:pt x="664" y="1"/>
                      </a:cubicBezTo>
                      <a:cubicBezTo>
                        <a:pt x="304" y="1"/>
                        <a:pt x="5" y="299"/>
                        <a:pt x="5" y="659"/>
                      </a:cubicBezTo>
                      <a:cubicBezTo>
                        <a:pt x="0" y="1069"/>
                        <a:pt x="332" y="1342"/>
                        <a:pt x="678" y="1342"/>
                      </a:cubicBezTo>
                      <a:cubicBezTo>
                        <a:pt x="843" y="1342"/>
                        <a:pt x="1011" y="1280"/>
                        <a:pt x="1147" y="1142"/>
                      </a:cubicBezTo>
                      <a:cubicBezTo>
                        <a:pt x="1574" y="723"/>
                        <a:pt x="1273" y="0"/>
                        <a:pt x="67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2471;p41"/>
                <p:cNvSpPr/>
                <p:nvPr/>
              </p:nvSpPr>
              <p:spPr>
                <a:xfrm>
                  <a:off x="4878763" y="2806314"/>
                  <a:ext cx="28021" cy="2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53" extrusionOk="0">
                      <a:moveTo>
                        <a:pt x="277" y="1"/>
                      </a:moveTo>
                      <a:cubicBezTo>
                        <a:pt x="123" y="1"/>
                        <a:pt x="1" y="123"/>
                        <a:pt x="1" y="276"/>
                      </a:cubicBezTo>
                      <a:cubicBezTo>
                        <a:pt x="1" y="430"/>
                        <a:pt x="123" y="552"/>
                        <a:pt x="277" y="552"/>
                      </a:cubicBezTo>
                      <a:cubicBezTo>
                        <a:pt x="430" y="552"/>
                        <a:pt x="560" y="430"/>
                        <a:pt x="560" y="276"/>
                      </a:cubicBezTo>
                      <a:cubicBezTo>
                        <a:pt x="560" y="123"/>
                        <a:pt x="430" y="1"/>
                        <a:pt x="2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2472;p41"/>
                <p:cNvSpPr/>
                <p:nvPr/>
              </p:nvSpPr>
              <p:spPr>
                <a:xfrm>
                  <a:off x="5585095" y="2786144"/>
                  <a:ext cx="69327" cy="59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189" extrusionOk="0">
                      <a:moveTo>
                        <a:pt x="599" y="1"/>
                      </a:moveTo>
                      <a:cubicBezTo>
                        <a:pt x="269" y="1"/>
                        <a:pt x="1" y="269"/>
                        <a:pt x="1" y="598"/>
                      </a:cubicBezTo>
                      <a:cubicBezTo>
                        <a:pt x="1" y="954"/>
                        <a:pt x="293" y="1189"/>
                        <a:pt x="599" y="1189"/>
                      </a:cubicBezTo>
                      <a:cubicBezTo>
                        <a:pt x="747" y="1189"/>
                        <a:pt x="898" y="1134"/>
                        <a:pt x="1020" y="1012"/>
                      </a:cubicBezTo>
                      <a:cubicBezTo>
                        <a:pt x="1388" y="636"/>
                        <a:pt x="1127" y="1"/>
                        <a:pt x="5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41"/>
                <p:cNvSpPr/>
                <p:nvPr/>
              </p:nvSpPr>
              <p:spPr>
                <a:xfrm>
                  <a:off x="7146648" y="2589779"/>
                  <a:ext cx="93002" cy="9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2" h="1863" extrusionOk="0">
                      <a:moveTo>
                        <a:pt x="935" y="1"/>
                      </a:moveTo>
                      <a:cubicBezTo>
                        <a:pt x="422" y="1"/>
                        <a:pt x="0" y="415"/>
                        <a:pt x="0" y="928"/>
                      </a:cubicBezTo>
                      <a:cubicBezTo>
                        <a:pt x="0" y="1441"/>
                        <a:pt x="422" y="1863"/>
                        <a:pt x="935" y="1863"/>
                      </a:cubicBezTo>
                      <a:cubicBezTo>
                        <a:pt x="1448" y="1863"/>
                        <a:pt x="1862" y="1441"/>
                        <a:pt x="1862" y="928"/>
                      </a:cubicBezTo>
                      <a:cubicBezTo>
                        <a:pt x="1862" y="415"/>
                        <a:pt x="1448" y="1"/>
                        <a:pt x="93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41"/>
                <p:cNvSpPr/>
                <p:nvPr/>
              </p:nvSpPr>
              <p:spPr>
                <a:xfrm>
                  <a:off x="7325304" y="2691064"/>
                  <a:ext cx="32616" cy="32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" h="652" extrusionOk="0">
                      <a:moveTo>
                        <a:pt x="323" y="0"/>
                      </a:moveTo>
                      <a:cubicBezTo>
                        <a:pt x="146" y="0"/>
                        <a:pt x="1" y="146"/>
                        <a:pt x="1" y="322"/>
                      </a:cubicBezTo>
                      <a:cubicBezTo>
                        <a:pt x="1" y="506"/>
                        <a:pt x="146" y="651"/>
                        <a:pt x="323" y="651"/>
                      </a:cubicBezTo>
                      <a:cubicBezTo>
                        <a:pt x="507" y="651"/>
                        <a:pt x="652" y="506"/>
                        <a:pt x="652" y="322"/>
                      </a:cubicBezTo>
                      <a:cubicBezTo>
                        <a:pt x="652" y="146"/>
                        <a:pt x="507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41"/>
                <p:cNvSpPr/>
                <p:nvPr/>
              </p:nvSpPr>
              <p:spPr>
                <a:xfrm>
                  <a:off x="6428079" y="2696666"/>
                  <a:ext cx="94900" cy="8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7" extrusionOk="0">
                      <a:moveTo>
                        <a:pt x="812" y="0"/>
                      </a:moveTo>
                      <a:cubicBezTo>
                        <a:pt x="360" y="0"/>
                        <a:pt x="0" y="360"/>
                        <a:pt x="0" y="812"/>
                      </a:cubicBezTo>
                      <a:cubicBezTo>
                        <a:pt x="0" y="1300"/>
                        <a:pt x="401" y="1626"/>
                        <a:pt x="819" y="1626"/>
                      </a:cubicBezTo>
                      <a:cubicBezTo>
                        <a:pt x="1018" y="1626"/>
                        <a:pt x="1221" y="1552"/>
                        <a:pt x="1387" y="1387"/>
                      </a:cubicBezTo>
                      <a:cubicBezTo>
                        <a:pt x="1900" y="874"/>
                        <a:pt x="1540" y="0"/>
                        <a:pt x="8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41"/>
                <p:cNvSpPr/>
                <p:nvPr/>
              </p:nvSpPr>
              <p:spPr>
                <a:xfrm>
                  <a:off x="6191586" y="2898295"/>
                  <a:ext cx="54792" cy="5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" h="1089" extrusionOk="0">
                      <a:moveTo>
                        <a:pt x="552" y="1"/>
                      </a:moveTo>
                      <a:cubicBezTo>
                        <a:pt x="246" y="1"/>
                        <a:pt x="1" y="246"/>
                        <a:pt x="1" y="545"/>
                      </a:cubicBezTo>
                      <a:cubicBezTo>
                        <a:pt x="1" y="851"/>
                        <a:pt x="246" y="1088"/>
                        <a:pt x="552" y="1088"/>
                      </a:cubicBezTo>
                      <a:cubicBezTo>
                        <a:pt x="851" y="1088"/>
                        <a:pt x="1096" y="851"/>
                        <a:pt x="1096" y="545"/>
                      </a:cubicBezTo>
                      <a:cubicBezTo>
                        <a:pt x="1096" y="246"/>
                        <a:pt x="851" y="1"/>
                        <a:pt x="5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41"/>
                <p:cNvSpPr/>
                <p:nvPr/>
              </p:nvSpPr>
              <p:spPr>
                <a:xfrm>
                  <a:off x="4667592" y="2790232"/>
                  <a:ext cx="41357" cy="38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8" h="767" extrusionOk="0">
                      <a:moveTo>
                        <a:pt x="414" y="1"/>
                      </a:moveTo>
                      <a:cubicBezTo>
                        <a:pt x="176" y="1"/>
                        <a:pt x="0" y="215"/>
                        <a:pt x="38" y="445"/>
                      </a:cubicBezTo>
                      <a:cubicBezTo>
                        <a:pt x="69" y="660"/>
                        <a:pt x="239" y="767"/>
                        <a:pt x="411" y="767"/>
                      </a:cubicBezTo>
                      <a:cubicBezTo>
                        <a:pt x="582" y="767"/>
                        <a:pt x="755" y="660"/>
                        <a:pt x="789" y="445"/>
                      </a:cubicBezTo>
                      <a:cubicBezTo>
                        <a:pt x="827" y="215"/>
                        <a:pt x="651" y="1"/>
                        <a:pt x="4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8" name="Google Shape;2478;p41"/>
              <p:cNvGrpSpPr/>
              <p:nvPr/>
            </p:nvGrpSpPr>
            <p:grpSpPr>
              <a:xfrm>
                <a:off x="1208346" y="2308247"/>
                <a:ext cx="292825" cy="204811"/>
                <a:chOff x="2143103" y="2926128"/>
                <a:chExt cx="331776" cy="232054"/>
              </a:xfrm>
            </p:grpSpPr>
            <p:sp>
              <p:nvSpPr>
                <p:cNvPr id="2479" name="Google Shape;2479;p41"/>
                <p:cNvSpPr/>
                <p:nvPr/>
              </p:nvSpPr>
              <p:spPr>
                <a:xfrm>
                  <a:off x="2143103" y="3084513"/>
                  <a:ext cx="86209" cy="73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1475" extrusionOk="0">
                      <a:moveTo>
                        <a:pt x="974" y="1"/>
                      </a:moveTo>
                      <a:cubicBezTo>
                        <a:pt x="327" y="1"/>
                        <a:pt x="1" y="794"/>
                        <a:pt x="464" y="1257"/>
                      </a:cubicBezTo>
                      <a:cubicBezTo>
                        <a:pt x="614" y="1408"/>
                        <a:pt x="798" y="1475"/>
                        <a:pt x="979" y="1475"/>
                      </a:cubicBezTo>
                      <a:cubicBezTo>
                        <a:pt x="1360" y="1475"/>
                        <a:pt x="1725" y="1176"/>
                        <a:pt x="1720" y="729"/>
                      </a:cubicBezTo>
                      <a:cubicBezTo>
                        <a:pt x="1720" y="323"/>
                        <a:pt x="1391" y="1"/>
                        <a:pt x="992" y="1"/>
                      </a:cubicBezTo>
                      <a:cubicBezTo>
                        <a:pt x="986" y="1"/>
                        <a:pt x="980" y="1"/>
                        <a:pt x="9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41"/>
                <p:cNvSpPr/>
                <p:nvPr/>
              </p:nvSpPr>
              <p:spPr>
                <a:xfrm>
                  <a:off x="2420536" y="2926128"/>
                  <a:ext cx="54343" cy="54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096" extrusionOk="0">
                      <a:moveTo>
                        <a:pt x="544" y="0"/>
                      </a:moveTo>
                      <a:cubicBezTo>
                        <a:pt x="238" y="0"/>
                        <a:pt x="0" y="245"/>
                        <a:pt x="0" y="544"/>
                      </a:cubicBezTo>
                      <a:cubicBezTo>
                        <a:pt x="0" y="851"/>
                        <a:pt x="238" y="1096"/>
                        <a:pt x="544" y="1096"/>
                      </a:cubicBezTo>
                      <a:cubicBezTo>
                        <a:pt x="843" y="1096"/>
                        <a:pt x="1088" y="851"/>
                        <a:pt x="1088" y="544"/>
                      </a:cubicBezTo>
                      <a:cubicBezTo>
                        <a:pt x="1088" y="245"/>
                        <a:pt x="843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41"/>
                <p:cNvSpPr/>
                <p:nvPr/>
              </p:nvSpPr>
              <p:spPr>
                <a:xfrm>
                  <a:off x="2325639" y="3061930"/>
                  <a:ext cx="44054" cy="44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2" extrusionOk="0">
                      <a:moveTo>
                        <a:pt x="444" y="1"/>
                      </a:moveTo>
                      <a:cubicBezTo>
                        <a:pt x="199" y="1"/>
                        <a:pt x="0" y="200"/>
                        <a:pt x="0" y="445"/>
                      </a:cubicBezTo>
                      <a:cubicBezTo>
                        <a:pt x="0" y="683"/>
                        <a:pt x="199" y="882"/>
                        <a:pt x="444" y="882"/>
                      </a:cubicBezTo>
                      <a:cubicBezTo>
                        <a:pt x="682" y="882"/>
                        <a:pt x="881" y="683"/>
                        <a:pt x="881" y="445"/>
                      </a:cubicBezTo>
                      <a:cubicBezTo>
                        <a:pt x="881" y="200"/>
                        <a:pt x="682" y="1"/>
                        <a:pt x="4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2" name="Google Shape;2482;p41"/>
              <p:cNvGrpSpPr/>
              <p:nvPr/>
            </p:nvGrpSpPr>
            <p:grpSpPr>
              <a:xfrm>
                <a:off x="587745" y="2171550"/>
                <a:ext cx="526810" cy="376144"/>
                <a:chOff x="1006460" y="2576624"/>
                <a:chExt cx="596884" cy="426178"/>
              </a:xfrm>
            </p:grpSpPr>
            <p:sp>
              <p:nvSpPr>
                <p:cNvPr id="2483" name="Google Shape;2483;p41"/>
                <p:cNvSpPr/>
                <p:nvPr/>
              </p:nvSpPr>
              <p:spPr>
                <a:xfrm>
                  <a:off x="1006460" y="2803926"/>
                  <a:ext cx="40957" cy="41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" h="821" extrusionOk="0">
                      <a:moveTo>
                        <a:pt x="414" y="0"/>
                      </a:moveTo>
                      <a:cubicBezTo>
                        <a:pt x="184" y="0"/>
                        <a:pt x="0" y="184"/>
                        <a:pt x="0" y="414"/>
                      </a:cubicBezTo>
                      <a:cubicBezTo>
                        <a:pt x="0" y="636"/>
                        <a:pt x="184" y="820"/>
                        <a:pt x="414" y="820"/>
                      </a:cubicBezTo>
                      <a:cubicBezTo>
                        <a:pt x="636" y="820"/>
                        <a:pt x="820" y="636"/>
                        <a:pt x="820" y="414"/>
                      </a:cubicBezTo>
                      <a:cubicBezTo>
                        <a:pt x="820" y="184"/>
                        <a:pt x="636" y="0"/>
                        <a:pt x="41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41"/>
                <p:cNvSpPr/>
                <p:nvPr/>
              </p:nvSpPr>
              <p:spPr>
                <a:xfrm>
                  <a:off x="1048165" y="2576624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0" y="1"/>
                      </a:moveTo>
                      <a:cubicBezTo>
                        <a:pt x="368" y="1"/>
                        <a:pt x="0" y="368"/>
                        <a:pt x="0" y="820"/>
                      </a:cubicBezTo>
                      <a:cubicBezTo>
                        <a:pt x="0" y="1280"/>
                        <a:pt x="368" y="1648"/>
                        <a:pt x="820" y="1648"/>
                      </a:cubicBezTo>
                      <a:cubicBezTo>
                        <a:pt x="1272" y="1648"/>
                        <a:pt x="1647" y="1280"/>
                        <a:pt x="1647" y="820"/>
                      </a:cubicBezTo>
                      <a:cubicBezTo>
                        <a:pt x="1647" y="368"/>
                        <a:pt x="1272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41"/>
                <p:cNvSpPr/>
                <p:nvPr/>
              </p:nvSpPr>
              <p:spPr>
                <a:xfrm>
                  <a:off x="1457598" y="2878289"/>
                  <a:ext cx="145747" cy="124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8" h="2493" extrusionOk="0">
                      <a:moveTo>
                        <a:pt x="1663" y="1"/>
                      </a:moveTo>
                      <a:cubicBezTo>
                        <a:pt x="552" y="1"/>
                        <a:pt x="1" y="1341"/>
                        <a:pt x="790" y="2130"/>
                      </a:cubicBezTo>
                      <a:cubicBezTo>
                        <a:pt x="1043" y="2381"/>
                        <a:pt x="1352" y="2493"/>
                        <a:pt x="1656" y="2493"/>
                      </a:cubicBezTo>
                      <a:cubicBezTo>
                        <a:pt x="2300" y="2493"/>
                        <a:pt x="2917" y="1989"/>
                        <a:pt x="2912" y="1234"/>
                      </a:cubicBezTo>
                      <a:cubicBezTo>
                        <a:pt x="2904" y="552"/>
                        <a:pt x="2353" y="1"/>
                        <a:pt x="166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41"/>
                <p:cNvSpPr/>
                <p:nvPr/>
              </p:nvSpPr>
              <p:spPr>
                <a:xfrm>
                  <a:off x="1197753" y="2844431"/>
                  <a:ext cx="86159" cy="73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480" extrusionOk="0">
                      <a:moveTo>
                        <a:pt x="980" y="0"/>
                      </a:moveTo>
                      <a:cubicBezTo>
                        <a:pt x="798" y="0"/>
                        <a:pt x="612" y="67"/>
                        <a:pt x="460" y="216"/>
                      </a:cubicBezTo>
                      <a:cubicBezTo>
                        <a:pt x="1" y="683"/>
                        <a:pt x="330" y="1480"/>
                        <a:pt x="989" y="1480"/>
                      </a:cubicBezTo>
                      <a:cubicBezTo>
                        <a:pt x="1395" y="1480"/>
                        <a:pt x="1724" y="1143"/>
                        <a:pt x="1724" y="737"/>
                      </a:cubicBezTo>
                      <a:cubicBezTo>
                        <a:pt x="1724" y="291"/>
                        <a:pt x="1360" y="0"/>
                        <a:pt x="9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87" name="Google Shape;2487;p41"/>
              <p:cNvSpPr/>
              <p:nvPr/>
            </p:nvSpPr>
            <p:spPr>
              <a:xfrm>
                <a:off x="1106115" y="2232506"/>
                <a:ext cx="38881" cy="3888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41"/>
              <p:cNvSpPr/>
              <p:nvPr/>
            </p:nvSpPr>
            <p:spPr>
              <a:xfrm>
                <a:off x="187457" y="2376849"/>
                <a:ext cx="128633" cy="109898"/>
              </a:xfrm>
              <a:custGeom>
                <a:avLst/>
                <a:gdLst/>
                <a:ahLst/>
                <a:cxnLst/>
                <a:rect l="l" t="t" r="r" b="b"/>
                <a:pathLst>
                  <a:path w="2918" h="2493" extrusionOk="0">
                    <a:moveTo>
                      <a:pt x="1663" y="1"/>
                    </a:moveTo>
                    <a:cubicBezTo>
                      <a:pt x="552" y="1"/>
                      <a:pt x="1" y="1341"/>
                      <a:pt x="790" y="2130"/>
                    </a:cubicBezTo>
                    <a:cubicBezTo>
                      <a:pt x="1043" y="2381"/>
                      <a:pt x="1352" y="2493"/>
                      <a:pt x="1656" y="2493"/>
                    </a:cubicBezTo>
                    <a:cubicBezTo>
                      <a:pt x="2300" y="2493"/>
                      <a:pt x="2917" y="1989"/>
                      <a:pt x="2912" y="1234"/>
                    </a:cubicBezTo>
                    <a:cubicBezTo>
                      <a:pt x="2904" y="552"/>
                      <a:pt x="2353" y="1"/>
                      <a:pt x="16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89" name="Google Shape;2489;p41"/>
              <p:cNvGrpSpPr/>
              <p:nvPr/>
            </p:nvGrpSpPr>
            <p:grpSpPr>
              <a:xfrm>
                <a:off x="444302" y="2175047"/>
                <a:ext cx="131719" cy="731486"/>
                <a:chOff x="2192056" y="2985668"/>
                <a:chExt cx="149240" cy="828785"/>
              </a:xfrm>
            </p:grpSpPr>
            <p:sp>
              <p:nvSpPr>
                <p:cNvPr id="2490" name="Google Shape;2490;p41"/>
                <p:cNvSpPr/>
                <p:nvPr/>
              </p:nvSpPr>
              <p:spPr>
                <a:xfrm>
                  <a:off x="2205334" y="3740785"/>
                  <a:ext cx="86209" cy="73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1475" extrusionOk="0">
                      <a:moveTo>
                        <a:pt x="974" y="1"/>
                      </a:moveTo>
                      <a:cubicBezTo>
                        <a:pt x="327" y="1"/>
                        <a:pt x="1" y="794"/>
                        <a:pt x="464" y="1257"/>
                      </a:cubicBezTo>
                      <a:cubicBezTo>
                        <a:pt x="614" y="1408"/>
                        <a:pt x="798" y="1475"/>
                        <a:pt x="979" y="1475"/>
                      </a:cubicBezTo>
                      <a:cubicBezTo>
                        <a:pt x="1360" y="1475"/>
                        <a:pt x="1725" y="1176"/>
                        <a:pt x="1720" y="729"/>
                      </a:cubicBezTo>
                      <a:cubicBezTo>
                        <a:pt x="1720" y="323"/>
                        <a:pt x="1391" y="1"/>
                        <a:pt x="992" y="1"/>
                      </a:cubicBezTo>
                      <a:cubicBezTo>
                        <a:pt x="986" y="1"/>
                        <a:pt x="980" y="1"/>
                        <a:pt x="97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41"/>
                <p:cNvSpPr/>
                <p:nvPr/>
              </p:nvSpPr>
              <p:spPr>
                <a:xfrm>
                  <a:off x="2286953" y="2985668"/>
                  <a:ext cx="54343" cy="54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096" extrusionOk="0">
                      <a:moveTo>
                        <a:pt x="544" y="0"/>
                      </a:moveTo>
                      <a:cubicBezTo>
                        <a:pt x="238" y="0"/>
                        <a:pt x="0" y="245"/>
                        <a:pt x="0" y="544"/>
                      </a:cubicBezTo>
                      <a:cubicBezTo>
                        <a:pt x="0" y="851"/>
                        <a:pt x="238" y="1096"/>
                        <a:pt x="544" y="1096"/>
                      </a:cubicBezTo>
                      <a:cubicBezTo>
                        <a:pt x="843" y="1096"/>
                        <a:pt x="1088" y="851"/>
                        <a:pt x="1088" y="544"/>
                      </a:cubicBezTo>
                      <a:cubicBezTo>
                        <a:pt x="1088" y="245"/>
                        <a:pt x="843" y="0"/>
                        <a:pt x="5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41"/>
                <p:cNvSpPr/>
                <p:nvPr/>
              </p:nvSpPr>
              <p:spPr>
                <a:xfrm>
                  <a:off x="2192056" y="3121470"/>
                  <a:ext cx="44054" cy="44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2" extrusionOk="0">
                      <a:moveTo>
                        <a:pt x="444" y="1"/>
                      </a:moveTo>
                      <a:cubicBezTo>
                        <a:pt x="199" y="1"/>
                        <a:pt x="0" y="200"/>
                        <a:pt x="0" y="445"/>
                      </a:cubicBezTo>
                      <a:cubicBezTo>
                        <a:pt x="0" y="683"/>
                        <a:pt x="199" y="882"/>
                        <a:pt x="444" y="882"/>
                      </a:cubicBezTo>
                      <a:cubicBezTo>
                        <a:pt x="682" y="882"/>
                        <a:pt x="881" y="683"/>
                        <a:pt x="881" y="445"/>
                      </a:cubicBezTo>
                      <a:cubicBezTo>
                        <a:pt x="881" y="200"/>
                        <a:pt x="682" y="1"/>
                        <a:pt x="4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93" name="Google Shape;2493;p41"/>
              <p:cNvSpPr/>
              <p:nvPr/>
            </p:nvSpPr>
            <p:spPr>
              <a:xfrm>
                <a:off x="187452" y="2545031"/>
                <a:ext cx="38881" cy="38881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4" y="1"/>
                    </a:moveTo>
                    <a:cubicBezTo>
                      <a:pt x="199" y="1"/>
                      <a:pt x="0" y="200"/>
                      <a:pt x="0" y="445"/>
                    </a:cubicBezTo>
                    <a:cubicBezTo>
                      <a:pt x="0" y="683"/>
                      <a:pt x="199" y="882"/>
                      <a:pt x="444" y="882"/>
                    </a:cubicBezTo>
                    <a:cubicBezTo>
                      <a:pt x="682" y="882"/>
                      <a:pt x="881" y="683"/>
                      <a:pt x="881" y="445"/>
                    </a:cubicBezTo>
                    <a:cubicBezTo>
                      <a:pt x="881" y="200"/>
                      <a:pt x="682" y="1"/>
                      <a:pt x="4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4" name="Google Shape;2494;p41"/>
              <p:cNvGrpSpPr/>
              <p:nvPr/>
            </p:nvGrpSpPr>
            <p:grpSpPr>
              <a:xfrm>
                <a:off x="59238" y="2625981"/>
                <a:ext cx="385060" cy="155079"/>
                <a:chOff x="2829390" y="3718201"/>
                <a:chExt cx="436279" cy="175707"/>
              </a:xfrm>
            </p:grpSpPr>
            <p:sp>
              <p:nvSpPr>
                <p:cNvPr id="2495" name="Google Shape;2495;p41"/>
                <p:cNvSpPr/>
                <p:nvPr/>
              </p:nvSpPr>
              <p:spPr>
                <a:xfrm>
                  <a:off x="2829390" y="3718201"/>
                  <a:ext cx="69727" cy="7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6" h="1403" extrusionOk="0">
                      <a:moveTo>
                        <a:pt x="698" y="1"/>
                      </a:moveTo>
                      <a:cubicBezTo>
                        <a:pt x="315" y="1"/>
                        <a:pt x="1" y="315"/>
                        <a:pt x="1" y="698"/>
                      </a:cubicBezTo>
                      <a:cubicBezTo>
                        <a:pt x="1" y="1089"/>
                        <a:pt x="315" y="1403"/>
                        <a:pt x="698" y="1403"/>
                      </a:cubicBezTo>
                      <a:cubicBezTo>
                        <a:pt x="1081" y="1403"/>
                        <a:pt x="1395" y="1089"/>
                        <a:pt x="1395" y="698"/>
                      </a:cubicBezTo>
                      <a:cubicBezTo>
                        <a:pt x="1395" y="315"/>
                        <a:pt x="1081" y="1"/>
                        <a:pt x="6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41"/>
                <p:cNvSpPr/>
                <p:nvPr/>
              </p:nvSpPr>
              <p:spPr>
                <a:xfrm>
                  <a:off x="3047903" y="3839119"/>
                  <a:ext cx="49798" cy="49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997" extrusionOk="0">
                      <a:moveTo>
                        <a:pt x="498" y="1"/>
                      </a:moveTo>
                      <a:cubicBezTo>
                        <a:pt x="222" y="1"/>
                        <a:pt x="0" y="223"/>
                        <a:pt x="0" y="499"/>
                      </a:cubicBezTo>
                      <a:cubicBezTo>
                        <a:pt x="0" y="774"/>
                        <a:pt x="222" y="997"/>
                        <a:pt x="498" y="997"/>
                      </a:cubicBezTo>
                      <a:cubicBezTo>
                        <a:pt x="774" y="997"/>
                        <a:pt x="996" y="774"/>
                        <a:pt x="996" y="499"/>
                      </a:cubicBezTo>
                      <a:cubicBezTo>
                        <a:pt x="996" y="223"/>
                        <a:pt x="774" y="1"/>
                        <a:pt x="4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41"/>
                <p:cNvSpPr/>
                <p:nvPr/>
              </p:nvSpPr>
              <p:spPr>
                <a:xfrm>
                  <a:off x="3177212" y="3788225"/>
                  <a:ext cx="88457" cy="7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513" extrusionOk="0">
                      <a:moveTo>
                        <a:pt x="1026" y="1"/>
                      </a:moveTo>
                      <a:cubicBezTo>
                        <a:pt x="1021" y="1"/>
                        <a:pt x="1017" y="1"/>
                        <a:pt x="1012" y="1"/>
                      </a:cubicBezTo>
                      <a:cubicBezTo>
                        <a:pt x="338" y="1"/>
                        <a:pt x="1" y="805"/>
                        <a:pt x="476" y="1288"/>
                      </a:cubicBezTo>
                      <a:cubicBezTo>
                        <a:pt x="628" y="1443"/>
                        <a:pt x="818" y="1512"/>
                        <a:pt x="1005" y="1512"/>
                      </a:cubicBezTo>
                      <a:cubicBezTo>
                        <a:pt x="1391" y="1512"/>
                        <a:pt x="1765" y="1216"/>
                        <a:pt x="1770" y="767"/>
                      </a:cubicBezTo>
                      <a:cubicBezTo>
                        <a:pt x="1770" y="343"/>
                        <a:pt x="1441" y="1"/>
                        <a:pt x="102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41"/>
                <p:cNvSpPr/>
                <p:nvPr/>
              </p:nvSpPr>
              <p:spPr>
                <a:xfrm>
                  <a:off x="2899064" y="3839119"/>
                  <a:ext cx="54742" cy="54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1097" extrusionOk="0">
                      <a:moveTo>
                        <a:pt x="552" y="1"/>
                      </a:moveTo>
                      <a:cubicBezTo>
                        <a:pt x="245" y="1"/>
                        <a:pt x="0" y="246"/>
                        <a:pt x="0" y="552"/>
                      </a:cubicBezTo>
                      <a:cubicBezTo>
                        <a:pt x="0" y="851"/>
                        <a:pt x="245" y="1096"/>
                        <a:pt x="552" y="1096"/>
                      </a:cubicBezTo>
                      <a:cubicBezTo>
                        <a:pt x="851" y="1096"/>
                        <a:pt x="1096" y="851"/>
                        <a:pt x="1096" y="552"/>
                      </a:cubicBezTo>
                      <a:cubicBezTo>
                        <a:pt x="1096" y="246"/>
                        <a:pt x="851" y="1"/>
                        <a:pt x="5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9" name="Google Shape;2499;p41"/>
              <p:cNvGrpSpPr/>
              <p:nvPr/>
            </p:nvGrpSpPr>
            <p:grpSpPr>
              <a:xfrm>
                <a:off x="7650178" y="2258224"/>
                <a:ext cx="452592" cy="225963"/>
                <a:chOff x="6047343" y="3000229"/>
                <a:chExt cx="512795" cy="256019"/>
              </a:xfrm>
            </p:grpSpPr>
            <p:sp>
              <p:nvSpPr>
                <p:cNvPr id="2500" name="Google Shape;2500;p41"/>
                <p:cNvSpPr/>
                <p:nvPr/>
              </p:nvSpPr>
              <p:spPr>
                <a:xfrm>
                  <a:off x="6509191" y="3150964"/>
                  <a:ext cx="50946" cy="5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1020" extrusionOk="0">
                      <a:moveTo>
                        <a:pt x="513" y="1"/>
                      </a:moveTo>
                      <a:cubicBezTo>
                        <a:pt x="230" y="1"/>
                        <a:pt x="0" y="231"/>
                        <a:pt x="0" y="514"/>
                      </a:cubicBezTo>
                      <a:cubicBezTo>
                        <a:pt x="0" y="790"/>
                        <a:pt x="230" y="1020"/>
                        <a:pt x="513" y="1020"/>
                      </a:cubicBezTo>
                      <a:cubicBezTo>
                        <a:pt x="789" y="1020"/>
                        <a:pt x="1019" y="790"/>
                        <a:pt x="1019" y="514"/>
                      </a:cubicBezTo>
                      <a:cubicBezTo>
                        <a:pt x="1019" y="231"/>
                        <a:pt x="789" y="1"/>
                        <a:pt x="5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41"/>
                <p:cNvSpPr/>
                <p:nvPr/>
              </p:nvSpPr>
              <p:spPr>
                <a:xfrm>
                  <a:off x="6246327" y="3081340"/>
                  <a:ext cx="69677" cy="7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" h="1403" extrusionOk="0">
                      <a:moveTo>
                        <a:pt x="697" y="0"/>
                      </a:moveTo>
                      <a:cubicBezTo>
                        <a:pt x="314" y="0"/>
                        <a:pt x="0" y="315"/>
                        <a:pt x="0" y="698"/>
                      </a:cubicBezTo>
                      <a:cubicBezTo>
                        <a:pt x="0" y="1088"/>
                        <a:pt x="314" y="1402"/>
                        <a:pt x="697" y="1402"/>
                      </a:cubicBezTo>
                      <a:cubicBezTo>
                        <a:pt x="1080" y="1402"/>
                        <a:pt x="1394" y="1088"/>
                        <a:pt x="1394" y="698"/>
                      </a:cubicBezTo>
                      <a:cubicBezTo>
                        <a:pt x="1394" y="315"/>
                        <a:pt x="1080" y="0"/>
                        <a:pt x="69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41"/>
                <p:cNvSpPr/>
                <p:nvPr/>
              </p:nvSpPr>
              <p:spPr>
                <a:xfrm>
                  <a:off x="6047343" y="3183164"/>
                  <a:ext cx="49798" cy="49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997" extrusionOk="0">
                      <a:moveTo>
                        <a:pt x="498" y="1"/>
                      </a:moveTo>
                      <a:cubicBezTo>
                        <a:pt x="223" y="1"/>
                        <a:pt x="0" y="223"/>
                        <a:pt x="0" y="499"/>
                      </a:cubicBezTo>
                      <a:cubicBezTo>
                        <a:pt x="0" y="774"/>
                        <a:pt x="223" y="997"/>
                        <a:pt x="498" y="997"/>
                      </a:cubicBezTo>
                      <a:cubicBezTo>
                        <a:pt x="774" y="997"/>
                        <a:pt x="996" y="774"/>
                        <a:pt x="996" y="499"/>
                      </a:cubicBezTo>
                      <a:cubicBezTo>
                        <a:pt x="996" y="223"/>
                        <a:pt x="774" y="1"/>
                        <a:pt x="4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41"/>
                <p:cNvSpPr/>
                <p:nvPr/>
              </p:nvSpPr>
              <p:spPr>
                <a:xfrm>
                  <a:off x="6428079" y="3000229"/>
                  <a:ext cx="94900" cy="81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7" extrusionOk="0">
                      <a:moveTo>
                        <a:pt x="812" y="0"/>
                      </a:moveTo>
                      <a:cubicBezTo>
                        <a:pt x="360" y="0"/>
                        <a:pt x="0" y="360"/>
                        <a:pt x="0" y="812"/>
                      </a:cubicBezTo>
                      <a:cubicBezTo>
                        <a:pt x="0" y="1300"/>
                        <a:pt x="401" y="1626"/>
                        <a:pt x="819" y="1626"/>
                      </a:cubicBezTo>
                      <a:cubicBezTo>
                        <a:pt x="1018" y="1626"/>
                        <a:pt x="1221" y="1552"/>
                        <a:pt x="1387" y="1387"/>
                      </a:cubicBezTo>
                      <a:cubicBezTo>
                        <a:pt x="1900" y="874"/>
                        <a:pt x="1540" y="0"/>
                        <a:pt x="8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41"/>
                <p:cNvSpPr/>
                <p:nvPr/>
              </p:nvSpPr>
              <p:spPr>
                <a:xfrm>
                  <a:off x="6191586" y="3201859"/>
                  <a:ext cx="54792" cy="5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" h="1089" extrusionOk="0">
                      <a:moveTo>
                        <a:pt x="552" y="1"/>
                      </a:moveTo>
                      <a:cubicBezTo>
                        <a:pt x="246" y="1"/>
                        <a:pt x="1" y="246"/>
                        <a:pt x="1" y="545"/>
                      </a:cubicBezTo>
                      <a:cubicBezTo>
                        <a:pt x="1" y="851"/>
                        <a:pt x="246" y="1088"/>
                        <a:pt x="552" y="1088"/>
                      </a:cubicBezTo>
                      <a:cubicBezTo>
                        <a:pt x="851" y="1088"/>
                        <a:pt x="1096" y="851"/>
                        <a:pt x="1096" y="545"/>
                      </a:cubicBezTo>
                      <a:cubicBezTo>
                        <a:pt x="1096" y="246"/>
                        <a:pt x="851" y="1"/>
                        <a:pt x="5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5" name="Google Shape;2505;p41"/>
              <p:cNvGrpSpPr/>
              <p:nvPr/>
            </p:nvGrpSpPr>
            <p:grpSpPr>
              <a:xfrm>
                <a:off x="8197468" y="2118441"/>
                <a:ext cx="533266" cy="240385"/>
                <a:chOff x="6509191" y="2929549"/>
                <a:chExt cx="604199" cy="272360"/>
              </a:xfrm>
            </p:grpSpPr>
            <p:sp>
              <p:nvSpPr>
                <p:cNvPr id="2506" name="Google Shape;2506;p41"/>
                <p:cNvSpPr/>
                <p:nvPr/>
              </p:nvSpPr>
              <p:spPr>
                <a:xfrm>
                  <a:off x="6845126" y="3100611"/>
                  <a:ext cx="69327" cy="73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72" extrusionOk="0">
                      <a:moveTo>
                        <a:pt x="736" y="0"/>
                      </a:moveTo>
                      <a:cubicBezTo>
                        <a:pt x="330" y="0"/>
                        <a:pt x="0" y="330"/>
                        <a:pt x="0" y="743"/>
                      </a:cubicBezTo>
                      <a:cubicBezTo>
                        <a:pt x="0" y="1142"/>
                        <a:pt x="330" y="1471"/>
                        <a:pt x="736" y="1471"/>
                      </a:cubicBezTo>
                      <a:cubicBezTo>
                        <a:pt x="1111" y="1425"/>
                        <a:pt x="1387" y="1111"/>
                        <a:pt x="1387" y="736"/>
                      </a:cubicBezTo>
                      <a:cubicBezTo>
                        <a:pt x="1387" y="360"/>
                        <a:pt x="1111" y="46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41"/>
                <p:cNvSpPr/>
                <p:nvPr/>
              </p:nvSpPr>
              <p:spPr>
                <a:xfrm>
                  <a:off x="6509191" y="3150964"/>
                  <a:ext cx="50946" cy="5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1020" extrusionOk="0">
                      <a:moveTo>
                        <a:pt x="513" y="1"/>
                      </a:moveTo>
                      <a:cubicBezTo>
                        <a:pt x="230" y="1"/>
                        <a:pt x="0" y="231"/>
                        <a:pt x="0" y="514"/>
                      </a:cubicBezTo>
                      <a:cubicBezTo>
                        <a:pt x="0" y="790"/>
                        <a:pt x="230" y="1020"/>
                        <a:pt x="513" y="1020"/>
                      </a:cubicBezTo>
                      <a:cubicBezTo>
                        <a:pt x="789" y="1020"/>
                        <a:pt x="1019" y="790"/>
                        <a:pt x="1019" y="514"/>
                      </a:cubicBezTo>
                      <a:cubicBezTo>
                        <a:pt x="1019" y="231"/>
                        <a:pt x="789" y="1"/>
                        <a:pt x="51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41"/>
                <p:cNvSpPr/>
                <p:nvPr/>
              </p:nvSpPr>
              <p:spPr>
                <a:xfrm>
                  <a:off x="6713519" y="3080941"/>
                  <a:ext cx="43654" cy="44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4" h="882" extrusionOk="0">
                      <a:moveTo>
                        <a:pt x="429" y="1"/>
                      </a:moveTo>
                      <a:cubicBezTo>
                        <a:pt x="192" y="1"/>
                        <a:pt x="0" y="200"/>
                        <a:pt x="0" y="437"/>
                      </a:cubicBezTo>
                      <a:cubicBezTo>
                        <a:pt x="0" y="683"/>
                        <a:pt x="192" y="874"/>
                        <a:pt x="429" y="882"/>
                      </a:cubicBezTo>
                      <a:cubicBezTo>
                        <a:pt x="674" y="882"/>
                        <a:pt x="873" y="683"/>
                        <a:pt x="873" y="437"/>
                      </a:cubicBezTo>
                      <a:cubicBezTo>
                        <a:pt x="873" y="192"/>
                        <a:pt x="674" y="1"/>
                        <a:pt x="42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41"/>
                <p:cNvSpPr/>
                <p:nvPr/>
              </p:nvSpPr>
              <p:spPr>
                <a:xfrm>
                  <a:off x="6961449" y="2929549"/>
                  <a:ext cx="151940" cy="130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2606" extrusionOk="0">
                      <a:moveTo>
                        <a:pt x="1303" y="1"/>
                      </a:moveTo>
                      <a:cubicBezTo>
                        <a:pt x="583" y="1"/>
                        <a:pt x="0" y="583"/>
                        <a:pt x="0" y="1303"/>
                      </a:cubicBezTo>
                      <a:cubicBezTo>
                        <a:pt x="0" y="2086"/>
                        <a:pt x="643" y="2606"/>
                        <a:pt x="1312" y="2606"/>
                      </a:cubicBezTo>
                      <a:cubicBezTo>
                        <a:pt x="1631" y="2606"/>
                        <a:pt x="1957" y="2487"/>
                        <a:pt x="2222" y="2222"/>
                      </a:cubicBezTo>
                      <a:cubicBezTo>
                        <a:pt x="3042" y="1403"/>
                        <a:pt x="2460" y="1"/>
                        <a:pt x="130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0" name="Google Shape;2510;p41"/>
              <p:cNvGrpSpPr/>
              <p:nvPr/>
            </p:nvGrpSpPr>
            <p:grpSpPr>
              <a:xfrm>
                <a:off x="8308380" y="2019695"/>
                <a:ext cx="244789" cy="101123"/>
                <a:chOff x="7656794" y="2760833"/>
                <a:chExt cx="277350" cy="114574"/>
              </a:xfrm>
            </p:grpSpPr>
            <p:sp>
              <p:nvSpPr>
                <p:cNvPr id="2511" name="Google Shape;2511;p41"/>
                <p:cNvSpPr/>
                <p:nvPr/>
              </p:nvSpPr>
              <p:spPr>
                <a:xfrm>
                  <a:off x="7893137" y="2760833"/>
                  <a:ext cx="41007" cy="4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0" extrusionOk="0">
                      <a:moveTo>
                        <a:pt x="407" y="0"/>
                      </a:moveTo>
                      <a:cubicBezTo>
                        <a:pt x="185" y="0"/>
                        <a:pt x="1" y="184"/>
                        <a:pt x="1" y="406"/>
                      </a:cubicBezTo>
                      <a:cubicBezTo>
                        <a:pt x="1" y="636"/>
                        <a:pt x="185" y="820"/>
                        <a:pt x="407" y="820"/>
                      </a:cubicBezTo>
                      <a:cubicBezTo>
                        <a:pt x="637" y="820"/>
                        <a:pt x="820" y="636"/>
                        <a:pt x="820" y="406"/>
                      </a:cubicBezTo>
                      <a:cubicBezTo>
                        <a:pt x="820" y="184"/>
                        <a:pt x="637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41"/>
                <p:cNvSpPr/>
                <p:nvPr/>
              </p:nvSpPr>
              <p:spPr>
                <a:xfrm>
                  <a:off x="7656794" y="2801738"/>
                  <a:ext cx="86709" cy="73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6" h="1475" extrusionOk="0">
                      <a:moveTo>
                        <a:pt x="743" y="1"/>
                      </a:moveTo>
                      <a:cubicBezTo>
                        <a:pt x="740" y="1"/>
                        <a:pt x="737" y="1"/>
                        <a:pt x="734" y="1"/>
                      </a:cubicBezTo>
                      <a:cubicBezTo>
                        <a:pt x="335" y="1"/>
                        <a:pt x="6" y="330"/>
                        <a:pt x="6" y="729"/>
                      </a:cubicBezTo>
                      <a:cubicBezTo>
                        <a:pt x="1" y="1176"/>
                        <a:pt x="366" y="1475"/>
                        <a:pt x="750" y="1475"/>
                      </a:cubicBezTo>
                      <a:cubicBezTo>
                        <a:pt x="931" y="1475"/>
                        <a:pt x="1117" y="1408"/>
                        <a:pt x="1270" y="1257"/>
                      </a:cubicBezTo>
                      <a:cubicBezTo>
                        <a:pt x="1735" y="792"/>
                        <a:pt x="1403" y="1"/>
                        <a:pt x="7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3" name="Google Shape;2513;p41"/>
              <p:cNvGrpSpPr/>
              <p:nvPr/>
            </p:nvGrpSpPr>
            <p:grpSpPr>
              <a:xfrm>
                <a:off x="7650166" y="2522589"/>
                <a:ext cx="118582" cy="100594"/>
                <a:chOff x="5207056" y="3279309"/>
                <a:chExt cx="134356" cy="113975"/>
              </a:xfrm>
            </p:grpSpPr>
            <p:sp>
              <p:nvSpPr>
                <p:cNvPr id="2514" name="Google Shape;2514;p41"/>
                <p:cNvSpPr/>
                <p:nvPr/>
              </p:nvSpPr>
              <p:spPr>
                <a:xfrm>
                  <a:off x="5207056" y="3279309"/>
                  <a:ext cx="44054" cy="43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0" extrusionOk="0">
                      <a:moveTo>
                        <a:pt x="441" y="0"/>
                      </a:moveTo>
                      <a:cubicBezTo>
                        <a:pt x="221" y="0"/>
                        <a:pt x="1" y="148"/>
                        <a:pt x="1" y="443"/>
                      </a:cubicBezTo>
                      <a:cubicBezTo>
                        <a:pt x="1" y="688"/>
                        <a:pt x="192" y="880"/>
                        <a:pt x="438" y="880"/>
                      </a:cubicBezTo>
                      <a:cubicBezTo>
                        <a:pt x="683" y="880"/>
                        <a:pt x="882" y="688"/>
                        <a:pt x="882" y="443"/>
                      </a:cubicBezTo>
                      <a:cubicBezTo>
                        <a:pt x="882" y="148"/>
                        <a:pt x="662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41"/>
                <p:cNvSpPr/>
                <p:nvPr/>
              </p:nvSpPr>
              <p:spPr>
                <a:xfrm>
                  <a:off x="5290865" y="3343089"/>
                  <a:ext cx="50547" cy="5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" h="1005" extrusionOk="0">
                      <a:moveTo>
                        <a:pt x="527" y="1"/>
                      </a:moveTo>
                      <a:cubicBezTo>
                        <a:pt x="523" y="1"/>
                        <a:pt x="518" y="1"/>
                        <a:pt x="514" y="1"/>
                      </a:cubicBezTo>
                      <a:cubicBezTo>
                        <a:pt x="231" y="1"/>
                        <a:pt x="8" y="223"/>
                        <a:pt x="8" y="507"/>
                      </a:cubicBezTo>
                      <a:cubicBezTo>
                        <a:pt x="1" y="782"/>
                        <a:pt x="231" y="1004"/>
                        <a:pt x="514" y="1004"/>
                      </a:cubicBezTo>
                      <a:cubicBezTo>
                        <a:pt x="790" y="1004"/>
                        <a:pt x="1012" y="782"/>
                        <a:pt x="1012" y="507"/>
                      </a:cubicBezTo>
                      <a:cubicBezTo>
                        <a:pt x="1012" y="228"/>
                        <a:pt x="797" y="1"/>
                        <a:pt x="52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6" name="Google Shape;2516;p41"/>
              <p:cNvGrpSpPr/>
              <p:nvPr/>
            </p:nvGrpSpPr>
            <p:grpSpPr>
              <a:xfrm>
                <a:off x="8566766" y="2531689"/>
                <a:ext cx="118582" cy="100594"/>
                <a:chOff x="5083529" y="3989625"/>
                <a:chExt cx="134356" cy="113975"/>
              </a:xfrm>
            </p:grpSpPr>
            <p:sp>
              <p:nvSpPr>
                <p:cNvPr id="2517" name="Google Shape;2517;p41"/>
                <p:cNvSpPr/>
                <p:nvPr/>
              </p:nvSpPr>
              <p:spPr>
                <a:xfrm>
                  <a:off x="5083529" y="3989625"/>
                  <a:ext cx="44054" cy="43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880" extrusionOk="0">
                      <a:moveTo>
                        <a:pt x="441" y="0"/>
                      </a:moveTo>
                      <a:cubicBezTo>
                        <a:pt x="221" y="0"/>
                        <a:pt x="1" y="148"/>
                        <a:pt x="1" y="443"/>
                      </a:cubicBezTo>
                      <a:cubicBezTo>
                        <a:pt x="1" y="688"/>
                        <a:pt x="192" y="880"/>
                        <a:pt x="438" y="880"/>
                      </a:cubicBezTo>
                      <a:cubicBezTo>
                        <a:pt x="683" y="880"/>
                        <a:pt x="882" y="688"/>
                        <a:pt x="882" y="443"/>
                      </a:cubicBezTo>
                      <a:cubicBezTo>
                        <a:pt x="882" y="148"/>
                        <a:pt x="662" y="0"/>
                        <a:pt x="4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8" name="Google Shape;2518;p41"/>
                <p:cNvSpPr/>
                <p:nvPr/>
              </p:nvSpPr>
              <p:spPr>
                <a:xfrm>
                  <a:off x="5167338" y="4053405"/>
                  <a:ext cx="50547" cy="50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" h="1005" extrusionOk="0">
                      <a:moveTo>
                        <a:pt x="527" y="1"/>
                      </a:moveTo>
                      <a:cubicBezTo>
                        <a:pt x="523" y="1"/>
                        <a:pt x="518" y="1"/>
                        <a:pt x="514" y="1"/>
                      </a:cubicBezTo>
                      <a:cubicBezTo>
                        <a:pt x="231" y="1"/>
                        <a:pt x="8" y="223"/>
                        <a:pt x="8" y="507"/>
                      </a:cubicBezTo>
                      <a:cubicBezTo>
                        <a:pt x="1" y="782"/>
                        <a:pt x="231" y="1004"/>
                        <a:pt x="514" y="1004"/>
                      </a:cubicBezTo>
                      <a:cubicBezTo>
                        <a:pt x="790" y="1004"/>
                        <a:pt x="1012" y="782"/>
                        <a:pt x="1012" y="507"/>
                      </a:cubicBezTo>
                      <a:cubicBezTo>
                        <a:pt x="1012" y="228"/>
                        <a:pt x="797" y="1"/>
                        <a:pt x="52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9" name="Google Shape;2519;p41"/>
              <p:cNvGrpSpPr/>
              <p:nvPr/>
            </p:nvGrpSpPr>
            <p:grpSpPr>
              <a:xfrm>
                <a:off x="8738757" y="2441582"/>
                <a:ext cx="298922" cy="333338"/>
                <a:chOff x="5634930" y="3634472"/>
                <a:chExt cx="338684" cy="377677"/>
              </a:xfrm>
            </p:grpSpPr>
            <p:sp>
              <p:nvSpPr>
                <p:cNvPr id="2520" name="Google Shape;2520;p41"/>
                <p:cNvSpPr/>
                <p:nvPr/>
              </p:nvSpPr>
              <p:spPr>
                <a:xfrm>
                  <a:off x="5923816" y="3893480"/>
                  <a:ext cx="49798" cy="49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" h="997" extrusionOk="0">
                      <a:moveTo>
                        <a:pt x="498" y="1"/>
                      </a:moveTo>
                      <a:cubicBezTo>
                        <a:pt x="223" y="1"/>
                        <a:pt x="0" y="223"/>
                        <a:pt x="0" y="499"/>
                      </a:cubicBezTo>
                      <a:cubicBezTo>
                        <a:pt x="0" y="774"/>
                        <a:pt x="223" y="997"/>
                        <a:pt x="498" y="997"/>
                      </a:cubicBezTo>
                      <a:cubicBezTo>
                        <a:pt x="774" y="997"/>
                        <a:pt x="996" y="774"/>
                        <a:pt x="996" y="499"/>
                      </a:cubicBezTo>
                      <a:cubicBezTo>
                        <a:pt x="996" y="223"/>
                        <a:pt x="774" y="1"/>
                        <a:pt x="49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2521;p41"/>
                <p:cNvSpPr/>
                <p:nvPr/>
              </p:nvSpPr>
              <p:spPr>
                <a:xfrm>
                  <a:off x="5634930" y="3943226"/>
                  <a:ext cx="68928" cy="6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0" h="1380" extrusionOk="0">
                      <a:moveTo>
                        <a:pt x="690" y="1"/>
                      </a:moveTo>
                      <a:cubicBezTo>
                        <a:pt x="307" y="1"/>
                        <a:pt x="0" y="307"/>
                        <a:pt x="0" y="690"/>
                      </a:cubicBezTo>
                      <a:cubicBezTo>
                        <a:pt x="0" y="1073"/>
                        <a:pt x="307" y="1380"/>
                        <a:pt x="690" y="1380"/>
                      </a:cubicBezTo>
                      <a:cubicBezTo>
                        <a:pt x="1065" y="1380"/>
                        <a:pt x="1379" y="1073"/>
                        <a:pt x="1379" y="690"/>
                      </a:cubicBezTo>
                      <a:cubicBezTo>
                        <a:pt x="1379" y="307"/>
                        <a:pt x="1065" y="1"/>
                        <a:pt x="69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2522;p41"/>
                <p:cNvSpPr/>
                <p:nvPr/>
              </p:nvSpPr>
              <p:spPr>
                <a:xfrm>
                  <a:off x="5755848" y="3846631"/>
                  <a:ext cx="76170" cy="6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360" extrusionOk="0">
                      <a:moveTo>
                        <a:pt x="760" y="0"/>
                      </a:moveTo>
                      <a:cubicBezTo>
                        <a:pt x="404" y="0"/>
                        <a:pt x="50" y="226"/>
                        <a:pt x="0" y="678"/>
                      </a:cubicBezTo>
                      <a:cubicBezTo>
                        <a:pt x="46" y="1069"/>
                        <a:pt x="368" y="1360"/>
                        <a:pt x="759" y="1360"/>
                      </a:cubicBezTo>
                      <a:cubicBezTo>
                        <a:pt x="1149" y="1360"/>
                        <a:pt x="1479" y="1069"/>
                        <a:pt x="1525" y="678"/>
                      </a:cubicBezTo>
                      <a:cubicBezTo>
                        <a:pt x="1471" y="226"/>
                        <a:pt x="1115" y="0"/>
                        <a:pt x="76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41"/>
                <p:cNvSpPr/>
                <p:nvPr/>
              </p:nvSpPr>
              <p:spPr>
                <a:xfrm>
                  <a:off x="5722716" y="3634472"/>
                  <a:ext cx="54792" cy="5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" h="1089" extrusionOk="0">
                      <a:moveTo>
                        <a:pt x="552" y="1"/>
                      </a:moveTo>
                      <a:cubicBezTo>
                        <a:pt x="246" y="1"/>
                        <a:pt x="1" y="246"/>
                        <a:pt x="1" y="545"/>
                      </a:cubicBezTo>
                      <a:cubicBezTo>
                        <a:pt x="1" y="851"/>
                        <a:pt x="246" y="1088"/>
                        <a:pt x="552" y="1088"/>
                      </a:cubicBezTo>
                      <a:cubicBezTo>
                        <a:pt x="851" y="1088"/>
                        <a:pt x="1096" y="851"/>
                        <a:pt x="1096" y="545"/>
                      </a:cubicBezTo>
                      <a:cubicBezTo>
                        <a:pt x="1096" y="246"/>
                        <a:pt x="851" y="1"/>
                        <a:pt x="55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24" name="Google Shape;2524;p41"/>
            <p:cNvGrpSpPr/>
            <p:nvPr/>
          </p:nvGrpSpPr>
          <p:grpSpPr>
            <a:xfrm>
              <a:off x="8156235" y="4336257"/>
              <a:ext cx="323331" cy="171273"/>
              <a:chOff x="7370798" y="2419682"/>
              <a:chExt cx="323331" cy="171273"/>
            </a:xfrm>
          </p:grpSpPr>
          <p:grpSp>
            <p:nvGrpSpPr>
              <p:cNvPr id="2525" name="Google Shape;2525;p41"/>
              <p:cNvGrpSpPr/>
              <p:nvPr/>
            </p:nvGrpSpPr>
            <p:grpSpPr>
              <a:xfrm>
                <a:off x="7370798" y="2426067"/>
                <a:ext cx="168271" cy="164888"/>
                <a:chOff x="7743490" y="2596273"/>
                <a:chExt cx="190654" cy="186821"/>
              </a:xfrm>
            </p:grpSpPr>
            <p:sp>
              <p:nvSpPr>
                <p:cNvPr id="2526" name="Google Shape;2526;p41"/>
                <p:cNvSpPr/>
                <p:nvPr/>
              </p:nvSpPr>
              <p:spPr>
                <a:xfrm>
                  <a:off x="7893137" y="2742138"/>
                  <a:ext cx="41007" cy="40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0" extrusionOk="0">
                      <a:moveTo>
                        <a:pt x="407" y="0"/>
                      </a:moveTo>
                      <a:cubicBezTo>
                        <a:pt x="185" y="0"/>
                        <a:pt x="1" y="184"/>
                        <a:pt x="1" y="406"/>
                      </a:cubicBezTo>
                      <a:cubicBezTo>
                        <a:pt x="1" y="636"/>
                        <a:pt x="185" y="820"/>
                        <a:pt x="407" y="820"/>
                      </a:cubicBezTo>
                      <a:cubicBezTo>
                        <a:pt x="637" y="820"/>
                        <a:pt x="820" y="636"/>
                        <a:pt x="820" y="406"/>
                      </a:cubicBezTo>
                      <a:cubicBezTo>
                        <a:pt x="820" y="184"/>
                        <a:pt x="637" y="0"/>
                        <a:pt x="40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41"/>
                <p:cNvSpPr/>
                <p:nvPr/>
              </p:nvSpPr>
              <p:spPr>
                <a:xfrm>
                  <a:off x="7743490" y="2596273"/>
                  <a:ext cx="82313" cy="8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" h="1648" extrusionOk="0">
                      <a:moveTo>
                        <a:pt x="820" y="1"/>
                      </a:moveTo>
                      <a:cubicBezTo>
                        <a:pt x="368" y="1"/>
                        <a:pt x="1" y="368"/>
                        <a:pt x="1" y="820"/>
                      </a:cubicBezTo>
                      <a:cubicBezTo>
                        <a:pt x="1" y="1280"/>
                        <a:pt x="368" y="1648"/>
                        <a:pt x="820" y="1648"/>
                      </a:cubicBezTo>
                      <a:cubicBezTo>
                        <a:pt x="1272" y="1648"/>
                        <a:pt x="1648" y="1280"/>
                        <a:pt x="1648" y="820"/>
                      </a:cubicBezTo>
                      <a:cubicBezTo>
                        <a:pt x="1648" y="368"/>
                        <a:pt x="1272" y="1"/>
                        <a:pt x="8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28" name="Google Shape;2528;p41"/>
              <p:cNvSpPr/>
              <p:nvPr/>
            </p:nvSpPr>
            <p:spPr>
              <a:xfrm>
                <a:off x="7650178" y="2419682"/>
                <a:ext cx="43950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9" name="Google Shape;2529;p41"/>
            <p:cNvSpPr/>
            <p:nvPr/>
          </p:nvSpPr>
          <p:spPr>
            <a:xfrm>
              <a:off x="8191497" y="4148103"/>
              <a:ext cx="127354" cy="108840"/>
            </a:xfrm>
            <a:custGeom>
              <a:avLst/>
              <a:gdLst/>
              <a:ahLst/>
              <a:cxnLst/>
              <a:rect l="l" t="t" r="r" b="b"/>
              <a:pathLst>
                <a:path w="2889" h="2469" extrusionOk="0">
                  <a:moveTo>
                    <a:pt x="1241" y="1"/>
                  </a:moveTo>
                  <a:cubicBezTo>
                    <a:pt x="560" y="1"/>
                    <a:pt x="8" y="552"/>
                    <a:pt x="0" y="1234"/>
                  </a:cubicBezTo>
                  <a:cubicBezTo>
                    <a:pt x="0" y="1976"/>
                    <a:pt x="612" y="2469"/>
                    <a:pt x="1250" y="2469"/>
                  </a:cubicBezTo>
                  <a:cubicBezTo>
                    <a:pt x="1553" y="2469"/>
                    <a:pt x="1863" y="2357"/>
                    <a:pt x="2115" y="2107"/>
                  </a:cubicBezTo>
                  <a:cubicBezTo>
                    <a:pt x="2889" y="1326"/>
                    <a:pt x="2337" y="1"/>
                    <a:pt x="1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30" name="Google Shape;2530;p41"/>
            <p:cNvGrpSpPr/>
            <p:nvPr/>
          </p:nvGrpSpPr>
          <p:grpSpPr>
            <a:xfrm>
              <a:off x="8845466" y="3674364"/>
              <a:ext cx="207055" cy="120343"/>
              <a:chOff x="6428079" y="2641576"/>
              <a:chExt cx="234597" cy="136350"/>
            </a:xfrm>
          </p:grpSpPr>
          <p:sp>
            <p:nvSpPr>
              <p:cNvPr id="2531" name="Google Shape;2531;p41"/>
              <p:cNvSpPr/>
              <p:nvPr/>
            </p:nvSpPr>
            <p:spPr>
              <a:xfrm>
                <a:off x="6608283" y="2641576"/>
                <a:ext cx="54393" cy="54340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088" extrusionOk="0">
                    <a:moveTo>
                      <a:pt x="544" y="0"/>
                    </a:moveTo>
                    <a:cubicBezTo>
                      <a:pt x="245" y="0"/>
                      <a:pt x="0" y="245"/>
                      <a:pt x="0" y="544"/>
                    </a:cubicBezTo>
                    <a:cubicBezTo>
                      <a:pt x="0" y="843"/>
                      <a:pt x="245" y="1088"/>
                      <a:pt x="544" y="1088"/>
                    </a:cubicBezTo>
                    <a:cubicBezTo>
                      <a:pt x="851" y="1088"/>
                      <a:pt x="1088" y="843"/>
                      <a:pt x="1088" y="544"/>
                    </a:cubicBezTo>
                    <a:cubicBezTo>
                      <a:pt x="1088" y="245"/>
                      <a:pt x="851" y="0"/>
                      <a:pt x="5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41"/>
              <p:cNvSpPr/>
              <p:nvPr/>
            </p:nvSpPr>
            <p:spPr>
              <a:xfrm>
                <a:off x="6428079" y="2696666"/>
                <a:ext cx="94900" cy="81261"/>
              </a:xfrm>
              <a:custGeom>
                <a:avLst/>
                <a:gdLst/>
                <a:ahLst/>
                <a:cxnLst/>
                <a:rect l="l" t="t" r="r" b="b"/>
                <a:pathLst>
                  <a:path w="1900" h="1627" extrusionOk="0">
                    <a:moveTo>
                      <a:pt x="812" y="0"/>
                    </a:moveTo>
                    <a:cubicBezTo>
                      <a:pt x="360" y="0"/>
                      <a:pt x="0" y="360"/>
                      <a:pt x="0" y="812"/>
                    </a:cubicBezTo>
                    <a:cubicBezTo>
                      <a:pt x="0" y="1300"/>
                      <a:pt x="401" y="1626"/>
                      <a:pt x="819" y="1626"/>
                    </a:cubicBezTo>
                    <a:cubicBezTo>
                      <a:pt x="1018" y="1626"/>
                      <a:pt x="1221" y="1552"/>
                      <a:pt x="1387" y="1387"/>
                    </a:cubicBezTo>
                    <a:cubicBezTo>
                      <a:pt x="1900" y="874"/>
                      <a:pt x="1540" y="0"/>
                      <a:pt x="8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33" name="Google Shape;2533;p41"/>
            <p:cNvSpPr/>
            <p:nvPr/>
          </p:nvSpPr>
          <p:spPr>
            <a:xfrm>
              <a:off x="8912708" y="3962035"/>
              <a:ext cx="38528" cy="38881"/>
            </a:xfrm>
            <a:custGeom>
              <a:avLst/>
              <a:gdLst/>
              <a:ahLst/>
              <a:cxnLst/>
              <a:rect l="l" t="t" r="r" b="b"/>
              <a:pathLst>
                <a:path w="874" h="882" extrusionOk="0">
                  <a:moveTo>
                    <a:pt x="429" y="1"/>
                  </a:moveTo>
                  <a:cubicBezTo>
                    <a:pt x="192" y="1"/>
                    <a:pt x="0" y="200"/>
                    <a:pt x="0" y="437"/>
                  </a:cubicBezTo>
                  <a:cubicBezTo>
                    <a:pt x="0" y="683"/>
                    <a:pt x="192" y="874"/>
                    <a:pt x="429" y="882"/>
                  </a:cubicBezTo>
                  <a:cubicBezTo>
                    <a:pt x="674" y="882"/>
                    <a:pt x="873" y="683"/>
                    <a:pt x="873" y="437"/>
                  </a:cubicBezTo>
                  <a:cubicBezTo>
                    <a:pt x="873" y="192"/>
                    <a:pt x="674" y="1"/>
                    <a:pt x="4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34" name="Google Shape;2534;p41"/>
            <p:cNvGrpSpPr/>
            <p:nvPr/>
          </p:nvGrpSpPr>
          <p:grpSpPr>
            <a:xfrm>
              <a:off x="8479576" y="4475019"/>
              <a:ext cx="191252" cy="171274"/>
              <a:chOff x="7502876" y="2419682"/>
              <a:chExt cx="191252" cy="171274"/>
            </a:xfrm>
          </p:grpSpPr>
          <p:sp>
            <p:nvSpPr>
              <p:cNvPr id="2535" name="Google Shape;2535;p41"/>
              <p:cNvSpPr/>
              <p:nvPr/>
            </p:nvSpPr>
            <p:spPr>
              <a:xfrm>
                <a:off x="7502876" y="2554808"/>
                <a:ext cx="36192" cy="36148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0" extrusionOk="0">
                    <a:moveTo>
                      <a:pt x="407" y="0"/>
                    </a:moveTo>
                    <a:cubicBezTo>
                      <a:pt x="185" y="0"/>
                      <a:pt x="1" y="184"/>
                      <a:pt x="1" y="406"/>
                    </a:cubicBezTo>
                    <a:cubicBezTo>
                      <a:pt x="1" y="636"/>
                      <a:pt x="185" y="820"/>
                      <a:pt x="407" y="820"/>
                    </a:cubicBezTo>
                    <a:cubicBezTo>
                      <a:pt x="637" y="820"/>
                      <a:pt x="820" y="636"/>
                      <a:pt x="820" y="406"/>
                    </a:cubicBezTo>
                    <a:cubicBezTo>
                      <a:pt x="820" y="184"/>
                      <a:pt x="637" y="0"/>
                      <a:pt x="4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41"/>
              <p:cNvSpPr/>
              <p:nvPr/>
            </p:nvSpPr>
            <p:spPr>
              <a:xfrm>
                <a:off x="7650178" y="2419682"/>
                <a:ext cx="43950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997" h="997" extrusionOk="0">
                    <a:moveTo>
                      <a:pt x="498" y="1"/>
                    </a:moveTo>
                    <a:cubicBezTo>
                      <a:pt x="223" y="1"/>
                      <a:pt x="0" y="223"/>
                      <a:pt x="0" y="499"/>
                    </a:cubicBezTo>
                    <a:cubicBezTo>
                      <a:pt x="0" y="774"/>
                      <a:pt x="223" y="997"/>
                      <a:pt x="498" y="997"/>
                    </a:cubicBezTo>
                    <a:cubicBezTo>
                      <a:pt x="774" y="997"/>
                      <a:pt x="996" y="774"/>
                      <a:pt x="996" y="499"/>
                    </a:cubicBezTo>
                    <a:cubicBezTo>
                      <a:pt x="996" y="223"/>
                      <a:pt x="774" y="1"/>
                      <a:pt x="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41"/>
              <p:cNvSpPr/>
              <p:nvPr/>
            </p:nvSpPr>
            <p:spPr>
              <a:xfrm>
                <a:off x="7650166" y="2522589"/>
                <a:ext cx="38881" cy="38793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0" extrusionOk="0">
                    <a:moveTo>
                      <a:pt x="441" y="0"/>
                    </a:moveTo>
                    <a:cubicBezTo>
                      <a:pt x="221" y="0"/>
                      <a:pt x="1" y="148"/>
                      <a:pt x="1" y="443"/>
                    </a:cubicBezTo>
                    <a:cubicBezTo>
                      <a:pt x="1" y="688"/>
                      <a:pt x="192" y="880"/>
                      <a:pt x="438" y="880"/>
                    </a:cubicBezTo>
                    <a:cubicBezTo>
                      <a:pt x="683" y="880"/>
                      <a:pt x="882" y="688"/>
                      <a:pt x="882" y="443"/>
                    </a:cubicBezTo>
                    <a:cubicBezTo>
                      <a:pt x="882" y="148"/>
                      <a:pt x="662" y="0"/>
                      <a:pt x="4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42132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8">
  <p:cSld name="Background 28"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42"/>
          <p:cNvSpPr/>
          <p:nvPr/>
        </p:nvSpPr>
        <p:spPr>
          <a:xfrm rot="5400000">
            <a:off x="1990597" y="-1989900"/>
            <a:ext cx="5162100" cy="914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0" name="Google Shape;2540;p42"/>
          <p:cNvGrpSpPr/>
          <p:nvPr/>
        </p:nvGrpSpPr>
        <p:grpSpPr>
          <a:xfrm rot="5400000">
            <a:off x="1906724" y="-1999665"/>
            <a:ext cx="5331387" cy="9143271"/>
            <a:chOff x="1961226" y="0"/>
            <a:chExt cx="4533107" cy="5143315"/>
          </a:xfrm>
        </p:grpSpPr>
        <p:sp>
          <p:nvSpPr>
            <p:cNvPr id="2541" name="Google Shape;2541;p42"/>
            <p:cNvSpPr/>
            <p:nvPr/>
          </p:nvSpPr>
          <p:spPr>
            <a:xfrm>
              <a:off x="19612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2"/>
            <p:cNvSpPr/>
            <p:nvPr/>
          </p:nvSpPr>
          <p:spPr>
            <a:xfrm>
              <a:off x="32566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2"/>
            <p:cNvSpPr/>
            <p:nvPr/>
          </p:nvSpPr>
          <p:spPr>
            <a:xfrm>
              <a:off x="45520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2"/>
            <p:cNvSpPr/>
            <p:nvPr/>
          </p:nvSpPr>
          <p:spPr>
            <a:xfrm>
              <a:off x="5847426" y="0"/>
              <a:ext cx="646907" cy="5143315"/>
            </a:xfrm>
            <a:custGeom>
              <a:avLst/>
              <a:gdLst/>
              <a:ahLst/>
              <a:cxnLst/>
              <a:rect l="l" t="t" r="r" b="b"/>
              <a:pathLst>
                <a:path w="57122" h="190405" extrusionOk="0">
                  <a:moveTo>
                    <a:pt x="0" y="0"/>
                  </a:moveTo>
                  <a:lnTo>
                    <a:pt x="57122" y="0"/>
                  </a:lnTo>
                  <a:lnTo>
                    <a:pt x="57122" y="190404"/>
                  </a:lnTo>
                  <a:lnTo>
                    <a:pt x="0" y="1904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137672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9">
  <p:cSld name="Background 2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6" name="Google Shape;2546;p43"/>
          <p:cNvGrpSpPr/>
          <p:nvPr/>
        </p:nvGrpSpPr>
        <p:grpSpPr>
          <a:xfrm rot="10800000">
            <a:off x="1311319" y="-1037949"/>
            <a:ext cx="6521362" cy="6870410"/>
            <a:chOff x="2335203" y="-1037949"/>
            <a:chExt cx="6521362" cy="6870410"/>
          </a:xfrm>
        </p:grpSpPr>
        <p:sp>
          <p:nvSpPr>
            <p:cNvPr id="2547" name="Google Shape;2547;p43"/>
            <p:cNvSpPr/>
            <p:nvPr/>
          </p:nvSpPr>
          <p:spPr>
            <a:xfrm>
              <a:off x="4061819" y="-1037949"/>
              <a:ext cx="3056643" cy="6870410"/>
            </a:xfrm>
            <a:custGeom>
              <a:avLst/>
              <a:gdLst/>
              <a:ahLst/>
              <a:cxnLst/>
              <a:rect l="l" t="t" r="r" b="b"/>
              <a:pathLst>
                <a:path w="62556" h="140607" extrusionOk="0">
                  <a:moveTo>
                    <a:pt x="32515" y="1"/>
                  </a:moveTo>
                  <a:cubicBezTo>
                    <a:pt x="30910" y="1"/>
                    <a:pt x="29589" y="1298"/>
                    <a:pt x="29567" y="2915"/>
                  </a:cubicBezTo>
                  <a:cubicBezTo>
                    <a:pt x="29575" y="3059"/>
                    <a:pt x="29590" y="3203"/>
                    <a:pt x="29605" y="3348"/>
                  </a:cubicBezTo>
                  <a:cubicBezTo>
                    <a:pt x="29127" y="3970"/>
                    <a:pt x="28861" y="4736"/>
                    <a:pt x="28861" y="5518"/>
                  </a:cubicBezTo>
                  <a:cubicBezTo>
                    <a:pt x="28861" y="5609"/>
                    <a:pt x="28861" y="5693"/>
                    <a:pt x="28869" y="5776"/>
                  </a:cubicBezTo>
                  <a:cubicBezTo>
                    <a:pt x="28398" y="6474"/>
                    <a:pt x="28140" y="7294"/>
                    <a:pt x="28140" y="8129"/>
                  </a:cubicBezTo>
                  <a:lnTo>
                    <a:pt x="28140" y="8205"/>
                  </a:lnTo>
                  <a:cubicBezTo>
                    <a:pt x="27692" y="8933"/>
                    <a:pt x="27442" y="9768"/>
                    <a:pt x="27427" y="10625"/>
                  </a:cubicBezTo>
                  <a:cubicBezTo>
                    <a:pt x="27002" y="11369"/>
                    <a:pt x="26759" y="12196"/>
                    <a:pt x="26714" y="13054"/>
                  </a:cubicBezTo>
                  <a:cubicBezTo>
                    <a:pt x="26311" y="13805"/>
                    <a:pt x="26068" y="14632"/>
                    <a:pt x="26000" y="15482"/>
                  </a:cubicBezTo>
                  <a:cubicBezTo>
                    <a:pt x="25621" y="16233"/>
                    <a:pt x="25378" y="17061"/>
                    <a:pt x="25294" y="17903"/>
                  </a:cubicBezTo>
                  <a:cubicBezTo>
                    <a:pt x="24923" y="18669"/>
                    <a:pt x="24687" y="19489"/>
                    <a:pt x="24589" y="20339"/>
                  </a:cubicBezTo>
                  <a:cubicBezTo>
                    <a:pt x="24232" y="21106"/>
                    <a:pt x="23997" y="21918"/>
                    <a:pt x="23890" y="22760"/>
                  </a:cubicBezTo>
                  <a:cubicBezTo>
                    <a:pt x="23541" y="23526"/>
                    <a:pt x="23306" y="24338"/>
                    <a:pt x="23185" y="25173"/>
                  </a:cubicBezTo>
                  <a:cubicBezTo>
                    <a:pt x="22843" y="25955"/>
                    <a:pt x="22608" y="26767"/>
                    <a:pt x="22487" y="27602"/>
                  </a:cubicBezTo>
                  <a:cubicBezTo>
                    <a:pt x="22145" y="28383"/>
                    <a:pt x="21910" y="29203"/>
                    <a:pt x="21781" y="30045"/>
                  </a:cubicBezTo>
                  <a:cubicBezTo>
                    <a:pt x="21454" y="30827"/>
                    <a:pt x="21219" y="31639"/>
                    <a:pt x="21083" y="32474"/>
                  </a:cubicBezTo>
                  <a:cubicBezTo>
                    <a:pt x="20764" y="33248"/>
                    <a:pt x="20529" y="34060"/>
                    <a:pt x="20384" y="34887"/>
                  </a:cubicBezTo>
                  <a:cubicBezTo>
                    <a:pt x="20073" y="35676"/>
                    <a:pt x="19838" y="36488"/>
                    <a:pt x="19694" y="37315"/>
                  </a:cubicBezTo>
                  <a:cubicBezTo>
                    <a:pt x="19383" y="38097"/>
                    <a:pt x="19147" y="38909"/>
                    <a:pt x="18996" y="39736"/>
                  </a:cubicBezTo>
                  <a:cubicBezTo>
                    <a:pt x="18692" y="40525"/>
                    <a:pt x="18457" y="41330"/>
                    <a:pt x="18297" y="42157"/>
                  </a:cubicBezTo>
                  <a:cubicBezTo>
                    <a:pt x="17994" y="42939"/>
                    <a:pt x="17766" y="43751"/>
                    <a:pt x="17607" y="44578"/>
                  </a:cubicBezTo>
                  <a:cubicBezTo>
                    <a:pt x="17303" y="45367"/>
                    <a:pt x="17068" y="46179"/>
                    <a:pt x="16909" y="47006"/>
                  </a:cubicBezTo>
                  <a:cubicBezTo>
                    <a:pt x="16605" y="47795"/>
                    <a:pt x="16378" y="48607"/>
                    <a:pt x="16211" y="49435"/>
                  </a:cubicBezTo>
                  <a:cubicBezTo>
                    <a:pt x="15915" y="50224"/>
                    <a:pt x="15679" y="51043"/>
                    <a:pt x="15512" y="51871"/>
                  </a:cubicBezTo>
                  <a:cubicBezTo>
                    <a:pt x="15216" y="52667"/>
                    <a:pt x="14981" y="53479"/>
                    <a:pt x="14807" y="54307"/>
                  </a:cubicBezTo>
                  <a:cubicBezTo>
                    <a:pt x="14518" y="55103"/>
                    <a:pt x="14291" y="55915"/>
                    <a:pt x="14116" y="56750"/>
                  </a:cubicBezTo>
                  <a:cubicBezTo>
                    <a:pt x="13828" y="57539"/>
                    <a:pt x="13592" y="58359"/>
                    <a:pt x="13418" y="59186"/>
                  </a:cubicBezTo>
                  <a:cubicBezTo>
                    <a:pt x="13129" y="59975"/>
                    <a:pt x="12894" y="60787"/>
                    <a:pt x="12712" y="61615"/>
                  </a:cubicBezTo>
                  <a:cubicBezTo>
                    <a:pt x="12431" y="62404"/>
                    <a:pt x="12204" y="63216"/>
                    <a:pt x="12022" y="64043"/>
                  </a:cubicBezTo>
                  <a:cubicBezTo>
                    <a:pt x="11741" y="64832"/>
                    <a:pt x="11513" y="65637"/>
                    <a:pt x="11331" y="66464"/>
                  </a:cubicBezTo>
                  <a:cubicBezTo>
                    <a:pt x="11050" y="67253"/>
                    <a:pt x="10815" y="68058"/>
                    <a:pt x="10633" y="68877"/>
                  </a:cubicBezTo>
                  <a:cubicBezTo>
                    <a:pt x="10360" y="69674"/>
                    <a:pt x="10124" y="70478"/>
                    <a:pt x="9942" y="71298"/>
                  </a:cubicBezTo>
                  <a:cubicBezTo>
                    <a:pt x="9669" y="72095"/>
                    <a:pt x="9434" y="72907"/>
                    <a:pt x="9252" y="73726"/>
                  </a:cubicBezTo>
                  <a:cubicBezTo>
                    <a:pt x="8978" y="74516"/>
                    <a:pt x="8743" y="75328"/>
                    <a:pt x="8561" y="76147"/>
                  </a:cubicBezTo>
                  <a:cubicBezTo>
                    <a:pt x="8280" y="76936"/>
                    <a:pt x="8053" y="77748"/>
                    <a:pt x="7863" y="78568"/>
                  </a:cubicBezTo>
                  <a:cubicBezTo>
                    <a:pt x="7590" y="79357"/>
                    <a:pt x="7362" y="80169"/>
                    <a:pt x="7172" y="80996"/>
                  </a:cubicBezTo>
                  <a:cubicBezTo>
                    <a:pt x="6899" y="81786"/>
                    <a:pt x="6671" y="82590"/>
                    <a:pt x="6482" y="83410"/>
                  </a:cubicBezTo>
                  <a:cubicBezTo>
                    <a:pt x="6208" y="84199"/>
                    <a:pt x="5981" y="85003"/>
                    <a:pt x="5776" y="85831"/>
                  </a:cubicBezTo>
                  <a:cubicBezTo>
                    <a:pt x="5579" y="86658"/>
                    <a:pt x="5283" y="87432"/>
                    <a:pt x="5085" y="88251"/>
                  </a:cubicBezTo>
                  <a:cubicBezTo>
                    <a:pt x="4888" y="89063"/>
                    <a:pt x="4592" y="89853"/>
                    <a:pt x="4395" y="90680"/>
                  </a:cubicBezTo>
                  <a:cubicBezTo>
                    <a:pt x="4197" y="91507"/>
                    <a:pt x="3909" y="92243"/>
                    <a:pt x="3719" y="93040"/>
                  </a:cubicBezTo>
                  <a:cubicBezTo>
                    <a:pt x="3530" y="93837"/>
                    <a:pt x="3196" y="94702"/>
                    <a:pt x="2991" y="95552"/>
                  </a:cubicBezTo>
                  <a:cubicBezTo>
                    <a:pt x="2778" y="96409"/>
                    <a:pt x="2498" y="97168"/>
                    <a:pt x="2300" y="97995"/>
                  </a:cubicBezTo>
                  <a:cubicBezTo>
                    <a:pt x="2095" y="98815"/>
                    <a:pt x="1792" y="99597"/>
                    <a:pt x="1602" y="100409"/>
                  </a:cubicBezTo>
                  <a:cubicBezTo>
                    <a:pt x="593" y="103444"/>
                    <a:pt x="77" y="106616"/>
                    <a:pt x="69" y="109811"/>
                  </a:cubicBezTo>
                  <a:cubicBezTo>
                    <a:pt x="1" y="126765"/>
                    <a:pt x="13926" y="140546"/>
                    <a:pt x="31183" y="140607"/>
                  </a:cubicBezTo>
                  <a:cubicBezTo>
                    <a:pt x="31217" y="140607"/>
                    <a:pt x="31250" y="140607"/>
                    <a:pt x="31283" y="140607"/>
                  </a:cubicBezTo>
                  <a:cubicBezTo>
                    <a:pt x="48494" y="140607"/>
                    <a:pt x="62465" y="126922"/>
                    <a:pt x="62533" y="110001"/>
                  </a:cubicBezTo>
                  <a:cubicBezTo>
                    <a:pt x="62556" y="106950"/>
                    <a:pt x="62108" y="103915"/>
                    <a:pt x="61205" y="101001"/>
                  </a:cubicBezTo>
                  <a:cubicBezTo>
                    <a:pt x="61030" y="100166"/>
                    <a:pt x="60818" y="99346"/>
                    <a:pt x="60575" y="98549"/>
                  </a:cubicBezTo>
                  <a:cubicBezTo>
                    <a:pt x="60393" y="97730"/>
                    <a:pt x="60180" y="96910"/>
                    <a:pt x="59937" y="96113"/>
                  </a:cubicBezTo>
                  <a:cubicBezTo>
                    <a:pt x="59687" y="95317"/>
                    <a:pt x="59535" y="94436"/>
                    <a:pt x="59285" y="93632"/>
                  </a:cubicBezTo>
                  <a:cubicBezTo>
                    <a:pt x="59027" y="92820"/>
                    <a:pt x="58890" y="92000"/>
                    <a:pt x="58647" y="91203"/>
                  </a:cubicBezTo>
                  <a:cubicBezTo>
                    <a:pt x="58480" y="90376"/>
                    <a:pt x="58268" y="89572"/>
                    <a:pt x="58010" y="88775"/>
                  </a:cubicBezTo>
                  <a:cubicBezTo>
                    <a:pt x="57835" y="87955"/>
                    <a:pt x="57630" y="87136"/>
                    <a:pt x="57388" y="86354"/>
                  </a:cubicBezTo>
                  <a:cubicBezTo>
                    <a:pt x="57137" y="85565"/>
                    <a:pt x="56993" y="84723"/>
                    <a:pt x="56750" y="83926"/>
                  </a:cubicBezTo>
                  <a:cubicBezTo>
                    <a:pt x="56500" y="83129"/>
                    <a:pt x="56363" y="82294"/>
                    <a:pt x="56113" y="81497"/>
                  </a:cubicBezTo>
                  <a:cubicBezTo>
                    <a:pt x="55862" y="80700"/>
                    <a:pt x="55726" y="79866"/>
                    <a:pt x="55475" y="79069"/>
                  </a:cubicBezTo>
                  <a:cubicBezTo>
                    <a:pt x="55308" y="78242"/>
                    <a:pt x="55088" y="77430"/>
                    <a:pt x="54830" y="76625"/>
                  </a:cubicBezTo>
                  <a:cubicBezTo>
                    <a:pt x="54671" y="75798"/>
                    <a:pt x="54458" y="74986"/>
                    <a:pt x="54193" y="74182"/>
                  </a:cubicBezTo>
                  <a:cubicBezTo>
                    <a:pt x="54026" y="73362"/>
                    <a:pt x="53813" y="72543"/>
                    <a:pt x="53563" y="71746"/>
                  </a:cubicBezTo>
                  <a:cubicBezTo>
                    <a:pt x="53388" y="70919"/>
                    <a:pt x="53176" y="70107"/>
                    <a:pt x="52918" y="69302"/>
                  </a:cubicBezTo>
                  <a:cubicBezTo>
                    <a:pt x="52751" y="68475"/>
                    <a:pt x="52538" y="67663"/>
                    <a:pt x="52280" y="66858"/>
                  </a:cubicBezTo>
                  <a:cubicBezTo>
                    <a:pt x="52121" y="66031"/>
                    <a:pt x="51901" y="65219"/>
                    <a:pt x="51635" y="64422"/>
                  </a:cubicBezTo>
                  <a:cubicBezTo>
                    <a:pt x="51476" y="63595"/>
                    <a:pt x="51263" y="62776"/>
                    <a:pt x="50998" y="61971"/>
                  </a:cubicBezTo>
                  <a:cubicBezTo>
                    <a:pt x="50838" y="61144"/>
                    <a:pt x="50626" y="60332"/>
                    <a:pt x="50353" y="59535"/>
                  </a:cubicBezTo>
                  <a:cubicBezTo>
                    <a:pt x="50201" y="58708"/>
                    <a:pt x="49988" y="57896"/>
                    <a:pt x="49715" y="57099"/>
                  </a:cubicBezTo>
                  <a:cubicBezTo>
                    <a:pt x="49563" y="56265"/>
                    <a:pt x="49351" y="55452"/>
                    <a:pt x="49085" y="54648"/>
                  </a:cubicBezTo>
                  <a:cubicBezTo>
                    <a:pt x="48934" y="53821"/>
                    <a:pt x="48714" y="53009"/>
                    <a:pt x="48440" y="52212"/>
                  </a:cubicBezTo>
                  <a:cubicBezTo>
                    <a:pt x="48289" y="51377"/>
                    <a:pt x="48076" y="50565"/>
                    <a:pt x="47803" y="49761"/>
                  </a:cubicBezTo>
                  <a:cubicBezTo>
                    <a:pt x="47659" y="48934"/>
                    <a:pt x="47439" y="48122"/>
                    <a:pt x="47158" y="47325"/>
                  </a:cubicBezTo>
                  <a:cubicBezTo>
                    <a:pt x="47014" y="46498"/>
                    <a:pt x="46801" y="45678"/>
                    <a:pt x="46520" y="44889"/>
                  </a:cubicBezTo>
                  <a:cubicBezTo>
                    <a:pt x="46376" y="44054"/>
                    <a:pt x="46164" y="43235"/>
                    <a:pt x="45883" y="42438"/>
                  </a:cubicBezTo>
                  <a:cubicBezTo>
                    <a:pt x="45746" y="41610"/>
                    <a:pt x="45534" y="40798"/>
                    <a:pt x="45238" y="40002"/>
                  </a:cubicBezTo>
                  <a:cubicBezTo>
                    <a:pt x="45109" y="39174"/>
                    <a:pt x="44896" y="38355"/>
                    <a:pt x="44608" y="37566"/>
                  </a:cubicBezTo>
                  <a:cubicBezTo>
                    <a:pt x="44471" y="36738"/>
                    <a:pt x="44259" y="35926"/>
                    <a:pt x="43963" y="35137"/>
                  </a:cubicBezTo>
                  <a:cubicBezTo>
                    <a:pt x="43842" y="34302"/>
                    <a:pt x="43621" y="33483"/>
                    <a:pt x="43325" y="32686"/>
                  </a:cubicBezTo>
                  <a:cubicBezTo>
                    <a:pt x="43204" y="31859"/>
                    <a:pt x="42984" y="31039"/>
                    <a:pt x="42680" y="30250"/>
                  </a:cubicBezTo>
                  <a:cubicBezTo>
                    <a:pt x="42567" y="29415"/>
                    <a:pt x="42354" y="28596"/>
                    <a:pt x="42035" y="27814"/>
                  </a:cubicBezTo>
                  <a:cubicBezTo>
                    <a:pt x="41937" y="26972"/>
                    <a:pt x="41717" y="26152"/>
                    <a:pt x="41390" y="25363"/>
                  </a:cubicBezTo>
                  <a:cubicBezTo>
                    <a:pt x="41299" y="24528"/>
                    <a:pt x="41079" y="23708"/>
                    <a:pt x="40745" y="22927"/>
                  </a:cubicBezTo>
                  <a:cubicBezTo>
                    <a:pt x="40662" y="22084"/>
                    <a:pt x="40442" y="21265"/>
                    <a:pt x="40100" y="20491"/>
                  </a:cubicBezTo>
                  <a:cubicBezTo>
                    <a:pt x="40024" y="19641"/>
                    <a:pt x="39804" y="18814"/>
                    <a:pt x="39455" y="18040"/>
                  </a:cubicBezTo>
                  <a:cubicBezTo>
                    <a:pt x="39387" y="17197"/>
                    <a:pt x="39167" y="16378"/>
                    <a:pt x="38803" y="15611"/>
                  </a:cubicBezTo>
                  <a:cubicBezTo>
                    <a:pt x="38757" y="14769"/>
                    <a:pt x="38537" y="13934"/>
                    <a:pt x="38142" y="13175"/>
                  </a:cubicBezTo>
                  <a:cubicBezTo>
                    <a:pt x="38120" y="12325"/>
                    <a:pt x="37899" y="11483"/>
                    <a:pt x="37497" y="10732"/>
                  </a:cubicBezTo>
                  <a:cubicBezTo>
                    <a:pt x="37497" y="9874"/>
                    <a:pt x="37270" y="9032"/>
                    <a:pt x="36837" y="8288"/>
                  </a:cubicBezTo>
                  <a:cubicBezTo>
                    <a:pt x="36837" y="8242"/>
                    <a:pt x="36845" y="8205"/>
                    <a:pt x="36845" y="8159"/>
                  </a:cubicBezTo>
                  <a:cubicBezTo>
                    <a:pt x="36852" y="7339"/>
                    <a:pt x="36609" y="6535"/>
                    <a:pt x="36162" y="5852"/>
                  </a:cubicBezTo>
                  <a:cubicBezTo>
                    <a:pt x="36169" y="5746"/>
                    <a:pt x="36184" y="5647"/>
                    <a:pt x="36184" y="5541"/>
                  </a:cubicBezTo>
                  <a:cubicBezTo>
                    <a:pt x="36184" y="4774"/>
                    <a:pt x="35942" y="4031"/>
                    <a:pt x="35479" y="3416"/>
                  </a:cubicBezTo>
                  <a:cubicBezTo>
                    <a:pt x="35509" y="3257"/>
                    <a:pt x="35524" y="3097"/>
                    <a:pt x="35524" y="2930"/>
                  </a:cubicBezTo>
                  <a:cubicBezTo>
                    <a:pt x="35524" y="1321"/>
                    <a:pt x="34196" y="9"/>
                    <a:pt x="32557" y="1"/>
                  </a:cubicBezTo>
                  <a:cubicBezTo>
                    <a:pt x="32543" y="1"/>
                    <a:pt x="32529" y="1"/>
                    <a:pt x="32515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3"/>
            <p:cNvSpPr/>
            <p:nvPr/>
          </p:nvSpPr>
          <p:spPr>
            <a:xfrm>
              <a:off x="4989685" y="-796807"/>
              <a:ext cx="3866881" cy="6592089"/>
            </a:xfrm>
            <a:custGeom>
              <a:avLst/>
              <a:gdLst/>
              <a:ahLst/>
              <a:cxnLst/>
              <a:rect l="l" t="t" r="r" b="b"/>
              <a:pathLst>
                <a:path w="79138" h="134911" extrusionOk="0">
                  <a:moveTo>
                    <a:pt x="75256" y="1"/>
                  </a:moveTo>
                  <a:cubicBezTo>
                    <a:pt x="73715" y="1"/>
                    <a:pt x="72050" y="847"/>
                    <a:pt x="71010" y="2306"/>
                  </a:cubicBezTo>
                  <a:cubicBezTo>
                    <a:pt x="70638" y="2814"/>
                    <a:pt x="70372" y="3383"/>
                    <a:pt x="70220" y="3990"/>
                  </a:cubicBezTo>
                  <a:cubicBezTo>
                    <a:pt x="69932" y="4264"/>
                    <a:pt x="69666" y="4567"/>
                    <a:pt x="69431" y="4886"/>
                  </a:cubicBezTo>
                  <a:cubicBezTo>
                    <a:pt x="69059" y="5410"/>
                    <a:pt x="68786" y="5986"/>
                    <a:pt x="68604" y="6601"/>
                  </a:cubicBezTo>
                  <a:cubicBezTo>
                    <a:pt x="68331" y="6867"/>
                    <a:pt x="68088" y="7155"/>
                    <a:pt x="67868" y="7466"/>
                  </a:cubicBezTo>
                  <a:cubicBezTo>
                    <a:pt x="67481" y="7990"/>
                    <a:pt x="67193" y="8574"/>
                    <a:pt x="67003" y="9204"/>
                  </a:cubicBezTo>
                  <a:cubicBezTo>
                    <a:pt x="66745" y="9462"/>
                    <a:pt x="66510" y="9743"/>
                    <a:pt x="66289" y="10046"/>
                  </a:cubicBezTo>
                  <a:cubicBezTo>
                    <a:pt x="65902" y="10585"/>
                    <a:pt x="65606" y="11177"/>
                    <a:pt x="65409" y="11807"/>
                  </a:cubicBezTo>
                  <a:cubicBezTo>
                    <a:pt x="65166" y="12065"/>
                    <a:pt x="64939" y="12338"/>
                    <a:pt x="64726" y="12627"/>
                  </a:cubicBezTo>
                  <a:cubicBezTo>
                    <a:pt x="64332" y="13173"/>
                    <a:pt x="64020" y="13780"/>
                    <a:pt x="63808" y="14417"/>
                  </a:cubicBezTo>
                  <a:cubicBezTo>
                    <a:pt x="63573" y="14668"/>
                    <a:pt x="63353" y="14926"/>
                    <a:pt x="63155" y="15207"/>
                  </a:cubicBezTo>
                  <a:cubicBezTo>
                    <a:pt x="62753" y="15768"/>
                    <a:pt x="62434" y="16383"/>
                    <a:pt x="62207" y="17036"/>
                  </a:cubicBezTo>
                  <a:cubicBezTo>
                    <a:pt x="61979" y="17278"/>
                    <a:pt x="61774" y="17529"/>
                    <a:pt x="61577" y="17795"/>
                  </a:cubicBezTo>
                  <a:cubicBezTo>
                    <a:pt x="61167" y="18364"/>
                    <a:pt x="60841" y="18986"/>
                    <a:pt x="60598" y="19646"/>
                  </a:cubicBezTo>
                  <a:cubicBezTo>
                    <a:pt x="60385" y="19874"/>
                    <a:pt x="60196" y="20117"/>
                    <a:pt x="60013" y="20375"/>
                  </a:cubicBezTo>
                  <a:cubicBezTo>
                    <a:pt x="59596" y="20959"/>
                    <a:pt x="59255" y="21589"/>
                    <a:pt x="58997" y="22257"/>
                  </a:cubicBezTo>
                  <a:cubicBezTo>
                    <a:pt x="58807" y="22469"/>
                    <a:pt x="58617" y="22712"/>
                    <a:pt x="58435" y="22955"/>
                  </a:cubicBezTo>
                  <a:cubicBezTo>
                    <a:pt x="58018" y="23539"/>
                    <a:pt x="57669" y="24169"/>
                    <a:pt x="57411" y="24845"/>
                  </a:cubicBezTo>
                  <a:cubicBezTo>
                    <a:pt x="57221" y="25065"/>
                    <a:pt x="57039" y="25292"/>
                    <a:pt x="56872" y="25535"/>
                  </a:cubicBezTo>
                  <a:cubicBezTo>
                    <a:pt x="56447" y="26127"/>
                    <a:pt x="56090" y="26764"/>
                    <a:pt x="55817" y="27440"/>
                  </a:cubicBezTo>
                  <a:cubicBezTo>
                    <a:pt x="55642" y="27660"/>
                    <a:pt x="55468" y="27880"/>
                    <a:pt x="55301" y="28115"/>
                  </a:cubicBezTo>
                  <a:cubicBezTo>
                    <a:pt x="54861" y="28722"/>
                    <a:pt x="54496" y="29375"/>
                    <a:pt x="54216" y="30073"/>
                  </a:cubicBezTo>
                  <a:cubicBezTo>
                    <a:pt x="54041" y="30271"/>
                    <a:pt x="53882" y="30475"/>
                    <a:pt x="53730" y="30696"/>
                  </a:cubicBezTo>
                  <a:cubicBezTo>
                    <a:pt x="53282" y="31310"/>
                    <a:pt x="52910" y="31978"/>
                    <a:pt x="52622" y="32676"/>
                  </a:cubicBezTo>
                  <a:cubicBezTo>
                    <a:pt x="52463" y="32866"/>
                    <a:pt x="52311" y="33071"/>
                    <a:pt x="52159" y="33276"/>
                  </a:cubicBezTo>
                  <a:cubicBezTo>
                    <a:pt x="51711" y="33906"/>
                    <a:pt x="51324" y="34581"/>
                    <a:pt x="51021" y="35287"/>
                  </a:cubicBezTo>
                  <a:lnTo>
                    <a:pt x="50581" y="35856"/>
                  </a:lnTo>
                  <a:cubicBezTo>
                    <a:pt x="50125" y="36493"/>
                    <a:pt x="49738" y="37176"/>
                    <a:pt x="49427" y="37897"/>
                  </a:cubicBezTo>
                  <a:lnTo>
                    <a:pt x="49017" y="38436"/>
                  </a:lnTo>
                  <a:cubicBezTo>
                    <a:pt x="48554" y="39081"/>
                    <a:pt x="48160" y="39772"/>
                    <a:pt x="47841" y="40508"/>
                  </a:cubicBezTo>
                  <a:lnTo>
                    <a:pt x="47446" y="41016"/>
                  </a:lnTo>
                  <a:cubicBezTo>
                    <a:pt x="46976" y="41669"/>
                    <a:pt x="46574" y="42367"/>
                    <a:pt x="46247" y="43103"/>
                  </a:cubicBezTo>
                  <a:cubicBezTo>
                    <a:pt x="46126" y="43263"/>
                    <a:pt x="45989" y="43437"/>
                    <a:pt x="45875" y="43596"/>
                  </a:cubicBezTo>
                  <a:cubicBezTo>
                    <a:pt x="45397" y="44257"/>
                    <a:pt x="44988" y="44970"/>
                    <a:pt x="44654" y="45714"/>
                  </a:cubicBezTo>
                  <a:lnTo>
                    <a:pt x="44305" y="46177"/>
                  </a:lnTo>
                  <a:cubicBezTo>
                    <a:pt x="43826" y="46852"/>
                    <a:pt x="43409" y="47573"/>
                    <a:pt x="43060" y="48324"/>
                  </a:cubicBezTo>
                  <a:lnTo>
                    <a:pt x="42741" y="48764"/>
                  </a:lnTo>
                  <a:cubicBezTo>
                    <a:pt x="42240" y="49447"/>
                    <a:pt x="41815" y="50176"/>
                    <a:pt x="41466" y="50942"/>
                  </a:cubicBezTo>
                  <a:cubicBezTo>
                    <a:pt x="41360" y="51071"/>
                    <a:pt x="41261" y="51208"/>
                    <a:pt x="41163" y="51345"/>
                  </a:cubicBezTo>
                  <a:cubicBezTo>
                    <a:pt x="40662" y="52035"/>
                    <a:pt x="40237" y="52779"/>
                    <a:pt x="39873" y="53545"/>
                  </a:cubicBezTo>
                  <a:lnTo>
                    <a:pt x="39592" y="53925"/>
                  </a:lnTo>
                  <a:cubicBezTo>
                    <a:pt x="39091" y="54638"/>
                    <a:pt x="38651" y="55382"/>
                    <a:pt x="38279" y="56164"/>
                  </a:cubicBezTo>
                  <a:cubicBezTo>
                    <a:pt x="38196" y="56277"/>
                    <a:pt x="38112" y="56384"/>
                    <a:pt x="38021" y="56505"/>
                  </a:cubicBezTo>
                  <a:cubicBezTo>
                    <a:pt x="37505" y="57218"/>
                    <a:pt x="37057" y="57977"/>
                    <a:pt x="36685" y="58774"/>
                  </a:cubicBezTo>
                  <a:lnTo>
                    <a:pt x="36450" y="59085"/>
                  </a:lnTo>
                  <a:cubicBezTo>
                    <a:pt x="35927" y="59814"/>
                    <a:pt x="35471" y="60588"/>
                    <a:pt x="35092" y="61392"/>
                  </a:cubicBezTo>
                  <a:cubicBezTo>
                    <a:pt x="35016" y="61483"/>
                    <a:pt x="34948" y="61574"/>
                    <a:pt x="34887" y="61665"/>
                  </a:cubicBezTo>
                  <a:cubicBezTo>
                    <a:pt x="34356" y="62402"/>
                    <a:pt x="33893" y="63183"/>
                    <a:pt x="33498" y="64003"/>
                  </a:cubicBezTo>
                  <a:lnTo>
                    <a:pt x="33308" y="64246"/>
                  </a:lnTo>
                  <a:cubicBezTo>
                    <a:pt x="32770" y="64989"/>
                    <a:pt x="32307" y="65786"/>
                    <a:pt x="31904" y="66613"/>
                  </a:cubicBezTo>
                  <a:cubicBezTo>
                    <a:pt x="31844" y="66682"/>
                    <a:pt x="31791" y="66750"/>
                    <a:pt x="31745" y="66826"/>
                  </a:cubicBezTo>
                  <a:cubicBezTo>
                    <a:pt x="31199" y="67577"/>
                    <a:pt x="30728" y="68374"/>
                    <a:pt x="30318" y="69209"/>
                  </a:cubicBezTo>
                  <a:lnTo>
                    <a:pt x="30167" y="69406"/>
                  </a:lnTo>
                  <a:cubicBezTo>
                    <a:pt x="29620" y="70173"/>
                    <a:pt x="29142" y="70977"/>
                    <a:pt x="28725" y="71819"/>
                  </a:cubicBezTo>
                  <a:lnTo>
                    <a:pt x="28596" y="71986"/>
                  </a:lnTo>
                  <a:cubicBezTo>
                    <a:pt x="28049" y="72760"/>
                    <a:pt x="27564" y="73580"/>
                    <a:pt x="27146" y="74430"/>
                  </a:cubicBezTo>
                  <a:lnTo>
                    <a:pt x="27032" y="74566"/>
                  </a:lnTo>
                  <a:cubicBezTo>
                    <a:pt x="26471" y="75348"/>
                    <a:pt x="25978" y="76168"/>
                    <a:pt x="25553" y="77025"/>
                  </a:cubicBezTo>
                  <a:cubicBezTo>
                    <a:pt x="25522" y="77071"/>
                    <a:pt x="25492" y="77109"/>
                    <a:pt x="25454" y="77147"/>
                  </a:cubicBezTo>
                  <a:cubicBezTo>
                    <a:pt x="24892" y="77936"/>
                    <a:pt x="24391" y="78771"/>
                    <a:pt x="23967" y="79636"/>
                  </a:cubicBezTo>
                  <a:cubicBezTo>
                    <a:pt x="23936" y="79666"/>
                    <a:pt x="23906" y="79697"/>
                    <a:pt x="23891" y="79742"/>
                  </a:cubicBezTo>
                  <a:cubicBezTo>
                    <a:pt x="23321" y="80531"/>
                    <a:pt x="22813" y="81366"/>
                    <a:pt x="22373" y="82231"/>
                  </a:cubicBezTo>
                  <a:lnTo>
                    <a:pt x="22312" y="82322"/>
                  </a:lnTo>
                  <a:cubicBezTo>
                    <a:pt x="21743" y="83119"/>
                    <a:pt x="21227" y="83961"/>
                    <a:pt x="20787" y="84842"/>
                  </a:cubicBezTo>
                  <a:lnTo>
                    <a:pt x="20749" y="84902"/>
                  </a:lnTo>
                  <a:cubicBezTo>
                    <a:pt x="20172" y="85707"/>
                    <a:pt x="19648" y="86564"/>
                    <a:pt x="19193" y="87452"/>
                  </a:cubicBezTo>
                  <a:cubicBezTo>
                    <a:pt x="19193" y="87460"/>
                    <a:pt x="19186" y="87467"/>
                    <a:pt x="19178" y="87483"/>
                  </a:cubicBezTo>
                  <a:cubicBezTo>
                    <a:pt x="18594" y="88295"/>
                    <a:pt x="18070" y="89160"/>
                    <a:pt x="17607" y="90048"/>
                  </a:cubicBezTo>
                  <a:lnTo>
                    <a:pt x="17599" y="90048"/>
                  </a:lnTo>
                  <a:cubicBezTo>
                    <a:pt x="17008" y="90882"/>
                    <a:pt x="16484" y="91755"/>
                    <a:pt x="16013" y="92658"/>
                  </a:cubicBezTo>
                  <a:cubicBezTo>
                    <a:pt x="15421" y="93485"/>
                    <a:pt x="14890" y="94358"/>
                    <a:pt x="14420" y="95269"/>
                  </a:cubicBezTo>
                  <a:cubicBezTo>
                    <a:pt x="13828" y="96104"/>
                    <a:pt x="13297" y="96976"/>
                    <a:pt x="12826" y="97887"/>
                  </a:cubicBezTo>
                  <a:cubicBezTo>
                    <a:pt x="12234" y="98714"/>
                    <a:pt x="11703" y="99594"/>
                    <a:pt x="11232" y="100505"/>
                  </a:cubicBezTo>
                  <a:cubicBezTo>
                    <a:pt x="10648" y="101340"/>
                    <a:pt x="10117" y="102205"/>
                    <a:pt x="9639" y="103108"/>
                  </a:cubicBezTo>
                  <a:cubicBezTo>
                    <a:pt x="9054" y="103950"/>
                    <a:pt x="8523" y="104823"/>
                    <a:pt x="8045" y="105726"/>
                  </a:cubicBezTo>
                  <a:cubicBezTo>
                    <a:pt x="7461" y="106569"/>
                    <a:pt x="6930" y="107434"/>
                    <a:pt x="6451" y="108337"/>
                  </a:cubicBezTo>
                  <a:cubicBezTo>
                    <a:pt x="1" y="117580"/>
                    <a:pt x="1504" y="128599"/>
                    <a:pt x="9851" y="133061"/>
                  </a:cubicBezTo>
                  <a:cubicBezTo>
                    <a:pt x="12202" y="134316"/>
                    <a:pt x="14865" y="134910"/>
                    <a:pt x="17626" y="134910"/>
                  </a:cubicBezTo>
                  <a:cubicBezTo>
                    <a:pt x="24670" y="134910"/>
                    <a:pt x="32351" y="131039"/>
                    <a:pt x="37110" y="124372"/>
                  </a:cubicBezTo>
                  <a:cubicBezTo>
                    <a:pt x="38841" y="121951"/>
                    <a:pt x="40017" y="119409"/>
                    <a:pt x="40662" y="116882"/>
                  </a:cubicBezTo>
                  <a:cubicBezTo>
                    <a:pt x="41041" y="115986"/>
                    <a:pt x="41345" y="115060"/>
                    <a:pt x="41588" y="114112"/>
                  </a:cubicBezTo>
                  <a:cubicBezTo>
                    <a:pt x="41960" y="113216"/>
                    <a:pt x="42271" y="112290"/>
                    <a:pt x="42521" y="111349"/>
                  </a:cubicBezTo>
                  <a:cubicBezTo>
                    <a:pt x="42893" y="110446"/>
                    <a:pt x="43204" y="109521"/>
                    <a:pt x="43447" y="108572"/>
                  </a:cubicBezTo>
                  <a:cubicBezTo>
                    <a:pt x="43826" y="107676"/>
                    <a:pt x="44130" y="106751"/>
                    <a:pt x="44373" y="105802"/>
                  </a:cubicBezTo>
                  <a:cubicBezTo>
                    <a:pt x="44752" y="104907"/>
                    <a:pt x="45063" y="103981"/>
                    <a:pt x="45299" y="103032"/>
                  </a:cubicBezTo>
                  <a:cubicBezTo>
                    <a:pt x="45678" y="102137"/>
                    <a:pt x="45989" y="101203"/>
                    <a:pt x="46232" y="100255"/>
                  </a:cubicBezTo>
                  <a:cubicBezTo>
                    <a:pt x="46612" y="99359"/>
                    <a:pt x="46923" y="98433"/>
                    <a:pt x="47158" y="97485"/>
                  </a:cubicBezTo>
                  <a:cubicBezTo>
                    <a:pt x="47545" y="96589"/>
                    <a:pt x="47856" y="95656"/>
                    <a:pt x="48091" y="94707"/>
                  </a:cubicBezTo>
                  <a:cubicBezTo>
                    <a:pt x="48471" y="93804"/>
                    <a:pt x="48782" y="92878"/>
                    <a:pt x="49017" y="91930"/>
                  </a:cubicBezTo>
                  <a:cubicBezTo>
                    <a:pt x="49404" y="91027"/>
                    <a:pt x="49715" y="90093"/>
                    <a:pt x="49951" y="89137"/>
                  </a:cubicBezTo>
                  <a:cubicBezTo>
                    <a:pt x="50338" y="88242"/>
                    <a:pt x="50649" y="87308"/>
                    <a:pt x="50877" y="86359"/>
                  </a:cubicBezTo>
                  <a:cubicBezTo>
                    <a:pt x="51271" y="85464"/>
                    <a:pt x="51582" y="84531"/>
                    <a:pt x="51810" y="83582"/>
                  </a:cubicBezTo>
                  <a:cubicBezTo>
                    <a:pt x="52205" y="82687"/>
                    <a:pt x="52516" y="81753"/>
                    <a:pt x="52736" y="80804"/>
                  </a:cubicBezTo>
                  <a:cubicBezTo>
                    <a:pt x="53138" y="79909"/>
                    <a:pt x="53449" y="78976"/>
                    <a:pt x="53669" y="78019"/>
                  </a:cubicBezTo>
                  <a:cubicBezTo>
                    <a:pt x="54064" y="77124"/>
                    <a:pt x="54375" y="76198"/>
                    <a:pt x="54595" y="75242"/>
                  </a:cubicBezTo>
                  <a:cubicBezTo>
                    <a:pt x="54997" y="74354"/>
                    <a:pt x="55308" y="73428"/>
                    <a:pt x="55528" y="72472"/>
                  </a:cubicBezTo>
                  <a:cubicBezTo>
                    <a:pt x="55931" y="71576"/>
                    <a:pt x="56242" y="70651"/>
                    <a:pt x="56454" y="69694"/>
                  </a:cubicBezTo>
                  <a:cubicBezTo>
                    <a:pt x="56857" y="68807"/>
                    <a:pt x="57168" y="67873"/>
                    <a:pt x="57373" y="66925"/>
                  </a:cubicBezTo>
                  <a:cubicBezTo>
                    <a:pt x="57782" y="66037"/>
                    <a:pt x="58101" y="65111"/>
                    <a:pt x="58306" y="64155"/>
                  </a:cubicBezTo>
                  <a:cubicBezTo>
                    <a:pt x="58716" y="63267"/>
                    <a:pt x="59027" y="62341"/>
                    <a:pt x="59232" y="61385"/>
                  </a:cubicBezTo>
                  <a:cubicBezTo>
                    <a:pt x="59649" y="60497"/>
                    <a:pt x="59953" y="59571"/>
                    <a:pt x="60158" y="58615"/>
                  </a:cubicBezTo>
                  <a:cubicBezTo>
                    <a:pt x="60575" y="57727"/>
                    <a:pt x="60886" y="56801"/>
                    <a:pt x="61084" y="55845"/>
                  </a:cubicBezTo>
                  <a:cubicBezTo>
                    <a:pt x="61501" y="54957"/>
                    <a:pt x="61812" y="54024"/>
                    <a:pt x="62002" y="53067"/>
                  </a:cubicBezTo>
                  <a:cubicBezTo>
                    <a:pt x="62434" y="52179"/>
                    <a:pt x="62753" y="51246"/>
                    <a:pt x="62935" y="50282"/>
                  </a:cubicBezTo>
                  <a:cubicBezTo>
                    <a:pt x="63368" y="49402"/>
                    <a:pt x="63679" y="48469"/>
                    <a:pt x="63861" y="47505"/>
                  </a:cubicBezTo>
                  <a:cubicBezTo>
                    <a:pt x="64301" y="46624"/>
                    <a:pt x="64612" y="45691"/>
                    <a:pt x="64794" y="44727"/>
                  </a:cubicBezTo>
                  <a:cubicBezTo>
                    <a:pt x="65235" y="43847"/>
                    <a:pt x="65546" y="42914"/>
                    <a:pt x="65720" y="41950"/>
                  </a:cubicBezTo>
                  <a:cubicBezTo>
                    <a:pt x="66160" y="41069"/>
                    <a:pt x="66472" y="40136"/>
                    <a:pt x="66646" y="39180"/>
                  </a:cubicBezTo>
                  <a:cubicBezTo>
                    <a:pt x="67094" y="38307"/>
                    <a:pt x="67405" y="37374"/>
                    <a:pt x="67564" y="36410"/>
                  </a:cubicBezTo>
                  <a:cubicBezTo>
                    <a:pt x="68027" y="35537"/>
                    <a:pt x="68338" y="34596"/>
                    <a:pt x="68490" y="33625"/>
                  </a:cubicBezTo>
                  <a:cubicBezTo>
                    <a:pt x="68961" y="32752"/>
                    <a:pt x="69272" y="31811"/>
                    <a:pt x="69424" y="30832"/>
                  </a:cubicBezTo>
                  <a:cubicBezTo>
                    <a:pt x="69887" y="29975"/>
                    <a:pt x="70190" y="29041"/>
                    <a:pt x="70334" y="28077"/>
                  </a:cubicBezTo>
                  <a:cubicBezTo>
                    <a:pt x="70812" y="27220"/>
                    <a:pt x="71124" y="26271"/>
                    <a:pt x="71253" y="25300"/>
                  </a:cubicBezTo>
                  <a:cubicBezTo>
                    <a:pt x="71738" y="24442"/>
                    <a:pt x="72057" y="23501"/>
                    <a:pt x="72171" y="22530"/>
                  </a:cubicBezTo>
                  <a:cubicBezTo>
                    <a:pt x="72679" y="21680"/>
                    <a:pt x="72990" y="20739"/>
                    <a:pt x="73104" y="19760"/>
                  </a:cubicBezTo>
                  <a:cubicBezTo>
                    <a:pt x="73613" y="18902"/>
                    <a:pt x="73931" y="17946"/>
                    <a:pt x="74022" y="16960"/>
                  </a:cubicBezTo>
                  <a:cubicBezTo>
                    <a:pt x="74554" y="16125"/>
                    <a:pt x="74872" y="15169"/>
                    <a:pt x="74941" y="14182"/>
                  </a:cubicBezTo>
                  <a:cubicBezTo>
                    <a:pt x="75510" y="13272"/>
                    <a:pt x="75813" y="12323"/>
                    <a:pt x="75851" y="11412"/>
                  </a:cubicBezTo>
                  <a:cubicBezTo>
                    <a:pt x="76413" y="10585"/>
                    <a:pt x="76732" y="9621"/>
                    <a:pt x="76777" y="8635"/>
                  </a:cubicBezTo>
                  <a:cubicBezTo>
                    <a:pt x="77384" y="7732"/>
                    <a:pt x="77688" y="6760"/>
                    <a:pt x="77688" y="5865"/>
                  </a:cubicBezTo>
                  <a:cubicBezTo>
                    <a:pt x="79137" y="3831"/>
                    <a:pt x="78826" y="1387"/>
                    <a:pt x="76975" y="409"/>
                  </a:cubicBezTo>
                  <a:cubicBezTo>
                    <a:pt x="76451" y="132"/>
                    <a:pt x="75863" y="1"/>
                    <a:pt x="75256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3"/>
            <p:cNvSpPr/>
            <p:nvPr/>
          </p:nvSpPr>
          <p:spPr>
            <a:xfrm>
              <a:off x="2335203" y="-797638"/>
              <a:ext cx="3843866" cy="6593603"/>
            </a:xfrm>
            <a:custGeom>
              <a:avLst/>
              <a:gdLst/>
              <a:ahLst/>
              <a:cxnLst/>
              <a:rect l="l" t="t" r="r" b="b"/>
              <a:pathLst>
                <a:path w="78667" h="134942" extrusionOk="0">
                  <a:moveTo>
                    <a:pt x="3872" y="1"/>
                  </a:moveTo>
                  <a:cubicBezTo>
                    <a:pt x="3266" y="1"/>
                    <a:pt x="2681" y="132"/>
                    <a:pt x="2163" y="410"/>
                  </a:cubicBezTo>
                  <a:cubicBezTo>
                    <a:pt x="319" y="1397"/>
                    <a:pt x="0" y="3825"/>
                    <a:pt x="1442" y="5859"/>
                  </a:cubicBezTo>
                  <a:cubicBezTo>
                    <a:pt x="1442" y="6762"/>
                    <a:pt x="1730" y="7726"/>
                    <a:pt x="2338" y="8629"/>
                  </a:cubicBezTo>
                  <a:cubicBezTo>
                    <a:pt x="2360" y="9540"/>
                    <a:pt x="2664" y="10496"/>
                    <a:pt x="3241" y="11407"/>
                  </a:cubicBezTo>
                  <a:cubicBezTo>
                    <a:pt x="3301" y="12393"/>
                    <a:pt x="3620" y="13349"/>
                    <a:pt x="4151" y="14176"/>
                  </a:cubicBezTo>
                  <a:cubicBezTo>
                    <a:pt x="4227" y="15163"/>
                    <a:pt x="4531" y="16119"/>
                    <a:pt x="5054" y="16962"/>
                  </a:cubicBezTo>
                  <a:cubicBezTo>
                    <a:pt x="5145" y="17941"/>
                    <a:pt x="5457" y="18897"/>
                    <a:pt x="5965" y="19747"/>
                  </a:cubicBezTo>
                  <a:cubicBezTo>
                    <a:pt x="6071" y="20726"/>
                    <a:pt x="6382" y="21667"/>
                    <a:pt x="6876" y="22517"/>
                  </a:cubicBezTo>
                  <a:cubicBezTo>
                    <a:pt x="6997" y="23488"/>
                    <a:pt x="7301" y="24429"/>
                    <a:pt x="7786" y="25287"/>
                  </a:cubicBezTo>
                  <a:cubicBezTo>
                    <a:pt x="7915" y="26258"/>
                    <a:pt x="8226" y="27206"/>
                    <a:pt x="8697" y="28064"/>
                  </a:cubicBezTo>
                  <a:cubicBezTo>
                    <a:pt x="8834" y="29028"/>
                    <a:pt x="9145" y="29961"/>
                    <a:pt x="9608" y="30819"/>
                  </a:cubicBezTo>
                  <a:cubicBezTo>
                    <a:pt x="9744" y="31798"/>
                    <a:pt x="10055" y="32746"/>
                    <a:pt x="10518" y="33619"/>
                  </a:cubicBezTo>
                  <a:cubicBezTo>
                    <a:pt x="10670" y="34583"/>
                    <a:pt x="10981" y="35516"/>
                    <a:pt x="11429" y="36389"/>
                  </a:cubicBezTo>
                  <a:cubicBezTo>
                    <a:pt x="11596" y="37353"/>
                    <a:pt x="11899" y="38294"/>
                    <a:pt x="12347" y="39166"/>
                  </a:cubicBezTo>
                  <a:cubicBezTo>
                    <a:pt x="12514" y="40130"/>
                    <a:pt x="12818" y="41064"/>
                    <a:pt x="13258" y="41936"/>
                  </a:cubicBezTo>
                  <a:cubicBezTo>
                    <a:pt x="13425" y="42900"/>
                    <a:pt x="13728" y="43834"/>
                    <a:pt x="14169" y="44706"/>
                  </a:cubicBezTo>
                  <a:cubicBezTo>
                    <a:pt x="14343" y="45670"/>
                    <a:pt x="14654" y="46603"/>
                    <a:pt x="15087" y="47484"/>
                  </a:cubicBezTo>
                  <a:cubicBezTo>
                    <a:pt x="15269" y="48448"/>
                    <a:pt x="15580" y="49381"/>
                    <a:pt x="15997" y="50261"/>
                  </a:cubicBezTo>
                  <a:cubicBezTo>
                    <a:pt x="16187" y="51225"/>
                    <a:pt x="16498" y="52159"/>
                    <a:pt x="16923" y="53039"/>
                  </a:cubicBezTo>
                  <a:cubicBezTo>
                    <a:pt x="17113" y="54003"/>
                    <a:pt x="17417" y="54928"/>
                    <a:pt x="17834" y="55809"/>
                  </a:cubicBezTo>
                  <a:cubicBezTo>
                    <a:pt x="18031" y="56765"/>
                    <a:pt x="18342" y="57698"/>
                    <a:pt x="18752" y="58586"/>
                  </a:cubicBezTo>
                  <a:cubicBezTo>
                    <a:pt x="18950" y="59535"/>
                    <a:pt x="19261" y="60468"/>
                    <a:pt x="19663" y="61356"/>
                  </a:cubicBezTo>
                  <a:cubicBezTo>
                    <a:pt x="19860" y="62312"/>
                    <a:pt x="20171" y="63246"/>
                    <a:pt x="20581" y="64134"/>
                  </a:cubicBezTo>
                  <a:cubicBezTo>
                    <a:pt x="20786" y="65082"/>
                    <a:pt x="21090" y="66016"/>
                    <a:pt x="21492" y="66904"/>
                  </a:cubicBezTo>
                  <a:cubicBezTo>
                    <a:pt x="21704" y="67852"/>
                    <a:pt x="22008" y="68786"/>
                    <a:pt x="22410" y="69673"/>
                  </a:cubicBezTo>
                  <a:cubicBezTo>
                    <a:pt x="22623" y="70622"/>
                    <a:pt x="22926" y="71548"/>
                    <a:pt x="23321" y="72443"/>
                  </a:cubicBezTo>
                  <a:cubicBezTo>
                    <a:pt x="23533" y="73392"/>
                    <a:pt x="23844" y="74325"/>
                    <a:pt x="24247" y="75213"/>
                  </a:cubicBezTo>
                  <a:cubicBezTo>
                    <a:pt x="24451" y="76162"/>
                    <a:pt x="24755" y="77088"/>
                    <a:pt x="25157" y="77983"/>
                  </a:cubicBezTo>
                  <a:cubicBezTo>
                    <a:pt x="25370" y="78939"/>
                    <a:pt x="25681" y="79873"/>
                    <a:pt x="26075" y="80768"/>
                  </a:cubicBezTo>
                  <a:cubicBezTo>
                    <a:pt x="26296" y="81725"/>
                    <a:pt x="26607" y="82650"/>
                    <a:pt x="26994" y="83553"/>
                  </a:cubicBezTo>
                  <a:cubicBezTo>
                    <a:pt x="27214" y="84502"/>
                    <a:pt x="27525" y="85435"/>
                    <a:pt x="27912" y="86331"/>
                  </a:cubicBezTo>
                  <a:cubicBezTo>
                    <a:pt x="28140" y="87280"/>
                    <a:pt x="28451" y="88213"/>
                    <a:pt x="28838" y="89108"/>
                  </a:cubicBezTo>
                  <a:cubicBezTo>
                    <a:pt x="29065" y="90057"/>
                    <a:pt x="29369" y="90990"/>
                    <a:pt x="29748" y="91886"/>
                  </a:cubicBezTo>
                  <a:cubicBezTo>
                    <a:pt x="29984" y="92835"/>
                    <a:pt x="30287" y="93760"/>
                    <a:pt x="30667" y="94656"/>
                  </a:cubicBezTo>
                  <a:cubicBezTo>
                    <a:pt x="30902" y="95604"/>
                    <a:pt x="31205" y="96538"/>
                    <a:pt x="31585" y="97441"/>
                  </a:cubicBezTo>
                  <a:cubicBezTo>
                    <a:pt x="31820" y="98382"/>
                    <a:pt x="32131" y="99308"/>
                    <a:pt x="32503" y="100211"/>
                  </a:cubicBezTo>
                  <a:cubicBezTo>
                    <a:pt x="32731" y="101152"/>
                    <a:pt x="33034" y="102078"/>
                    <a:pt x="33414" y="102981"/>
                  </a:cubicBezTo>
                  <a:cubicBezTo>
                    <a:pt x="33649" y="103922"/>
                    <a:pt x="33960" y="104848"/>
                    <a:pt x="34340" y="105751"/>
                  </a:cubicBezTo>
                  <a:cubicBezTo>
                    <a:pt x="34575" y="106692"/>
                    <a:pt x="34878" y="107618"/>
                    <a:pt x="35250" y="108521"/>
                  </a:cubicBezTo>
                  <a:cubicBezTo>
                    <a:pt x="35493" y="109462"/>
                    <a:pt x="35797" y="110388"/>
                    <a:pt x="36169" y="111291"/>
                  </a:cubicBezTo>
                  <a:cubicBezTo>
                    <a:pt x="36411" y="112232"/>
                    <a:pt x="36715" y="113157"/>
                    <a:pt x="37087" y="114061"/>
                  </a:cubicBezTo>
                  <a:cubicBezTo>
                    <a:pt x="37322" y="115002"/>
                    <a:pt x="37626" y="115935"/>
                    <a:pt x="37997" y="116838"/>
                  </a:cubicBezTo>
                  <a:cubicBezTo>
                    <a:pt x="38718" y="119555"/>
                    <a:pt x="39925" y="122112"/>
                    <a:pt x="41572" y="124389"/>
                  </a:cubicBezTo>
                  <a:cubicBezTo>
                    <a:pt x="46334" y="131058"/>
                    <a:pt x="53968" y="134942"/>
                    <a:pt x="61013" y="134942"/>
                  </a:cubicBezTo>
                  <a:cubicBezTo>
                    <a:pt x="63779" y="134942"/>
                    <a:pt x="66455" y="134343"/>
                    <a:pt x="68831" y="133078"/>
                  </a:cubicBezTo>
                  <a:cubicBezTo>
                    <a:pt x="77255" y="128593"/>
                    <a:pt x="78666" y="117650"/>
                    <a:pt x="72269" y="108422"/>
                  </a:cubicBezTo>
                  <a:cubicBezTo>
                    <a:pt x="71798" y="107519"/>
                    <a:pt x="71275" y="106639"/>
                    <a:pt x="70690" y="105804"/>
                  </a:cubicBezTo>
                  <a:cubicBezTo>
                    <a:pt x="70220" y="104901"/>
                    <a:pt x="69688" y="104028"/>
                    <a:pt x="69104" y="103193"/>
                  </a:cubicBezTo>
                  <a:cubicBezTo>
                    <a:pt x="68634" y="102290"/>
                    <a:pt x="68110" y="101410"/>
                    <a:pt x="67518" y="100575"/>
                  </a:cubicBezTo>
                  <a:cubicBezTo>
                    <a:pt x="67055" y="99672"/>
                    <a:pt x="66532" y="98799"/>
                    <a:pt x="65947" y="97972"/>
                  </a:cubicBezTo>
                  <a:cubicBezTo>
                    <a:pt x="65477" y="97062"/>
                    <a:pt x="64953" y="96181"/>
                    <a:pt x="64361" y="95354"/>
                  </a:cubicBezTo>
                  <a:cubicBezTo>
                    <a:pt x="63898" y="94443"/>
                    <a:pt x="63367" y="93571"/>
                    <a:pt x="62775" y="92744"/>
                  </a:cubicBezTo>
                  <a:cubicBezTo>
                    <a:pt x="62320" y="91833"/>
                    <a:pt x="61788" y="90953"/>
                    <a:pt x="61189" y="90125"/>
                  </a:cubicBezTo>
                  <a:cubicBezTo>
                    <a:pt x="60734" y="89215"/>
                    <a:pt x="60202" y="88342"/>
                    <a:pt x="59618" y="87507"/>
                  </a:cubicBezTo>
                  <a:cubicBezTo>
                    <a:pt x="59163" y="86597"/>
                    <a:pt x="58632" y="85731"/>
                    <a:pt x="58032" y="84904"/>
                  </a:cubicBezTo>
                  <a:cubicBezTo>
                    <a:pt x="57584" y="84009"/>
                    <a:pt x="57061" y="83151"/>
                    <a:pt x="56476" y="82339"/>
                  </a:cubicBezTo>
                  <a:cubicBezTo>
                    <a:pt x="56469" y="82324"/>
                    <a:pt x="56461" y="82309"/>
                    <a:pt x="56461" y="82301"/>
                  </a:cubicBezTo>
                  <a:cubicBezTo>
                    <a:pt x="56013" y="81413"/>
                    <a:pt x="55497" y="80563"/>
                    <a:pt x="54921" y="79759"/>
                  </a:cubicBezTo>
                  <a:lnTo>
                    <a:pt x="54875" y="79698"/>
                  </a:lnTo>
                  <a:cubicBezTo>
                    <a:pt x="54435" y="78818"/>
                    <a:pt x="53926" y="77968"/>
                    <a:pt x="53357" y="77164"/>
                  </a:cubicBezTo>
                  <a:lnTo>
                    <a:pt x="53297" y="77088"/>
                  </a:lnTo>
                  <a:cubicBezTo>
                    <a:pt x="52864" y="76215"/>
                    <a:pt x="52363" y="75373"/>
                    <a:pt x="51802" y="74576"/>
                  </a:cubicBezTo>
                  <a:cubicBezTo>
                    <a:pt x="51771" y="74546"/>
                    <a:pt x="51748" y="74508"/>
                    <a:pt x="51726" y="74470"/>
                  </a:cubicBezTo>
                  <a:cubicBezTo>
                    <a:pt x="51293" y="73612"/>
                    <a:pt x="50792" y="72785"/>
                    <a:pt x="50238" y="71996"/>
                  </a:cubicBezTo>
                  <a:cubicBezTo>
                    <a:pt x="50208" y="71950"/>
                    <a:pt x="50178" y="71912"/>
                    <a:pt x="50140" y="71874"/>
                  </a:cubicBezTo>
                  <a:cubicBezTo>
                    <a:pt x="49722" y="71017"/>
                    <a:pt x="49237" y="70190"/>
                    <a:pt x="48683" y="69415"/>
                  </a:cubicBezTo>
                  <a:lnTo>
                    <a:pt x="48569" y="69264"/>
                  </a:lnTo>
                  <a:cubicBezTo>
                    <a:pt x="48151" y="68421"/>
                    <a:pt x="47666" y="67609"/>
                    <a:pt x="47127" y="66835"/>
                  </a:cubicBezTo>
                  <a:cubicBezTo>
                    <a:pt x="47074" y="66782"/>
                    <a:pt x="47028" y="66721"/>
                    <a:pt x="46990" y="66653"/>
                  </a:cubicBezTo>
                  <a:cubicBezTo>
                    <a:pt x="46580" y="65818"/>
                    <a:pt x="46102" y="65014"/>
                    <a:pt x="45564" y="64255"/>
                  </a:cubicBezTo>
                  <a:lnTo>
                    <a:pt x="45412" y="64050"/>
                  </a:lnTo>
                  <a:cubicBezTo>
                    <a:pt x="45010" y="63215"/>
                    <a:pt x="44539" y="62426"/>
                    <a:pt x="44008" y="61675"/>
                  </a:cubicBezTo>
                  <a:lnTo>
                    <a:pt x="43826" y="61432"/>
                  </a:lnTo>
                  <a:cubicBezTo>
                    <a:pt x="43431" y="60612"/>
                    <a:pt x="42968" y="59831"/>
                    <a:pt x="42437" y="59095"/>
                  </a:cubicBezTo>
                  <a:lnTo>
                    <a:pt x="42240" y="58821"/>
                  </a:lnTo>
                  <a:cubicBezTo>
                    <a:pt x="41860" y="58009"/>
                    <a:pt x="41405" y="57243"/>
                    <a:pt x="40881" y="56514"/>
                  </a:cubicBezTo>
                  <a:lnTo>
                    <a:pt x="40654" y="56211"/>
                  </a:lnTo>
                  <a:cubicBezTo>
                    <a:pt x="40282" y="55414"/>
                    <a:pt x="39834" y="54648"/>
                    <a:pt x="39318" y="53934"/>
                  </a:cubicBezTo>
                  <a:lnTo>
                    <a:pt x="39068" y="53593"/>
                  </a:lnTo>
                  <a:cubicBezTo>
                    <a:pt x="38703" y="52811"/>
                    <a:pt x="38271" y="52060"/>
                    <a:pt x="37762" y="51354"/>
                  </a:cubicBezTo>
                  <a:cubicBezTo>
                    <a:pt x="37679" y="51225"/>
                    <a:pt x="37588" y="51104"/>
                    <a:pt x="37489" y="50982"/>
                  </a:cubicBezTo>
                  <a:cubicBezTo>
                    <a:pt x="37132" y="50208"/>
                    <a:pt x="36700" y="49472"/>
                    <a:pt x="36207" y="48774"/>
                  </a:cubicBezTo>
                  <a:lnTo>
                    <a:pt x="35903" y="48364"/>
                  </a:lnTo>
                  <a:cubicBezTo>
                    <a:pt x="35554" y="47598"/>
                    <a:pt x="35137" y="46869"/>
                    <a:pt x="34643" y="46186"/>
                  </a:cubicBezTo>
                  <a:lnTo>
                    <a:pt x="34317" y="45761"/>
                  </a:lnTo>
                  <a:cubicBezTo>
                    <a:pt x="33983" y="45002"/>
                    <a:pt x="33573" y="44274"/>
                    <a:pt x="33088" y="43606"/>
                  </a:cubicBezTo>
                  <a:cubicBezTo>
                    <a:pt x="32974" y="43454"/>
                    <a:pt x="32860" y="43295"/>
                    <a:pt x="32738" y="43143"/>
                  </a:cubicBezTo>
                  <a:cubicBezTo>
                    <a:pt x="32405" y="42392"/>
                    <a:pt x="31995" y="41686"/>
                    <a:pt x="31524" y="41026"/>
                  </a:cubicBezTo>
                  <a:lnTo>
                    <a:pt x="31160" y="40540"/>
                  </a:lnTo>
                  <a:cubicBezTo>
                    <a:pt x="30834" y="39804"/>
                    <a:pt x="30431" y="39098"/>
                    <a:pt x="29969" y="38446"/>
                  </a:cubicBezTo>
                  <a:lnTo>
                    <a:pt x="29574" y="37929"/>
                  </a:lnTo>
                  <a:cubicBezTo>
                    <a:pt x="29255" y="37201"/>
                    <a:pt x="28868" y="36510"/>
                    <a:pt x="28405" y="35865"/>
                  </a:cubicBezTo>
                  <a:lnTo>
                    <a:pt x="27988" y="35327"/>
                  </a:lnTo>
                  <a:cubicBezTo>
                    <a:pt x="27684" y="34606"/>
                    <a:pt x="27297" y="33923"/>
                    <a:pt x="26842" y="33285"/>
                  </a:cubicBezTo>
                  <a:cubicBezTo>
                    <a:pt x="26698" y="33088"/>
                    <a:pt x="26561" y="32898"/>
                    <a:pt x="26409" y="32716"/>
                  </a:cubicBezTo>
                  <a:cubicBezTo>
                    <a:pt x="26113" y="32003"/>
                    <a:pt x="25734" y="31327"/>
                    <a:pt x="25286" y="30705"/>
                  </a:cubicBezTo>
                  <a:cubicBezTo>
                    <a:pt x="25134" y="30492"/>
                    <a:pt x="24983" y="30295"/>
                    <a:pt x="24823" y="30098"/>
                  </a:cubicBezTo>
                  <a:cubicBezTo>
                    <a:pt x="24535" y="29400"/>
                    <a:pt x="24163" y="28739"/>
                    <a:pt x="23723" y="28125"/>
                  </a:cubicBezTo>
                  <a:cubicBezTo>
                    <a:pt x="23571" y="27897"/>
                    <a:pt x="23397" y="27685"/>
                    <a:pt x="23230" y="27480"/>
                  </a:cubicBezTo>
                  <a:cubicBezTo>
                    <a:pt x="22949" y="26797"/>
                    <a:pt x="22592" y="26144"/>
                    <a:pt x="22167" y="25545"/>
                  </a:cubicBezTo>
                  <a:cubicBezTo>
                    <a:pt x="22008" y="25309"/>
                    <a:pt x="21826" y="25089"/>
                    <a:pt x="21644" y="24869"/>
                  </a:cubicBezTo>
                  <a:cubicBezTo>
                    <a:pt x="21378" y="24194"/>
                    <a:pt x="21036" y="23556"/>
                    <a:pt x="20611" y="22964"/>
                  </a:cubicBezTo>
                  <a:cubicBezTo>
                    <a:pt x="20445" y="22729"/>
                    <a:pt x="20262" y="22501"/>
                    <a:pt x="20073" y="22281"/>
                  </a:cubicBezTo>
                  <a:cubicBezTo>
                    <a:pt x="19815" y="21606"/>
                    <a:pt x="19473" y="20968"/>
                    <a:pt x="19048" y="20384"/>
                  </a:cubicBezTo>
                  <a:cubicBezTo>
                    <a:pt x="18866" y="20134"/>
                    <a:pt x="18676" y="19898"/>
                    <a:pt x="18479" y="19671"/>
                  </a:cubicBezTo>
                  <a:cubicBezTo>
                    <a:pt x="18122" y="18699"/>
                    <a:pt x="17584" y="17812"/>
                    <a:pt x="16885" y="17053"/>
                  </a:cubicBezTo>
                  <a:cubicBezTo>
                    <a:pt x="16650" y="16400"/>
                    <a:pt x="16331" y="15778"/>
                    <a:pt x="15922" y="15216"/>
                  </a:cubicBezTo>
                  <a:cubicBezTo>
                    <a:pt x="15732" y="14943"/>
                    <a:pt x="15519" y="14693"/>
                    <a:pt x="15299" y="14442"/>
                  </a:cubicBezTo>
                  <a:cubicBezTo>
                    <a:pt x="15079" y="13797"/>
                    <a:pt x="14768" y="13190"/>
                    <a:pt x="14366" y="12636"/>
                  </a:cubicBezTo>
                  <a:cubicBezTo>
                    <a:pt x="14169" y="12355"/>
                    <a:pt x="13948" y="12082"/>
                    <a:pt x="13706" y="11839"/>
                  </a:cubicBezTo>
                  <a:cubicBezTo>
                    <a:pt x="13501" y="11202"/>
                    <a:pt x="13197" y="10595"/>
                    <a:pt x="12810" y="10048"/>
                  </a:cubicBezTo>
                  <a:cubicBezTo>
                    <a:pt x="12598" y="9760"/>
                    <a:pt x="12362" y="9487"/>
                    <a:pt x="12112" y="9229"/>
                  </a:cubicBezTo>
                  <a:cubicBezTo>
                    <a:pt x="11922" y="8599"/>
                    <a:pt x="11634" y="8007"/>
                    <a:pt x="11247" y="7476"/>
                  </a:cubicBezTo>
                  <a:cubicBezTo>
                    <a:pt x="11027" y="7164"/>
                    <a:pt x="10784" y="6884"/>
                    <a:pt x="10518" y="6618"/>
                  </a:cubicBezTo>
                  <a:cubicBezTo>
                    <a:pt x="10351" y="5996"/>
                    <a:pt x="10071" y="5411"/>
                    <a:pt x="9691" y="4895"/>
                  </a:cubicBezTo>
                  <a:cubicBezTo>
                    <a:pt x="9463" y="4577"/>
                    <a:pt x="9205" y="4288"/>
                    <a:pt x="8925" y="4015"/>
                  </a:cubicBezTo>
                  <a:cubicBezTo>
                    <a:pt x="8773" y="3400"/>
                    <a:pt x="8500" y="2824"/>
                    <a:pt x="8128" y="2308"/>
                  </a:cubicBezTo>
                  <a:cubicBezTo>
                    <a:pt x="7087" y="853"/>
                    <a:pt x="5413" y="1"/>
                    <a:pt x="3872" y="1"/>
                  </a:cubicBezTo>
                  <a:close/>
                </a:path>
              </a:pathLst>
            </a:custGeom>
            <a:solidFill>
              <a:srgbClr val="FFFFFF">
                <a:alpha val="15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2839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59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quada One"/>
              <a:buNone/>
              <a:defRPr sz="3500">
                <a:solidFill>
                  <a:schemeClr val="dk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●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○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Text"/>
              <a:buChar char="■"/>
              <a:defRPr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65479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4v"/><Relationship Id="rId1" Type="http://schemas.microsoft.com/office/2007/relationships/media" Target="../media/media1.m4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87D9ADC4-6569-BBC5-5782-C63A122EE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39" b="2742"/>
          <a:stretch/>
        </p:blipFill>
        <p:spPr>
          <a:xfrm>
            <a:off x="0" y="0"/>
            <a:ext cx="1190847" cy="1176670"/>
          </a:xfrm>
          <a:prstGeom prst="rect">
            <a:avLst/>
          </a:prstGeom>
        </p:spPr>
      </p:pic>
      <p:sp>
        <p:nvSpPr>
          <p:cNvPr id="2560" name="Google Shape;2560;p47"/>
          <p:cNvSpPr txBox="1">
            <a:spLocks noGrp="1"/>
          </p:cNvSpPr>
          <p:nvPr>
            <p:ph type="ctrTitle"/>
          </p:nvPr>
        </p:nvSpPr>
        <p:spPr>
          <a:xfrm>
            <a:off x="551728" y="859800"/>
            <a:ext cx="8040545" cy="2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chemeClr val="bg2"/>
                </a:solidFill>
                <a:latin typeface="Fira Sans Extra Condensed"/>
              </a:rPr>
              <a:t>Multi-Agent Reinforcement Learning</a:t>
            </a:r>
            <a:endParaRPr sz="6000" b="1" dirty="0">
              <a:solidFill>
                <a:schemeClr val="bg2"/>
              </a:solidFill>
              <a:latin typeface="Fira Sans Extra Condensed"/>
              <a:sym typeface="Fira Sans Extra Condensed"/>
            </a:endParaRPr>
          </a:p>
        </p:txBody>
      </p:sp>
      <p:sp>
        <p:nvSpPr>
          <p:cNvPr id="2561" name="Google Shape;2561;p47"/>
          <p:cNvSpPr txBox="1">
            <a:spLocks noGrp="1"/>
          </p:cNvSpPr>
          <p:nvPr>
            <p:ph type="subTitle" idx="1"/>
          </p:nvPr>
        </p:nvSpPr>
        <p:spPr>
          <a:xfrm>
            <a:off x="1446659" y="2757868"/>
            <a:ext cx="6250682" cy="7306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Prepared By: Hadi </a:t>
            </a:r>
            <a:r>
              <a:rPr lang="en-US" sz="1800" dirty="0" err="1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Atwi</a:t>
            </a: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 &amp; Mohammad Ali Al-Asbat</a:t>
            </a:r>
            <a:b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Presented To: Dr. Ibrahim </a:t>
            </a:r>
            <a:r>
              <a:rPr lang="en-US" sz="1800" dirty="0" err="1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Sammour</a:t>
            </a:r>
            <a:endParaRPr sz="18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2" name="Google Shape;2562;p47"/>
          <p:cNvSpPr/>
          <p:nvPr/>
        </p:nvSpPr>
        <p:spPr>
          <a:xfrm>
            <a:off x="3844925" y="4545428"/>
            <a:ext cx="1454155" cy="396295"/>
          </a:xfrm>
          <a:custGeom>
            <a:avLst/>
            <a:gdLst/>
            <a:ahLst/>
            <a:cxnLst/>
            <a:rect l="l" t="t" r="r" b="b"/>
            <a:pathLst>
              <a:path w="16420" h="4475" extrusionOk="0">
                <a:moveTo>
                  <a:pt x="8210" y="1"/>
                </a:moveTo>
                <a:cubicBezTo>
                  <a:pt x="3676" y="1"/>
                  <a:pt x="0" y="1003"/>
                  <a:pt x="0" y="2239"/>
                </a:cubicBezTo>
                <a:cubicBezTo>
                  <a:pt x="0" y="3472"/>
                  <a:pt x="3676" y="4474"/>
                  <a:pt x="8210" y="4474"/>
                </a:cubicBezTo>
                <a:cubicBezTo>
                  <a:pt x="12743" y="4474"/>
                  <a:pt x="16419" y="3472"/>
                  <a:pt x="16419" y="2239"/>
                </a:cubicBezTo>
                <a:cubicBezTo>
                  <a:pt x="16419" y="1003"/>
                  <a:pt x="12743" y="1"/>
                  <a:pt x="8210" y="1"/>
                </a:cubicBezTo>
                <a:close/>
              </a:path>
            </a:pathLst>
          </a:custGeom>
          <a:solidFill>
            <a:srgbClr val="000000">
              <a:alpha val="156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563" name="Google Shape;2563;p47"/>
          <p:cNvGrpSpPr/>
          <p:nvPr/>
        </p:nvGrpSpPr>
        <p:grpSpPr>
          <a:xfrm>
            <a:off x="3990783" y="3612885"/>
            <a:ext cx="1162436" cy="1137342"/>
            <a:chOff x="6816275" y="3178227"/>
            <a:chExt cx="1614495" cy="1579642"/>
          </a:xfrm>
        </p:grpSpPr>
        <p:sp>
          <p:nvSpPr>
            <p:cNvPr id="2564" name="Google Shape;2564;p47"/>
            <p:cNvSpPr/>
            <p:nvPr/>
          </p:nvSpPr>
          <p:spPr>
            <a:xfrm>
              <a:off x="6833698" y="3178227"/>
              <a:ext cx="1579520" cy="1579528"/>
            </a:xfrm>
            <a:custGeom>
              <a:avLst/>
              <a:gdLst/>
              <a:ahLst/>
              <a:cxnLst/>
              <a:rect l="l" t="t" r="r" b="b"/>
              <a:pathLst>
                <a:path w="209416" h="209417" extrusionOk="0">
                  <a:moveTo>
                    <a:pt x="104711" y="1"/>
                  </a:moveTo>
                  <a:cubicBezTo>
                    <a:pt x="76937" y="1"/>
                    <a:pt x="50306" y="11036"/>
                    <a:pt x="30668" y="30669"/>
                  </a:cubicBezTo>
                  <a:cubicBezTo>
                    <a:pt x="11036" y="50306"/>
                    <a:pt x="1" y="76937"/>
                    <a:pt x="1" y="104711"/>
                  </a:cubicBezTo>
                  <a:cubicBezTo>
                    <a:pt x="1" y="132480"/>
                    <a:pt x="11036" y="159110"/>
                    <a:pt x="30668" y="178748"/>
                  </a:cubicBezTo>
                  <a:cubicBezTo>
                    <a:pt x="50306" y="198386"/>
                    <a:pt x="76937" y="209416"/>
                    <a:pt x="104711" y="209416"/>
                  </a:cubicBezTo>
                  <a:cubicBezTo>
                    <a:pt x="132480" y="209416"/>
                    <a:pt x="159110" y="198386"/>
                    <a:pt x="178748" y="178748"/>
                  </a:cubicBezTo>
                  <a:cubicBezTo>
                    <a:pt x="198385" y="159110"/>
                    <a:pt x="209415" y="132480"/>
                    <a:pt x="209415" y="104711"/>
                  </a:cubicBezTo>
                  <a:cubicBezTo>
                    <a:pt x="209415" y="76937"/>
                    <a:pt x="198385" y="50306"/>
                    <a:pt x="178748" y="30669"/>
                  </a:cubicBezTo>
                  <a:cubicBezTo>
                    <a:pt x="159110" y="11036"/>
                    <a:pt x="132480" y="1"/>
                    <a:pt x="104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6921672" y="3553294"/>
              <a:ext cx="1504653" cy="1204575"/>
            </a:xfrm>
            <a:custGeom>
              <a:avLst/>
              <a:gdLst/>
              <a:ahLst/>
              <a:cxnLst/>
              <a:rect l="l" t="t" r="r" b="b"/>
              <a:pathLst>
                <a:path w="199490" h="159705" extrusionOk="0">
                  <a:moveTo>
                    <a:pt x="182157" y="1"/>
                  </a:moveTo>
                  <a:cubicBezTo>
                    <a:pt x="175060" y="38037"/>
                    <a:pt x="150124" y="115112"/>
                    <a:pt x="64617" y="115112"/>
                  </a:cubicBezTo>
                  <a:cubicBezTo>
                    <a:pt x="46072" y="115112"/>
                    <a:pt x="24679" y="111486"/>
                    <a:pt x="0" y="103051"/>
                  </a:cubicBezTo>
                  <a:lnTo>
                    <a:pt x="0" y="103051"/>
                  </a:lnTo>
                  <a:cubicBezTo>
                    <a:pt x="15859" y="133669"/>
                    <a:pt x="46487" y="155830"/>
                    <a:pt x="83374" y="159251"/>
                  </a:cubicBezTo>
                  <a:cubicBezTo>
                    <a:pt x="86661" y="159555"/>
                    <a:pt x="89926" y="159705"/>
                    <a:pt x="93163" y="159705"/>
                  </a:cubicBezTo>
                  <a:cubicBezTo>
                    <a:pt x="146632" y="159705"/>
                    <a:pt x="192269" y="118954"/>
                    <a:pt x="197303" y="64656"/>
                  </a:cubicBezTo>
                  <a:cubicBezTo>
                    <a:pt x="199490" y="41116"/>
                    <a:pt x="193703" y="18674"/>
                    <a:pt x="182157" y="1"/>
                  </a:cubicBezTo>
                  <a:close/>
                </a:path>
              </a:pathLst>
            </a:custGeom>
            <a:solidFill>
              <a:srgbClr val="000000">
                <a:alpha val="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47"/>
            <p:cNvSpPr/>
            <p:nvPr/>
          </p:nvSpPr>
          <p:spPr>
            <a:xfrm>
              <a:off x="6816275" y="3183431"/>
              <a:ext cx="1614495" cy="1569202"/>
            </a:xfrm>
            <a:custGeom>
              <a:avLst/>
              <a:gdLst/>
              <a:ahLst/>
              <a:cxnLst/>
              <a:rect l="l" t="t" r="r" b="b"/>
              <a:pathLst>
                <a:path w="214053" h="208048" extrusionOk="0">
                  <a:moveTo>
                    <a:pt x="94993" y="0"/>
                  </a:moveTo>
                  <a:lnTo>
                    <a:pt x="94993" y="0"/>
                  </a:lnTo>
                  <a:cubicBezTo>
                    <a:pt x="72484" y="2580"/>
                    <a:pt x="51910" y="12376"/>
                    <a:pt x="35889" y="27203"/>
                  </a:cubicBezTo>
                  <a:lnTo>
                    <a:pt x="70611" y="30427"/>
                  </a:lnTo>
                  <a:lnTo>
                    <a:pt x="86946" y="65940"/>
                  </a:lnTo>
                  <a:lnTo>
                    <a:pt x="64370" y="97836"/>
                  </a:lnTo>
                  <a:lnTo>
                    <a:pt x="25431" y="94230"/>
                  </a:lnTo>
                  <a:lnTo>
                    <a:pt x="10862" y="62559"/>
                  </a:lnTo>
                  <a:cubicBezTo>
                    <a:pt x="2086" y="82937"/>
                    <a:pt x="0" y="105574"/>
                    <a:pt x="4913" y="127214"/>
                  </a:cubicBezTo>
                  <a:lnTo>
                    <a:pt x="25094" y="98705"/>
                  </a:lnTo>
                  <a:lnTo>
                    <a:pt x="64028" y="102316"/>
                  </a:lnTo>
                  <a:lnTo>
                    <a:pt x="80346" y="137801"/>
                  </a:lnTo>
                  <a:lnTo>
                    <a:pt x="57753" y="169725"/>
                  </a:lnTo>
                  <a:lnTo>
                    <a:pt x="23003" y="166501"/>
                  </a:lnTo>
                  <a:lnTo>
                    <a:pt x="23003" y="166501"/>
                  </a:lnTo>
                  <a:cubicBezTo>
                    <a:pt x="36029" y="183997"/>
                    <a:pt x="54433" y="197393"/>
                    <a:pt x="76050" y="204061"/>
                  </a:cubicBezTo>
                  <a:lnTo>
                    <a:pt x="61442" y="172294"/>
                  </a:lnTo>
                  <a:lnTo>
                    <a:pt x="84013" y="140414"/>
                  </a:lnTo>
                  <a:lnTo>
                    <a:pt x="122969" y="144026"/>
                  </a:lnTo>
                  <a:lnTo>
                    <a:pt x="139287" y="179499"/>
                  </a:lnTo>
                  <a:lnTo>
                    <a:pt x="119071" y="208048"/>
                  </a:lnTo>
                  <a:cubicBezTo>
                    <a:pt x="141541" y="205468"/>
                    <a:pt x="162098" y="195688"/>
                    <a:pt x="178108" y="180884"/>
                  </a:cubicBezTo>
                  <a:lnTo>
                    <a:pt x="143392" y="177671"/>
                  </a:lnTo>
                  <a:lnTo>
                    <a:pt x="127051" y="142153"/>
                  </a:lnTo>
                  <a:lnTo>
                    <a:pt x="149638" y="110257"/>
                  </a:lnTo>
                  <a:lnTo>
                    <a:pt x="188566" y="113868"/>
                  </a:lnTo>
                  <a:lnTo>
                    <a:pt x="203146" y="145557"/>
                  </a:lnTo>
                  <a:cubicBezTo>
                    <a:pt x="211955" y="125162"/>
                    <a:pt x="214053" y="102490"/>
                    <a:pt x="209135" y="80828"/>
                  </a:cubicBezTo>
                  <a:lnTo>
                    <a:pt x="209135" y="80828"/>
                  </a:lnTo>
                  <a:lnTo>
                    <a:pt x="188903" y="109388"/>
                  </a:lnTo>
                  <a:lnTo>
                    <a:pt x="150020" y="105788"/>
                  </a:lnTo>
                  <a:lnTo>
                    <a:pt x="133685" y="70269"/>
                  </a:lnTo>
                  <a:lnTo>
                    <a:pt x="156278" y="38367"/>
                  </a:lnTo>
                  <a:lnTo>
                    <a:pt x="191078" y="41597"/>
                  </a:lnTo>
                  <a:cubicBezTo>
                    <a:pt x="178052" y="24074"/>
                    <a:pt x="159631" y="10660"/>
                    <a:pt x="137986" y="3987"/>
                  </a:cubicBezTo>
                  <a:lnTo>
                    <a:pt x="137986" y="3987"/>
                  </a:lnTo>
                  <a:lnTo>
                    <a:pt x="152594" y="35738"/>
                  </a:lnTo>
                  <a:lnTo>
                    <a:pt x="129989" y="67678"/>
                  </a:lnTo>
                  <a:lnTo>
                    <a:pt x="91095" y="64067"/>
                  </a:lnTo>
                  <a:lnTo>
                    <a:pt x="74772" y="28565"/>
                  </a:lnTo>
                  <a:lnTo>
                    <a:pt x="949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713225" y="457563"/>
            <a:ext cx="7717500" cy="4905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RL Algorithms</a:t>
            </a:r>
            <a:endParaRPr dirty="0"/>
          </a:p>
        </p:txBody>
      </p:sp>
      <p:grpSp>
        <p:nvGrpSpPr>
          <p:cNvPr id="118" name="Google Shape;118;p18"/>
          <p:cNvGrpSpPr/>
          <p:nvPr/>
        </p:nvGrpSpPr>
        <p:grpSpPr>
          <a:xfrm>
            <a:off x="5616181" y="1223810"/>
            <a:ext cx="2261985" cy="3316065"/>
            <a:chOff x="5616181" y="1223810"/>
            <a:chExt cx="2261985" cy="3316065"/>
          </a:xfrm>
        </p:grpSpPr>
        <p:sp>
          <p:nvSpPr>
            <p:cNvPr id="119" name="Google Shape;119;p18"/>
            <p:cNvSpPr/>
            <p:nvPr/>
          </p:nvSpPr>
          <p:spPr>
            <a:xfrm>
              <a:off x="5616181" y="1223810"/>
              <a:ext cx="2261985" cy="3316065"/>
            </a:xfrm>
            <a:custGeom>
              <a:avLst/>
              <a:gdLst/>
              <a:ahLst/>
              <a:cxnLst/>
              <a:rect l="l" t="t" r="r" b="b"/>
              <a:pathLst>
                <a:path w="142960" h="209546" extrusionOk="0">
                  <a:moveTo>
                    <a:pt x="0" y="0"/>
                  </a:moveTo>
                  <a:lnTo>
                    <a:pt x="0" y="209546"/>
                  </a:lnTo>
                  <a:lnTo>
                    <a:pt x="142960" y="209546"/>
                  </a:lnTo>
                  <a:lnTo>
                    <a:pt x="1429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5757792" y="1411162"/>
              <a:ext cx="1967939" cy="2952185"/>
            </a:xfrm>
            <a:custGeom>
              <a:avLst/>
              <a:gdLst/>
              <a:ahLst/>
              <a:cxnLst/>
              <a:rect l="l" t="t" r="r" b="b"/>
              <a:pathLst>
                <a:path w="124376" h="186552" extrusionOk="0">
                  <a:moveTo>
                    <a:pt x="0" y="1"/>
                  </a:moveTo>
                  <a:lnTo>
                    <a:pt x="0" y="186551"/>
                  </a:lnTo>
                  <a:lnTo>
                    <a:pt x="124376" y="186551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rgbClr val="000000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5757792" y="1411162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1"/>
                  </a:moveTo>
                  <a:lnTo>
                    <a:pt x="0" y="10934"/>
                  </a:lnTo>
                  <a:lnTo>
                    <a:pt x="124376" y="10934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5757792" y="1740623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5757792" y="2069846"/>
              <a:ext cx="1967939" cy="172999"/>
            </a:xfrm>
            <a:custGeom>
              <a:avLst/>
              <a:gdLst/>
              <a:ahLst/>
              <a:cxnLst/>
              <a:rect l="l" t="t" r="r" b="b"/>
              <a:pathLst>
                <a:path w="124376" h="10932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5757792" y="2399275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0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5757792" y="2728720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5757792" y="3057944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5757792" y="3387373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0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5757792" y="3716817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1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5757792" y="4046041"/>
              <a:ext cx="1967939" cy="173236"/>
            </a:xfrm>
            <a:custGeom>
              <a:avLst/>
              <a:gdLst/>
              <a:ahLst/>
              <a:cxnLst/>
              <a:rect l="l" t="t" r="r" b="b"/>
              <a:pathLst>
                <a:path w="124376" h="10947" extrusionOk="0">
                  <a:moveTo>
                    <a:pt x="0" y="0"/>
                  </a:moveTo>
                  <a:lnTo>
                    <a:pt x="0" y="10947"/>
                  </a:lnTo>
                  <a:lnTo>
                    <a:pt x="124376" y="10947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5750925" y="1404326"/>
              <a:ext cx="1981642" cy="2965858"/>
            </a:xfrm>
            <a:custGeom>
              <a:avLst/>
              <a:gdLst/>
              <a:ahLst/>
              <a:cxnLst/>
              <a:rect l="l" t="t" r="r" b="b"/>
              <a:pathLst>
                <a:path w="125242" h="187416" extrusionOk="0">
                  <a:moveTo>
                    <a:pt x="4065" y="866"/>
                  </a:moveTo>
                  <a:cubicBezTo>
                    <a:pt x="4065" y="1382"/>
                    <a:pt x="3966" y="2360"/>
                    <a:pt x="3311" y="3156"/>
                  </a:cubicBezTo>
                  <a:cubicBezTo>
                    <a:pt x="2780" y="3812"/>
                    <a:pt x="1956" y="4231"/>
                    <a:pt x="867" y="4385"/>
                  </a:cubicBezTo>
                  <a:lnTo>
                    <a:pt x="867" y="866"/>
                  </a:lnTo>
                  <a:close/>
                  <a:moveTo>
                    <a:pt x="124376" y="866"/>
                  </a:moveTo>
                  <a:lnTo>
                    <a:pt x="124376" y="4385"/>
                  </a:lnTo>
                  <a:cubicBezTo>
                    <a:pt x="123287" y="4231"/>
                    <a:pt x="122464" y="3812"/>
                    <a:pt x="121933" y="3156"/>
                  </a:cubicBezTo>
                  <a:cubicBezTo>
                    <a:pt x="121291" y="2374"/>
                    <a:pt x="121180" y="1382"/>
                    <a:pt x="121180" y="866"/>
                  </a:cubicBezTo>
                  <a:close/>
                  <a:moveTo>
                    <a:pt x="81987" y="866"/>
                  </a:moveTo>
                  <a:lnTo>
                    <a:pt x="81987" y="12539"/>
                  </a:lnTo>
                  <a:lnTo>
                    <a:pt x="43256" y="12539"/>
                  </a:lnTo>
                  <a:lnTo>
                    <a:pt x="43256" y="866"/>
                  </a:lnTo>
                  <a:close/>
                  <a:moveTo>
                    <a:pt x="101785" y="866"/>
                  </a:moveTo>
                  <a:lnTo>
                    <a:pt x="101785" y="32421"/>
                  </a:lnTo>
                  <a:lnTo>
                    <a:pt x="23444" y="32421"/>
                  </a:lnTo>
                  <a:lnTo>
                    <a:pt x="23444" y="866"/>
                  </a:lnTo>
                  <a:lnTo>
                    <a:pt x="42390" y="866"/>
                  </a:lnTo>
                  <a:lnTo>
                    <a:pt x="42390" y="13404"/>
                  </a:lnTo>
                  <a:lnTo>
                    <a:pt x="82853" y="13404"/>
                  </a:lnTo>
                  <a:lnTo>
                    <a:pt x="82853" y="866"/>
                  </a:lnTo>
                  <a:close/>
                  <a:moveTo>
                    <a:pt x="76961" y="33287"/>
                  </a:moveTo>
                  <a:cubicBezTo>
                    <a:pt x="73540" y="37727"/>
                    <a:pt x="68248" y="40352"/>
                    <a:pt x="62622" y="40352"/>
                  </a:cubicBezTo>
                  <a:cubicBezTo>
                    <a:pt x="56995" y="40352"/>
                    <a:pt x="51704" y="37727"/>
                    <a:pt x="48282" y="33287"/>
                  </a:cubicBezTo>
                  <a:close/>
                  <a:moveTo>
                    <a:pt x="62622" y="75620"/>
                  </a:moveTo>
                  <a:cubicBezTo>
                    <a:pt x="72451" y="75620"/>
                    <a:pt x="80466" y="83508"/>
                    <a:pt x="80703" y="93282"/>
                  </a:cubicBezTo>
                  <a:lnTo>
                    <a:pt x="63795" y="93282"/>
                  </a:lnTo>
                  <a:cubicBezTo>
                    <a:pt x="63627" y="92794"/>
                    <a:pt x="63166" y="92444"/>
                    <a:pt x="62622" y="92444"/>
                  </a:cubicBezTo>
                  <a:cubicBezTo>
                    <a:pt x="62077" y="92444"/>
                    <a:pt x="61617" y="92794"/>
                    <a:pt x="61449" y="93282"/>
                  </a:cubicBezTo>
                  <a:lnTo>
                    <a:pt x="44540" y="93282"/>
                  </a:lnTo>
                  <a:cubicBezTo>
                    <a:pt x="44778" y="83508"/>
                    <a:pt x="52793" y="75620"/>
                    <a:pt x="62622" y="75620"/>
                  </a:cubicBezTo>
                  <a:close/>
                  <a:moveTo>
                    <a:pt x="120314" y="866"/>
                  </a:moveTo>
                  <a:cubicBezTo>
                    <a:pt x="120314" y="1522"/>
                    <a:pt x="120453" y="2695"/>
                    <a:pt x="121249" y="3700"/>
                  </a:cubicBezTo>
                  <a:cubicBezTo>
                    <a:pt x="121961" y="4566"/>
                    <a:pt x="123008" y="5083"/>
                    <a:pt x="124376" y="5251"/>
                  </a:cubicBezTo>
                  <a:lnTo>
                    <a:pt x="124376" y="93282"/>
                  </a:lnTo>
                  <a:lnTo>
                    <a:pt x="81555" y="93282"/>
                  </a:lnTo>
                  <a:cubicBezTo>
                    <a:pt x="81331" y="83020"/>
                    <a:pt x="72926" y="74755"/>
                    <a:pt x="62622" y="74755"/>
                  </a:cubicBezTo>
                  <a:cubicBezTo>
                    <a:pt x="52318" y="74755"/>
                    <a:pt x="43913" y="83020"/>
                    <a:pt x="43675" y="93282"/>
                  </a:cubicBezTo>
                  <a:lnTo>
                    <a:pt x="867" y="93282"/>
                  </a:lnTo>
                  <a:lnTo>
                    <a:pt x="867" y="5251"/>
                  </a:lnTo>
                  <a:cubicBezTo>
                    <a:pt x="2235" y="5083"/>
                    <a:pt x="3283" y="4566"/>
                    <a:pt x="3981" y="3700"/>
                  </a:cubicBezTo>
                  <a:cubicBezTo>
                    <a:pt x="4791" y="2695"/>
                    <a:pt x="4930" y="1522"/>
                    <a:pt x="4930" y="866"/>
                  </a:cubicBezTo>
                  <a:lnTo>
                    <a:pt x="22578" y="866"/>
                  </a:lnTo>
                  <a:lnTo>
                    <a:pt x="22578" y="33287"/>
                  </a:lnTo>
                  <a:lnTo>
                    <a:pt x="47208" y="33287"/>
                  </a:lnTo>
                  <a:cubicBezTo>
                    <a:pt x="50768" y="38257"/>
                    <a:pt x="56507" y="41217"/>
                    <a:pt x="62622" y="41217"/>
                  </a:cubicBezTo>
                  <a:cubicBezTo>
                    <a:pt x="68737" y="41217"/>
                    <a:pt x="74475" y="38257"/>
                    <a:pt x="78022" y="33287"/>
                  </a:cubicBezTo>
                  <a:lnTo>
                    <a:pt x="102651" y="33287"/>
                  </a:lnTo>
                  <a:lnTo>
                    <a:pt x="102651" y="866"/>
                  </a:lnTo>
                  <a:close/>
                  <a:moveTo>
                    <a:pt x="80703" y="94134"/>
                  </a:moveTo>
                  <a:cubicBezTo>
                    <a:pt x="80466" y="103908"/>
                    <a:pt x="72451" y="111796"/>
                    <a:pt x="62622" y="111796"/>
                  </a:cubicBezTo>
                  <a:cubicBezTo>
                    <a:pt x="52793" y="111796"/>
                    <a:pt x="44778" y="103908"/>
                    <a:pt x="44540" y="94134"/>
                  </a:cubicBezTo>
                  <a:lnTo>
                    <a:pt x="61449" y="94134"/>
                  </a:lnTo>
                  <a:cubicBezTo>
                    <a:pt x="61617" y="94622"/>
                    <a:pt x="62077" y="94972"/>
                    <a:pt x="62622" y="94972"/>
                  </a:cubicBezTo>
                  <a:cubicBezTo>
                    <a:pt x="63166" y="94972"/>
                    <a:pt x="63627" y="94622"/>
                    <a:pt x="63795" y="94134"/>
                  </a:cubicBezTo>
                  <a:close/>
                  <a:moveTo>
                    <a:pt x="62622" y="147065"/>
                  </a:moveTo>
                  <a:cubicBezTo>
                    <a:pt x="68248" y="147065"/>
                    <a:pt x="73540" y="149690"/>
                    <a:pt x="76961" y="154130"/>
                  </a:cubicBezTo>
                  <a:lnTo>
                    <a:pt x="48282" y="154130"/>
                  </a:lnTo>
                  <a:cubicBezTo>
                    <a:pt x="51704" y="149690"/>
                    <a:pt x="56995" y="147065"/>
                    <a:pt x="62622" y="147065"/>
                  </a:cubicBezTo>
                  <a:close/>
                  <a:moveTo>
                    <a:pt x="867" y="183031"/>
                  </a:moveTo>
                  <a:cubicBezTo>
                    <a:pt x="1956" y="183186"/>
                    <a:pt x="2765" y="183604"/>
                    <a:pt x="3311" y="184260"/>
                  </a:cubicBezTo>
                  <a:cubicBezTo>
                    <a:pt x="3953" y="185042"/>
                    <a:pt x="4050" y="186034"/>
                    <a:pt x="4065" y="186550"/>
                  </a:cubicBezTo>
                  <a:lnTo>
                    <a:pt x="867" y="186550"/>
                  </a:lnTo>
                  <a:lnTo>
                    <a:pt x="867" y="183031"/>
                  </a:lnTo>
                  <a:close/>
                  <a:moveTo>
                    <a:pt x="81987" y="174877"/>
                  </a:moveTo>
                  <a:lnTo>
                    <a:pt x="81987" y="186550"/>
                  </a:lnTo>
                  <a:lnTo>
                    <a:pt x="43256" y="186550"/>
                  </a:lnTo>
                  <a:lnTo>
                    <a:pt x="43256" y="174877"/>
                  </a:lnTo>
                  <a:close/>
                  <a:moveTo>
                    <a:pt x="101785" y="154995"/>
                  </a:moveTo>
                  <a:lnTo>
                    <a:pt x="101785" y="186550"/>
                  </a:lnTo>
                  <a:lnTo>
                    <a:pt x="82853" y="186550"/>
                  </a:lnTo>
                  <a:lnTo>
                    <a:pt x="82853" y="174012"/>
                  </a:lnTo>
                  <a:lnTo>
                    <a:pt x="42390" y="174012"/>
                  </a:lnTo>
                  <a:lnTo>
                    <a:pt x="42390" y="186550"/>
                  </a:lnTo>
                  <a:lnTo>
                    <a:pt x="23444" y="186550"/>
                  </a:lnTo>
                  <a:lnTo>
                    <a:pt x="23444" y="154995"/>
                  </a:lnTo>
                  <a:close/>
                  <a:moveTo>
                    <a:pt x="124376" y="94134"/>
                  </a:moveTo>
                  <a:lnTo>
                    <a:pt x="124376" y="182166"/>
                  </a:lnTo>
                  <a:cubicBezTo>
                    <a:pt x="123008" y="182333"/>
                    <a:pt x="121961" y="182850"/>
                    <a:pt x="121249" y="183716"/>
                  </a:cubicBezTo>
                  <a:cubicBezTo>
                    <a:pt x="120453" y="184721"/>
                    <a:pt x="120314" y="185894"/>
                    <a:pt x="120314" y="186550"/>
                  </a:cubicBezTo>
                  <a:lnTo>
                    <a:pt x="102651" y="186550"/>
                  </a:lnTo>
                  <a:lnTo>
                    <a:pt x="102651" y="154130"/>
                  </a:lnTo>
                  <a:lnTo>
                    <a:pt x="78022" y="154130"/>
                  </a:lnTo>
                  <a:cubicBezTo>
                    <a:pt x="74475" y="149159"/>
                    <a:pt x="68737" y="146199"/>
                    <a:pt x="62622" y="146199"/>
                  </a:cubicBezTo>
                  <a:cubicBezTo>
                    <a:pt x="56507" y="146199"/>
                    <a:pt x="50768" y="149159"/>
                    <a:pt x="47208" y="154130"/>
                  </a:cubicBezTo>
                  <a:lnTo>
                    <a:pt x="22578" y="154130"/>
                  </a:lnTo>
                  <a:lnTo>
                    <a:pt x="22578" y="186550"/>
                  </a:lnTo>
                  <a:lnTo>
                    <a:pt x="4930" y="186550"/>
                  </a:lnTo>
                  <a:cubicBezTo>
                    <a:pt x="4930" y="185894"/>
                    <a:pt x="4791" y="184721"/>
                    <a:pt x="3981" y="183716"/>
                  </a:cubicBezTo>
                  <a:cubicBezTo>
                    <a:pt x="3283" y="182850"/>
                    <a:pt x="2235" y="182333"/>
                    <a:pt x="867" y="182166"/>
                  </a:cubicBezTo>
                  <a:lnTo>
                    <a:pt x="867" y="94134"/>
                  </a:lnTo>
                  <a:lnTo>
                    <a:pt x="43675" y="94134"/>
                  </a:lnTo>
                  <a:cubicBezTo>
                    <a:pt x="43913" y="104396"/>
                    <a:pt x="52318" y="112662"/>
                    <a:pt x="62622" y="112662"/>
                  </a:cubicBezTo>
                  <a:cubicBezTo>
                    <a:pt x="72926" y="112662"/>
                    <a:pt x="81331" y="104396"/>
                    <a:pt x="81555" y="94134"/>
                  </a:cubicBezTo>
                  <a:close/>
                  <a:moveTo>
                    <a:pt x="124376" y="183031"/>
                  </a:moveTo>
                  <a:lnTo>
                    <a:pt x="124376" y="186550"/>
                  </a:lnTo>
                  <a:lnTo>
                    <a:pt x="121180" y="186550"/>
                  </a:lnTo>
                  <a:cubicBezTo>
                    <a:pt x="121180" y="186034"/>
                    <a:pt x="121277" y="185056"/>
                    <a:pt x="121919" y="184260"/>
                  </a:cubicBezTo>
                  <a:cubicBezTo>
                    <a:pt x="122464" y="183604"/>
                    <a:pt x="123287" y="183186"/>
                    <a:pt x="124376" y="183031"/>
                  </a:cubicBezTo>
                  <a:close/>
                  <a:moveTo>
                    <a:pt x="1" y="1"/>
                  </a:moveTo>
                  <a:lnTo>
                    <a:pt x="1" y="187416"/>
                  </a:lnTo>
                  <a:lnTo>
                    <a:pt x="125242" y="187416"/>
                  </a:lnTo>
                  <a:lnTo>
                    <a:pt x="125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6721193" y="3991682"/>
            <a:ext cx="40901" cy="40892"/>
          </a:xfrm>
          <a:custGeom>
            <a:avLst/>
            <a:gdLst/>
            <a:ahLst/>
            <a:cxnLst/>
            <a:rect l="l" t="t" r="r" b="b"/>
            <a:pathLst>
              <a:path w="2585" h="2584" extrusionOk="0">
                <a:moveTo>
                  <a:pt x="1300" y="1"/>
                </a:moveTo>
                <a:cubicBezTo>
                  <a:pt x="587" y="1"/>
                  <a:pt x="1" y="573"/>
                  <a:pt x="1" y="1285"/>
                </a:cubicBezTo>
                <a:cubicBezTo>
                  <a:pt x="1" y="1997"/>
                  <a:pt x="587" y="2583"/>
                  <a:pt x="1300" y="2583"/>
                </a:cubicBezTo>
                <a:cubicBezTo>
                  <a:pt x="2012" y="2583"/>
                  <a:pt x="2585" y="1997"/>
                  <a:pt x="2585" y="1285"/>
                </a:cubicBezTo>
                <a:cubicBezTo>
                  <a:pt x="2585" y="573"/>
                  <a:pt x="2012" y="1"/>
                  <a:pt x="1300" y="1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721193" y="1741952"/>
            <a:ext cx="40901" cy="40876"/>
          </a:xfrm>
          <a:custGeom>
            <a:avLst/>
            <a:gdLst/>
            <a:ahLst/>
            <a:cxnLst/>
            <a:rect l="l" t="t" r="r" b="b"/>
            <a:pathLst>
              <a:path w="2585" h="2583" extrusionOk="0">
                <a:moveTo>
                  <a:pt x="1300" y="0"/>
                </a:moveTo>
                <a:cubicBezTo>
                  <a:pt x="587" y="0"/>
                  <a:pt x="1" y="586"/>
                  <a:pt x="1" y="1298"/>
                </a:cubicBezTo>
                <a:cubicBezTo>
                  <a:pt x="1" y="2011"/>
                  <a:pt x="587" y="2583"/>
                  <a:pt x="1300" y="2583"/>
                </a:cubicBezTo>
                <a:cubicBezTo>
                  <a:pt x="2012" y="2583"/>
                  <a:pt x="2585" y="2011"/>
                  <a:pt x="2585" y="1298"/>
                </a:cubicBezTo>
                <a:cubicBezTo>
                  <a:pt x="2585" y="586"/>
                  <a:pt x="2012" y="0"/>
                  <a:pt x="1300" y="0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8"/>
          <p:cNvGrpSpPr/>
          <p:nvPr/>
        </p:nvGrpSpPr>
        <p:grpSpPr>
          <a:xfrm>
            <a:off x="1067000" y="1012138"/>
            <a:ext cx="3546712" cy="1355138"/>
            <a:chOff x="1067000" y="1418207"/>
            <a:chExt cx="3546712" cy="695400"/>
          </a:xfrm>
        </p:grpSpPr>
        <p:sp>
          <p:nvSpPr>
            <p:cNvPr id="134" name="Google Shape;134;p18"/>
            <p:cNvSpPr txBox="1"/>
            <p:nvPr/>
          </p:nvSpPr>
          <p:spPr>
            <a:xfrm>
              <a:off x="3789312" y="1669088"/>
              <a:ext cx="824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PPO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1067000" y="1418207"/>
              <a:ext cx="2646000" cy="69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>
                <a:buSzPts val="1100"/>
              </a:pPr>
              <a:r>
                <a:rPr lang="en" sz="18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Proximal Policy Optimization</a:t>
              </a:r>
              <a:endParaRPr sz="180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18"/>
          <p:cNvGrpSpPr/>
          <p:nvPr/>
        </p:nvGrpSpPr>
        <p:grpSpPr>
          <a:xfrm>
            <a:off x="1066625" y="3424288"/>
            <a:ext cx="3546987" cy="1355138"/>
            <a:chOff x="1066625" y="3677957"/>
            <a:chExt cx="3546987" cy="695400"/>
          </a:xfrm>
        </p:grpSpPr>
        <p:sp>
          <p:nvSpPr>
            <p:cNvPr id="137" name="Google Shape;137;p18"/>
            <p:cNvSpPr txBox="1"/>
            <p:nvPr/>
          </p:nvSpPr>
          <p:spPr>
            <a:xfrm>
              <a:off x="3789212" y="3915188"/>
              <a:ext cx="8244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POCA</a:t>
              </a:r>
              <a:endParaRPr sz="1800" dirty="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1066625" y="3677957"/>
              <a:ext cx="2646300" cy="69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Parametrized Off-Policy Centralized Actor-Critic</a:t>
              </a:r>
              <a:endParaRPr sz="180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2" name="Google Shape;142;p18"/>
          <p:cNvSpPr/>
          <p:nvPr/>
        </p:nvSpPr>
        <p:spPr>
          <a:xfrm>
            <a:off x="5955250" y="1559450"/>
            <a:ext cx="267300" cy="267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613525" y="2758700"/>
            <a:ext cx="267300" cy="2673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6966875" y="3968207"/>
            <a:ext cx="267300" cy="2673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8"/>
          <p:cNvCxnSpPr>
            <a:stCxn id="142" idx="2"/>
            <a:endCxn id="134" idx="3"/>
          </p:cNvCxnSpPr>
          <p:nvPr/>
        </p:nvCxnSpPr>
        <p:spPr>
          <a:xfrm rot="10800000" flipV="1">
            <a:off x="4613712" y="1693100"/>
            <a:ext cx="1341538" cy="3196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18"/>
          <p:cNvCxnSpPr>
            <a:stCxn id="144" idx="2"/>
            <a:endCxn id="137" idx="3"/>
          </p:cNvCxnSpPr>
          <p:nvPr/>
        </p:nvCxnSpPr>
        <p:spPr>
          <a:xfrm rot="10800000">
            <a:off x="4613613" y="4081847"/>
            <a:ext cx="2353263" cy="20011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DB1DA991-5DDC-5E2A-975A-D7F2BEA3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9A137994-15B9-66A7-4CA5-5F22ED5BCA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57563"/>
            <a:ext cx="7717500" cy="4905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MARL Types</a:t>
            </a:r>
            <a:endParaRPr dirty="0"/>
          </a:p>
        </p:txBody>
      </p:sp>
      <p:grpSp>
        <p:nvGrpSpPr>
          <p:cNvPr id="118" name="Google Shape;118;p18">
            <a:extLst>
              <a:ext uri="{FF2B5EF4-FFF2-40B4-BE49-F238E27FC236}">
                <a16:creationId xmlns:a16="http://schemas.microsoft.com/office/drawing/2014/main" id="{C6DA54AB-D076-357F-B0EC-CA8D557DB682}"/>
              </a:ext>
            </a:extLst>
          </p:cNvPr>
          <p:cNvGrpSpPr/>
          <p:nvPr/>
        </p:nvGrpSpPr>
        <p:grpSpPr>
          <a:xfrm>
            <a:off x="5616181" y="1223810"/>
            <a:ext cx="2261985" cy="3316065"/>
            <a:chOff x="5616181" y="1223810"/>
            <a:chExt cx="2261985" cy="3316065"/>
          </a:xfrm>
        </p:grpSpPr>
        <p:sp>
          <p:nvSpPr>
            <p:cNvPr id="119" name="Google Shape;119;p18">
              <a:extLst>
                <a:ext uri="{FF2B5EF4-FFF2-40B4-BE49-F238E27FC236}">
                  <a16:creationId xmlns:a16="http://schemas.microsoft.com/office/drawing/2014/main" id="{4C0D47AB-7383-9B59-3FFA-43A1C24184B2}"/>
                </a:ext>
              </a:extLst>
            </p:cNvPr>
            <p:cNvSpPr/>
            <p:nvPr/>
          </p:nvSpPr>
          <p:spPr>
            <a:xfrm>
              <a:off x="5616181" y="1223810"/>
              <a:ext cx="2261985" cy="3316065"/>
            </a:xfrm>
            <a:custGeom>
              <a:avLst/>
              <a:gdLst/>
              <a:ahLst/>
              <a:cxnLst/>
              <a:rect l="l" t="t" r="r" b="b"/>
              <a:pathLst>
                <a:path w="142960" h="209546" extrusionOk="0">
                  <a:moveTo>
                    <a:pt x="0" y="0"/>
                  </a:moveTo>
                  <a:lnTo>
                    <a:pt x="0" y="209546"/>
                  </a:lnTo>
                  <a:lnTo>
                    <a:pt x="142960" y="209546"/>
                  </a:lnTo>
                  <a:lnTo>
                    <a:pt x="1429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8">
              <a:extLst>
                <a:ext uri="{FF2B5EF4-FFF2-40B4-BE49-F238E27FC236}">
                  <a16:creationId xmlns:a16="http://schemas.microsoft.com/office/drawing/2014/main" id="{DAE7BBAD-1A27-4A9F-5122-43A073D5D0BA}"/>
                </a:ext>
              </a:extLst>
            </p:cNvPr>
            <p:cNvSpPr/>
            <p:nvPr/>
          </p:nvSpPr>
          <p:spPr>
            <a:xfrm>
              <a:off x="5757792" y="1411162"/>
              <a:ext cx="1967939" cy="2952185"/>
            </a:xfrm>
            <a:custGeom>
              <a:avLst/>
              <a:gdLst/>
              <a:ahLst/>
              <a:cxnLst/>
              <a:rect l="l" t="t" r="r" b="b"/>
              <a:pathLst>
                <a:path w="124376" h="186552" extrusionOk="0">
                  <a:moveTo>
                    <a:pt x="0" y="1"/>
                  </a:moveTo>
                  <a:lnTo>
                    <a:pt x="0" y="186551"/>
                  </a:lnTo>
                  <a:lnTo>
                    <a:pt x="124376" y="186551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rgbClr val="000000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8">
              <a:extLst>
                <a:ext uri="{FF2B5EF4-FFF2-40B4-BE49-F238E27FC236}">
                  <a16:creationId xmlns:a16="http://schemas.microsoft.com/office/drawing/2014/main" id="{A1CE831B-0708-D0D7-094C-5F19AE66D714}"/>
                </a:ext>
              </a:extLst>
            </p:cNvPr>
            <p:cNvSpPr/>
            <p:nvPr/>
          </p:nvSpPr>
          <p:spPr>
            <a:xfrm>
              <a:off x="5757792" y="1411162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1"/>
                  </a:moveTo>
                  <a:lnTo>
                    <a:pt x="0" y="10934"/>
                  </a:lnTo>
                  <a:lnTo>
                    <a:pt x="124376" y="10934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>
              <a:extLst>
                <a:ext uri="{FF2B5EF4-FFF2-40B4-BE49-F238E27FC236}">
                  <a16:creationId xmlns:a16="http://schemas.microsoft.com/office/drawing/2014/main" id="{7A7EC1A6-91A7-2541-7946-4EE83C46D6B4}"/>
                </a:ext>
              </a:extLst>
            </p:cNvPr>
            <p:cNvSpPr/>
            <p:nvPr/>
          </p:nvSpPr>
          <p:spPr>
            <a:xfrm>
              <a:off x="5757792" y="1740623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8">
              <a:extLst>
                <a:ext uri="{FF2B5EF4-FFF2-40B4-BE49-F238E27FC236}">
                  <a16:creationId xmlns:a16="http://schemas.microsoft.com/office/drawing/2014/main" id="{11DD273D-B17C-145A-2D93-E94CD42FC05A}"/>
                </a:ext>
              </a:extLst>
            </p:cNvPr>
            <p:cNvSpPr/>
            <p:nvPr/>
          </p:nvSpPr>
          <p:spPr>
            <a:xfrm>
              <a:off x="5757792" y="2069846"/>
              <a:ext cx="1967939" cy="172999"/>
            </a:xfrm>
            <a:custGeom>
              <a:avLst/>
              <a:gdLst/>
              <a:ahLst/>
              <a:cxnLst/>
              <a:rect l="l" t="t" r="r" b="b"/>
              <a:pathLst>
                <a:path w="124376" h="10932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8">
              <a:extLst>
                <a:ext uri="{FF2B5EF4-FFF2-40B4-BE49-F238E27FC236}">
                  <a16:creationId xmlns:a16="http://schemas.microsoft.com/office/drawing/2014/main" id="{848625C1-6765-B614-E22B-1E0F2F3B6ADC}"/>
                </a:ext>
              </a:extLst>
            </p:cNvPr>
            <p:cNvSpPr/>
            <p:nvPr/>
          </p:nvSpPr>
          <p:spPr>
            <a:xfrm>
              <a:off x="5757792" y="2399275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0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8">
              <a:extLst>
                <a:ext uri="{FF2B5EF4-FFF2-40B4-BE49-F238E27FC236}">
                  <a16:creationId xmlns:a16="http://schemas.microsoft.com/office/drawing/2014/main" id="{FBDDA857-AD60-DF21-4A9A-913FDF4B3651}"/>
                </a:ext>
              </a:extLst>
            </p:cNvPr>
            <p:cNvSpPr/>
            <p:nvPr/>
          </p:nvSpPr>
          <p:spPr>
            <a:xfrm>
              <a:off x="5757792" y="2728720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>
              <a:extLst>
                <a:ext uri="{FF2B5EF4-FFF2-40B4-BE49-F238E27FC236}">
                  <a16:creationId xmlns:a16="http://schemas.microsoft.com/office/drawing/2014/main" id="{F45AFE1B-3820-AF20-6C43-3D8390A12B34}"/>
                </a:ext>
              </a:extLst>
            </p:cNvPr>
            <p:cNvSpPr/>
            <p:nvPr/>
          </p:nvSpPr>
          <p:spPr>
            <a:xfrm>
              <a:off x="5757792" y="3057944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0"/>
                  </a:moveTo>
                  <a:lnTo>
                    <a:pt x="0" y="10932"/>
                  </a:lnTo>
                  <a:lnTo>
                    <a:pt x="124376" y="10932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>
              <a:extLst>
                <a:ext uri="{FF2B5EF4-FFF2-40B4-BE49-F238E27FC236}">
                  <a16:creationId xmlns:a16="http://schemas.microsoft.com/office/drawing/2014/main" id="{0D29958D-C3EC-F175-9DC1-B60F497F4C34}"/>
                </a:ext>
              </a:extLst>
            </p:cNvPr>
            <p:cNvSpPr/>
            <p:nvPr/>
          </p:nvSpPr>
          <p:spPr>
            <a:xfrm>
              <a:off x="5757792" y="3387373"/>
              <a:ext cx="1967939" cy="173031"/>
            </a:xfrm>
            <a:custGeom>
              <a:avLst/>
              <a:gdLst/>
              <a:ahLst/>
              <a:cxnLst/>
              <a:rect l="l" t="t" r="r" b="b"/>
              <a:pathLst>
                <a:path w="124376" h="10934" extrusionOk="0">
                  <a:moveTo>
                    <a:pt x="0" y="0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>
              <a:extLst>
                <a:ext uri="{FF2B5EF4-FFF2-40B4-BE49-F238E27FC236}">
                  <a16:creationId xmlns:a16="http://schemas.microsoft.com/office/drawing/2014/main" id="{81EB70D8-0040-70C0-1063-9818B0D446EE}"/>
                </a:ext>
              </a:extLst>
            </p:cNvPr>
            <p:cNvSpPr/>
            <p:nvPr/>
          </p:nvSpPr>
          <p:spPr>
            <a:xfrm>
              <a:off x="5757792" y="3716817"/>
              <a:ext cx="1967939" cy="173015"/>
            </a:xfrm>
            <a:custGeom>
              <a:avLst/>
              <a:gdLst/>
              <a:ahLst/>
              <a:cxnLst/>
              <a:rect l="l" t="t" r="r" b="b"/>
              <a:pathLst>
                <a:path w="124376" h="10933" extrusionOk="0">
                  <a:moveTo>
                    <a:pt x="0" y="1"/>
                  </a:moveTo>
                  <a:lnTo>
                    <a:pt x="0" y="10933"/>
                  </a:lnTo>
                  <a:lnTo>
                    <a:pt x="124376" y="10933"/>
                  </a:lnTo>
                  <a:lnTo>
                    <a:pt x="1243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>
              <a:extLst>
                <a:ext uri="{FF2B5EF4-FFF2-40B4-BE49-F238E27FC236}">
                  <a16:creationId xmlns:a16="http://schemas.microsoft.com/office/drawing/2014/main" id="{EC0E4B7E-3A35-0D61-276A-323CDCA8F6DB}"/>
                </a:ext>
              </a:extLst>
            </p:cNvPr>
            <p:cNvSpPr/>
            <p:nvPr/>
          </p:nvSpPr>
          <p:spPr>
            <a:xfrm>
              <a:off x="5757792" y="4046041"/>
              <a:ext cx="1967939" cy="173236"/>
            </a:xfrm>
            <a:custGeom>
              <a:avLst/>
              <a:gdLst/>
              <a:ahLst/>
              <a:cxnLst/>
              <a:rect l="l" t="t" r="r" b="b"/>
              <a:pathLst>
                <a:path w="124376" h="10947" extrusionOk="0">
                  <a:moveTo>
                    <a:pt x="0" y="0"/>
                  </a:moveTo>
                  <a:lnTo>
                    <a:pt x="0" y="10947"/>
                  </a:lnTo>
                  <a:lnTo>
                    <a:pt x="124376" y="10947"/>
                  </a:lnTo>
                  <a:lnTo>
                    <a:pt x="1243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>
              <a:extLst>
                <a:ext uri="{FF2B5EF4-FFF2-40B4-BE49-F238E27FC236}">
                  <a16:creationId xmlns:a16="http://schemas.microsoft.com/office/drawing/2014/main" id="{6CD855D8-A2BF-74B6-08BC-E58530C961BF}"/>
                </a:ext>
              </a:extLst>
            </p:cNvPr>
            <p:cNvSpPr/>
            <p:nvPr/>
          </p:nvSpPr>
          <p:spPr>
            <a:xfrm>
              <a:off x="5750925" y="1404326"/>
              <a:ext cx="1981642" cy="2965858"/>
            </a:xfrm>
            <a:custGeom>
              <a:avLst/>
              <a:gdLst/>
              <a:ahLst/>
              <a:cxnLst/>
              <a:rect l="l" t="t" r="r" b="b"/>
              <a:pathLst>
                <a:path w="125242" h="187416" extrusionOk="0">
                  <a:moveTo>
                    <a:pt x="4065" y="866"/>
                  </a:moveTo>
                  <a:cubicBezTo>
                    <a:pt x="4065" y="1382"/>
                    <a:pt x="3966" y="2360"/>
                    <a:pt x="3311" y="3156"/>
                  </a:cubicBezTo>
                  <a:cubicBezTo>
                    <a:pt x="2780" y="3812"/>
                    <a:pt x="1956" y="4231"/>
                    <a:pt x="867" y="4385"/>
                  </a:cubicBezTo>
                  <a:lnTo>
                    <a:pt x="867" y="866"/>
                  </a:lnTo>
                  <a:close/>
                  <a:moveTo>
                    <a:pt x="124376" y="866"/>
                  </a:moveTo>
                  <a:lnTo>
                    <a:pt x="124376" y="4385"/>
                  </a:lnTo>
                  <a:cubicBezTo>
                    <a:pt x="123287" y="4231"/>
                    <a:pt x="122464" y="3812"/>
                    <a:pt x="121933" y="3156"/>
                  </a:cubicBezTo>
                  <a:cubicBezTo>
                    <a:pt x="121291" y="2374"/>
                    <a:pt x="121180" y="1382"/>
                    <a:pt x="121180" y="866"/>
                  </a:cubicBezTo>
                  <a:close/>
                  <a:moveTo>
                    <a:pt x="81987" y="866"/>
                  </a:moveTo>
                  <a:lnTo>
                    <a:pt x="81987" y="12539"/>
                  </a:lnTo>
                  <a:lnTo>
                    <a:pt x="43256" y="12539"/>
                  </a:lnTo>
                  <a:lnTo>
                    <a:pt x="43256" y="866"/>
                  </a:lnTo>
                  <a:close/>
                  <a:moveTo>
                    <a:pt x="101785" y="866"/>
                  </a:moveTo>
                  <a:lnTo>
                    <a:pt x="101785" y="32421"/>
                  </a:lnTo>
                  <a:lnTo>
                    <a:pt x="23444" y="32421"/>
                  </a:lnTo>
                  <a:lnTo>
                    <a:pt x="23444" y="866"/>
                  </a:lnTo>
                  <a:lnTo>
                    <a:pt x="42390" y="866"/>
                  </a:lnTo>
                  <a:lnTo>
                    <a:pt x="42390" y="13404"/>
                  </a:lnTo>
                  <a:lnTo>
                    <a:pt x="82853" y="13404"/>
                  </a:lnTo>
                  <a:lnTo>
                    <a:pt x="82853" y="866"/>
                  </a:lnTo>
                  <a:close/>
                  <a:moveTo>
                    <a:pt x="76961" y="33287"/>
                  </a:moveTo>
                  <a:cubicBezTo>
                    <a:pt x="73540" y="37727"/>
                    <a:pt x="68248" y="40352"/>
                    <a:pt x="62622" y="40352"/>
                  </a:cubicBezTo>
                  <a:cubicBezTo>
                    <a:pt x="56995" y="40352"/>
                    <a:pt x="51704" y="37727"/>
                    <a:pt x="48282" y="33287"/>
                  </a:cubicBezTo>
                  <a:close/>
                  <a:moveTo>
                    <a:pt x="62622" y="75620"/>
                  </a:moveTo>
                  <a:cubicBezTo>
                    <a:pt x="72451" y="75620"/>
                    <a:pt x="80466" y="83508"/>
                    <a:pt x="80703" y="93282"/>
                  </a:cubicBezTo>
                  <a:lnTo>
                    <a:pt x="63795" y="93282"/>
                  </a:lnTo>
                  <a:cubicBezTo>
                    <a:pt x="63627" y="92794"/>
                    <a:pt x="63166" y="92444"/>
                    <a:pt x="62622" y="92444"/>
                  </a:cubicBezTo>
                  <a:cubicBezTo>
                    <a:pt x="62077" y="92444"/>
                    <a:pt x="61617" y="92794"/>
                    <a:pt x="61449" y="93282"/>
                  </a:cubicBezTo>
                  <a:lnTo>
                    <a:pt x="44540" y="93282"/>
                  </a:lnTo>
                  <a:cubicBezTo>
                    <a:pt x="44778" y="83508"/>
                    <a:pt x="52793" y="75620"/>
                    <a:pt x="62622" y="75620"/>
                  </a:cubicBezTo>
                  <a:close/>
                  <a:moveTo>
                    <a:pt x="120314" y="866"/>
                  </a:moveTo>
                  <a:cubicBezTo>
                    <a:pt x="120314" y="1522"/>
                    <a:pt x="120453" y="2695"/>
                    <a:pt x="121249" y="3700"/>
                  </a:cubicBezTo>
                  <a:cubicBezTo>
                    <a:pt x="121961" y="4566"/>
                    <a:pt x="123008" y="5083"/>
                    <a:pt x="124376" y="5251"/>
                  </a:cubicBezTo>
                  <a:lnTo>
                    <a:pt x="124376" y="93282"/>
                  </a:lnTo>
                  <a:lnTo>
                    <a:pt x="81555" y="93282"/>
                  </a:lnTo>
                  <a:cubicBezTo>
                    <a:pt x="81331" y="83020"/>
                    <a:pt x="72926" y="74755"/>
                    <a:pt x="62622" y="74755"/>
                  </a:cubicBezTo>
                  <a:cubicBezTo>
                    <a:pt x="52318" y="74755"/>
                    <a:pt x="43913" y="83020"/>
                    <a:pt x="43675" y="93282"/>
                  </a:cubicBezTo>
                  <a:lnTo>
                    <a:pt x="867" y="93282"/>
                  </a:lnTo>
                  <a:lnTo>
                    <a:pt x="867" y="5251"/>
                  </a:lnTo>
                  <a:cubicBezTo>
                    <a:pt x="2235" y="5083"/>
                    <a:pt x="3283" y="4566"/>
                    <a:pt x="3981" y="3700"/>
                  </a:cubicBezTo>
                  <a:cubicBezTo>
                    <a:pt x="4791" y="2695"/>
                    <a:pt x="4930" y="1522"/>
                    <a:pt x="4930" y="866"/>
                  </a:cubicBezTo>
                  <a:lnTo>
                    <a:pt x="22578" y="866"/>
                  </a:lnTo>
                  <a:lnTo>
                    <a:pt x="22578" y="33287"/>
                  </a:lnTo>
                  <a:lnTo>
                    <a:pt x="47208" y="33287"/>
                  </a:lnTo>
                  <a:cubicBezTo>
                    <a:pt x="50768" y="38257"/>
                    <a:pt x="56507" y="41217"/>
                    <a:pt x="62622" y="41217"/>
                  </a:cubicBezTo>
                  <a:cubicBezTo>
                    <a:pt x="68737" y="41217"/>
                    <a:pt x="74475" y="38257"/>
                    <a:pt x="78022" y="33287"/>
                  </a:cubicBezTo>
                  <a:lnTo>
                    <a:pt x="102651" y="33287"/>
                  </a:lnTo>
                  <a:lnTo>
                    <a:pt x="102651" y="866"/>
                  </a:lnTo>
                  <a:close/>
                  <a:moveTo>
                    <a:pt x="80703" y="94134"/>
                  </a:moveTo>
                  <a:cubicBezTo>
                    <a:pt x="80466" y="103908"/>
                    <a:pt x="72451" y="111796"/>
                    <a:pt x="62622" y="111796"/>
                  </a:cubicBezTo>
                  <a:cubicBezTo>
                    <a:pt x="52793" y="111796"/>
                    <a:pt x="44778" y="103908"/>
                    <a:pt x="44540" y="94134"/>
                  </a:cubicBezTo>
                  <a:lnTo>
                    <a:pt x="61449" y="94134"/>
                  </a:lnTo>
                  <a:cubicBezTo>
                    <a:pt x="61617" y="94622"/>
                    <a:pt x="62077" y="94972"/>
                    <a:pt x="62622" y="94972"/>
                  </a:cubicBezTo>
                  <a:cubicBezTo>
                    <a:pt x="63166" y="94972"/>
                    <a:pt x="63627" y="94622"/>
                    <a:pt x="63795" y="94134"/>
                  </a:cubicBezTo>
                  <a:close/>
                  <a:moveTo>
                    <a:pt x="62622" y="147065"/>
                  </a:moveTo>
                  <a:cubicBezTo>
                    <a:pt x="68248" y="147065"/>
                    <a:pt x="73540" y="149690"/>
                    <a:pt x="76961" y="154130"/>
                  </a:cubicBezTo>
                  <a:lnTo>
                    <a:pt x="48282" y="154130"/>
                  </a:lnTo>
                  <a:cubicBezTo>
                    <a:pt x="51704" y="149690"/>
                    <a:pt x="56995" y="147065"/>
                    <a:pt x="62622" y="147065"/>
                  </a:cubicBezTo>
                  <a:close/>
                  <a:moveTo>
                    <a:pt x="867" y="183031"/>
                  </a:moveTo>
                  <a:cubicBezTo>
                    <a:pt x="1956" y="183186"/>
                    <a:pt x="2765" y="183604"/>
                    <a:pt x="3311" y="184260"/>
                  </a:cubicBezTo>
                  <a:cubicBezTo>
                    <a:pt x="3953" y="185042"/>
                    <a:pt x="4050" y="186034"/>
                    <a:pt x="4065" y="186550"/>
                  </a:cubicBezTo>
                  <a:lnTo>
                    <a:pt x="867" y="186550"/>
                  </a:lnTo>
                  <a:lnTo>
                    <a:pt x="867" y="183031"/>
                  </a:lnTo>
                  <a:close/>
                  <a:moveTo>
                    <a:pt x="81987" y="174877"/>
                  </a:moveTo>
                  <a:lnTo>
                    <a:pt x="81987" y="186550"/>
                  </a:lnTo>
                  <a:lnTo>
                    <a:pt x="43256" y="186550"/>
                  </a:lnTo>
                  <a:lnTo>
                    <a:pt x="43256" y="174877"/>
                  </a:lnTo>
                  <a:close/>
                  <a:moveTo>
                    <a:pt x="101785" y="154995"/>
                  </a:moveTo>
                  <a:lnTo>
                    <a:pt x="101785" y="186550"/>
                  </a:lnTo>
                  <a:lnTo>
                    <a:pt x="82853" y="186550"/>
                  </a:lnTo>
                  <a:lnTo>
                    <a:pt x="82853" y="174012"/>
                  </a:lnTo>
                  <a:lnTo>
                    <a:pt x="42390" y="174012"/>
                  </a:lnTo>
                  <a:lnTo>
                    <a:pt x="42390" y="186550"/>
                  </a:lnTo>
                  <a:lnTo>
                    <a:pt x="23444" y="186550"/>
                  </a:lnTo>
                  <a:lnTo>
                    <a:pt x="23444" y="154995"/>
                  </a:lnTo>
                  <a:close/>
                  <a:moveTo>
                    <a:pt x="124376" y="94134"/>
                  </a:moveTo>
                  <a:lnTo>
                    <a:pt x="124376" y="182166"/>
                  </a:lnTo>
                  <a:cubicBezTo>
                    <a:pt x="123008" y="182333"/>
                    <a:pt x="121961" y="182850"/>
                    <a:pt x="121249" y="183716"/>
                  </a:cubicBezTo>
                  <a:cubicBezTo>
                    <a:pt x="120453" y="184721"/>
                    <a:pt x="120314" y="185894"/>
                    <a:pt x="120314" y="186550"/>
                  </a:cubicBezTo>
                  <a:lnTo>
                    <a:pt x="102651" y="186550"/>
                  </a:lnTo>
                  <a:lnTo>
                    <a:pt x="102651" y="154130"/>
                  </a:lnTo>
                  <a:lnTo>
                    <a:pt x="78022" y="154130"/>
                  </a:lnTo>
                  <a:cubicBezTo>
                    <a:pt x="74475" y="149159"/>
                    <a:pt x="68737" y="146199"/>
                    <a:pt x="62622" y="146199"/>
                  </a:cubicBezTo>
                  <a:cubicBezTo>
                    <a:pt x="56507" y="146199"/>
                    <a:pt x="50768" y="149159"/>
                    <a:pt x="47208" y="154130"/>
                  </a:cubicBezTo>
                  <a:lnTo>
                    <a:pt x="22578" y="154130"/>
                  </a:lnTo>
                  <a:lnTo>
                    <a:pt x="22578" y="186550"/>
                  </a:lnTo>
                  <a:lnTo>
                    <a:pt x="4930" y="186550"/>
                  </a:lnTo>
                  <a:cubicBezTo>
                    <a:pt x="4930" y="185894"/>
                    <a:pt x="4791" y="184721"/>
                    <a:pt x="3981" y="183716"/>
                  </a:cubicBezTo>
                  <a:cubicBezTo>
                    <a:pt x="3283" y="182850"/>
                    <a:pt x="2235" y="182333"/>
                    <a:pt x="867" y="182166"/>
                  </a:cubicBezTo>
                  <a:lnTo>
                    <a:pt x="867" y="94134"/>
                  </a:lnTo>
                  <a:lnTo>
                    <a:pt x="43675" y="94134"/>
                  </a:lnTo>
                  <a:cubicBezTo>
                    <a:pt x="43913" y="104396"/>
                    <a:pt x="52318" y="112662"/>
                    <a:pt x="62622" y="112662"/>
                  </a:cubicBezTo>
                  <a:cubicBezTo>
                    <a:pt x="72926" y="112662"/>
                    <a:pt x="81331" y="104396"/>
                    <a:pt x="81555" y="94134"/>
                  </a:cubicBezTo>
                  <a:close/>
                  <a:moveTo>
                    <a:pt x="124376" y="183031"/>
                  </a:moveTo>
                  <a:lnTo>
                    <a:pt x="124376" y="186550"/>
                  </a:lnTo>
                  <a:lnTo>
                    <a:pt x="121180" y="186550"/>
                  </a:lnTo>
                  <a:cubicBezTo>
                    <a:pt x="121180" y="186034"/>
                    <a:pt x="121277" y="185056"/>
                    <a:pt x="121919" y="184260"/>
                  </a:cubicBezTo>
                  <a:cubicBezTo>
                    <a:pt x="122464" y="183604"/>
                    <a:pt x="123287" y="183186"/>
                    <a:pt x="124376" y="183031"/>
                  </a:cubicBezTo>
                  <a:close/>
                  <a:moveTo>
                    <a:pt x="1" y="1"/>
                  </a:moveTo>
                  <a:lnTo>
                    <a:pt x="1" y="187416"/>
                  </a:lnTo>
                  <a:lnTo>
                    <a:pt x="125242" y="187416"/>
                  </a:lnTo>
                  <a:lnTo>
                    <a:pt x="125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88FF7DD9-FEFB-01A3-C9CD-CCA0E3EB654D}"/>
              </a:ext>
            </a:extLst>
          </p:cNvPr>
          <p:cNvSpPr/>
          <p:nvPr/>
        </p:nvSpPr>
        <p:spPr>
          <a:xfrm>
            <a:off x="6721193" y="3991682"/>
            <a:ext cx="40901" cy="40892"/>
          </a:xfrm>
          <a:custGeom>
            <a:avLst/>
            <a:gdLst/>
            <a:ahLst/>
            <a:cxnLst/>
            <a:rect l="l" t="t" r="r" b="b"/>
            <a:pathLst>
              <a:path w="2585" h="2584" extrusionOk="0">
                <a:moveTo>
                  <a:pt x="1300" y="1"/>
                </a:moveTo>
                <a:cubicBezTo>
                  <a:pt x="587" y="1"/>
                  <a:pt x="1" y="573"/>
                  <a:pt x="1" y="1285"/>
                </a:cubicBezTo>
                <a:cubicBezTo>
                  <a:pt x="1" y="1997"/>
                  <a:pt x="587" y="2583"/>
                  <a:pt x="1300" y="2583"/>
                </a:cubicBezTo>
                <a:cubicBezTo>
                  <a:pt x="2012" y="2583"/>
                  <a:pt x="2585" y="1997"/>
                  <a:pt x="2585" y="1285"/>
                </a:cubicBezTo>
                <a:cubicBezTo>
                  <a:pt x="2585" y="573"/>
                  <a:pt x="2012" y="1"/>
                  <a:pt x="1300" y="1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D6EFE022-01E0-D03E-BF22-8FB963AAA5C8}"/>
              </a:ext>
            </a:extLst>
          </p:cNvPr>
          <p:cNvSpPr/>
          <p:nvPr/>
        </p:nvSpPr>
        <p:spPr>
          <a:xfrm>
            <a:off x="6721193" y="1741952"/>
            <a:ext cx="40901" cy="40876"/>
          </a:xfrm>
          <a:custGeom>
            <a:avLst/>
            <a:gdLst/>
            <a:ahLst/>
            <a:cxnLst/>
            <a:rect l="l" t="t" r="r" b="b"/>
            <a:pathLst>
              <a:path w="2585" h="2583" extrusionOk="0">
                <a:moveTo>
                  <a:pt x="1300" y="0"/>
                </a:moveTo>
                <a:cubicBezTo>
                  <a:pt x="587" y="0"/>
                  <a:pt x="1" y="586"/>
                  <a:pt x="1" y="1298"/>
                </a:cubicBezTo>
                <a:cubicBezTo>
                  <a:pt x="1" y="2011"/>
                  <a:pt x="587" y="2583"/>
                  <a:pt x="1300" y="2583"/>
                </a:cubicBezTo>
                <a:cubicBezTo>
                  <a:pt x="2012" y="2583"/>
                  <a:pt x="2585" y="2011"/>
                  <a:pt x="2585" y="1298"/>
                </a:cubicBezTo>
                <a:cubicBezTo>
                  <a:pt x="2585" y="586"/>
                  <a:pt x="2012" y="0"/>
                  <a:pt x="1300" y="0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8">
            <a:extLst>
              <a:ext uri="{FF2B5EF4-FFF2-40B4-BE49-F238E27FC236}">
                <a16:creationId xmlns:a16="http://schemas.microsoft.com/office/drawing/2014/main" id="{F92BCA7D-FF14-2022-541D-823F23981254}"/>
              </a:ext>
            </a:extLst>
          </p:cNvPr>
          <p:cNvGrpSpPr/>
          <p:nvPr/>
        </p:nvGrpSpPr>
        <p:grpSpPr>
          <a:xfrm>
            <a:off x="347458" y="1015531"/>
            <a:ext cx="4688534" cy="1355138"/>
            <a:chOff x="780109" y="1419948"/>
            <a:chExt cx="3874823" cy="695400"/>
          </a:xfrm>
        </p:grpSpPr>
        <p:sp>
          <p:nvSpPr>
            <p:cNvPr id="134" name="Google Shape;134;p18">
              <a:extLst>
                <a:ext uri="{FF2B5EF4-FFF2-40B4-BE49-F238E27FC236}">
                  <a16:creationId xmlns:a16="http://schemas.microsoft.com/office/drawing/2014/main" id="{81F49E68-C234-94BA-5A56-0EC66DF57AA4}"/>
                </a:ext>
              </a:extLst>
            </p:cNvPr>
            <p:cNvSpPr txBox="1"/>
            <p:nvPr/>
          </p:nvSpPr>
          <p:spPr>
            <a:xfrm>
              <a:off x="3748092" y="1669088"/>
              <a:ext cx="90684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Cooperative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5" name="Google Shape;135;p18">
              <a:extLst>
                <a:ext uri="{FF2B5EF4-FFF2-40B4-BE49-F238E27FC236}">
                  <a16:creationId xmlns:a16="http://schemas.microsoft.com/office/drawing/2014/main" id="{5551ECAD-DAA2-3E81-18CC-6559CC88DF90}"/>
                </a:ext>
              </a:extLst>
            </p:cNvPr>
            <p:cNvSpPr txBox="1"/>
            <p:nvPr/>
          </p:nvSpPr>
          <p:spPr>
            <a:xfrm>
              <a:off x="780109" y="1419948"/>
              <a:ext cx="2910599" cy="69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>
                <a:buSzPts val="1100"/>
              </a:pPr>
              <a:r>
                <a:rPr lang="en" sz="18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Agents work</a:t>
              </a:r>
              <a:r>
                <a:rPr lang="en" sz="1800" b="1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 together</a:t>
              </a:r>
            </a:p>
            <a:p>
              <a:pPr algn="r">
                <a:buSzPts val="1100"/>
              </a:pPr>
              <a:r>
                <a:rPr lang="en-US" i="1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Passing the ball to each other</a:t>
              </a:r>
              <a:endParaRPr sz="1800" i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18">
            <a:extLst>
              <a:ext uri="{FF2B5EF4-FFF2-40B4-BE49-F238E27FC236}">
                <a16:creationId xmlns:a16="http://schemas.microsoft.com/office/drawing/2014/main" id="{FC2157CF-F562-3D05-40CE-51976E642BA3}"/>
              </a:ext>
            </a:extLst>
          </p:cNvPr>
          <p:cNvGrpSpPr/>
          <p:nvPr/>
        </p:nvGrpSpPr>
        <p:grpSpPr>
          <a:xfrm>
            <a:off x="347054" y="3424288"/>
            <a:ext cx="4688864" cy="1355138"/>
            <a:chOff x="779735" y="3677957"/>
            <a:chExt cx="3875096" cy="695400"/>
          </a:xfrm>
        </p:grpSpPr>
        <p:sp>
          <p:nvSpPr>
            <p:cNvPr id="137" name="Google Shape;137;p18">
              <a:extLst>
                <a:ext uri="{FF2B5EF4-FFF2-40B4-BE49-F238E27FC236}">
                  <a16:creationId xmlns:a16="http://schemas.microsoft.com/office/drawing/2014/main" id="{349E6758-7976-2947-7430-6D4225EA660E}"/>
                </a:ext>
              </a:extLst>
            </p:cNvPr>
            <p:cNvSpPr txBox="1"/>
            <p:nvPr/>
          </p:nvSpPr>
          <p:spPr>
            <a:xfrm>
              <a:off x="3747992" y="3915188"/>
              <a:ext cx="906839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Competitive</a:t>
              </a:r>
              <a:endParaRPr sz="1800" dirty="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38" name="Google Shape;138;p18">
              <a:extLst>
                <a:ext uri="{FF2B5EF4-FFF2-40B4-BE49-F238E27FC236}">
                  <a16:creationId xmlns:a16="http://schemas.microsoft.com/office/drawing/2014/main" id="{752129C5-584C-A81B-DF97-6702795FB345}"/>
                </a:ext>
              </a:extLst>
            </p:cNvPr>
            <p:cNvSpPr txBox="1"/>
            <p:nvPr/>
          </p:nvSpPr>
          <p:spPr>
            <a:xfrm>
              <a:off x="779735" y="3677957"/>
              <a:ext cx="2910932" cy="69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>
                <a:buSzPts val="1100"/>
              </a:pPr>
              <a:r>
                <a:rPr lang="en-US" sz="18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Agents work</a:t>
              </a:r>
              <a:r>
                <a:rPr lang="en-US" sz="1800" b="1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 against each other</a:t>
              </a:r>
            </a:p>
            <a:p>
              <a:pPr algn="r">
                <a:buSzPts val="1100"/>
              </a:pPr>
              <a:r>
                <a:rPr lang="en-US" i="1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Teams fighting to score more goals</a:t>
              </a:r>
              <a:endParaRPr lang="en-US" sz="1800" i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CA7C6982-D549-B368-EBB5-1C6201168738}"/>
              </a:ext>
            </a:extLst>
          </p:cNvPr>
          <p:cNvSpPr/>
          <p:nvPr/>
        </p:nvSpPr>
        <p:spPr>
          <a:xfrm>
            <a:off x="5955250" y="1559450"/>
            <a:ext cx="267300" cy="2673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792D9555-5BEF-727A-1A76-7510E46A0F1A}"/>
              </a:ext>
            </a:extLst>
          </p:cNvPr>
          <p:cNvSpPr/>
          <p:nvPr/>
        </p:nvSpPr>
        <p:spPr>
          <a:xfrm>
            <a:off x="6613525" y="2758700"/>
            <a:ext cx="267300" cy="2673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>
            <a:extLst>
              <a:ext uri="{FF2B5EF4-FFF2-40B4-BE49-F238E27FC236}">
                <a16:creationId xmlns:a16="http://schemas.microsoft.com/office/drawing/2014/main" id="{57A225B9-C527-AEE4-4F21-668BB9B76419}"/>
              </a:ext>
            </a:extLst>
          </p:cNvPr>
          <p:cNvSpPr/>
          <p:nvPr/>
        </p:nvSpPr>
        <p:spPr>
          <a:xfrm>
            <a:off x="6966875" y="3968207"/>
            <a:ext cx="267300" cy="2673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8">
            <a:extLst>
              <a:ext uri="{FF2B5EF4-FFF2-40B4-BE49-F238E27FC236}">
                <a16:creationId xmlns:a16="http://schemas.microsoft.com/office/drawing/2014/main" id="{F1415350-5A8A-02FC-F8F6-7446B799C362}"/>
              </a:ext>
            </a:extLst>
          </p:cNvPr>
          <p:cNvCxnSpPr>
            <a:stCxn id="142" idx="2"/>
            <a:endCxn id="134" idx="3"/>
          </p:cNvCxnSpPr>
          <p:nvPr/>
        </p:nvCxnSpPr>
        <p:spPr>
          <a:xfrm rot="10800000" flipV="1">
            <a:off x="5035994" y="1693100"/>
            <a:ext cx="919257" cy="3196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18">
            <a:extLst>
              <a:ext uri="{FF2B5EF4-FFF2-40B4-BE49-F238E27FC236}">
                <a16:creationId xmlns:a16="http://schemas.microsoft.com/office/drawing/2014/main" id="{7DE8C3C6-33FD-626A-643C-395BCC9CE28C}"/>
              </a:ext>
            </a:extLst>
          </p:cNvPr>
          <p:cNvCxnSpPr>
            <a:stCxn id="144" idx="2"/>
            <a:endCxn id="137" idx="3"/>
          </p:cNvCxnSpPr>
          <p:nvPr/>
        </p:nvCxnSpPr>
        <p:spPr>
          <a:xfrm rot="10800000">
            <a:off x="5035921" y="4081847"/>
            <a:ext cx="1930954" cy="20011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95988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4412554" y="1205760"/>
            <a:ext cx="40182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SoccerFours</a:t>
            </a:r>
            <a:endParaRPr dirty="0"/>
          </a:p>
        </p:txBody>
      </p:sp>
      <p:sp>
        <p:nvSpPr>
          <p:cNvPr id="61" name="Google Shape;61;p17"/>
          <p:cNvSpPr txBox="1">
            <a:spLocks noGrp="1"/>
          </p:cNvSpPr>
          <p:nvPr>
            <p:ph type="subTitle" idx="1"/>
          </p:nvPr>
        </p:nvSpPr>
        <p:spPr>
          <a:xfrm>
            <a:off x="4412550" y="3447709"/>
            <a:ext cx="4018200" cy="715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Based on SoccerTwos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from Unity ML-Agents</a:t>
            </a:r>
            <a:endParaRPr dirty="0"/>
          </a:p>
        </p:txBody>
      </p:sp>
      <p:grpSp>
        <p:nvGrpSpPr>
          <p:cNvPr id="62" name="Google Shape;62;p17"/>
          <p:cNvGrpSpPr/>
          <p:nvPr/>
        </p:nvGrpSpPr>
        <p:grpSpPr>
          <a:xfrm>
            <a:off x="713166" y="432231"/>
            <a:ext cx="4535516" cy="4279041"/>
            <a:chOff x="484550" y="539500"/>
            <a:chExt cx="4312967" cy="4069077"/>
          </a:xfrm>
        </p:grpSpPr>
        <p:sp>
          <p:nvSpPr>
            <p:cNvPr id="63" name="Google Shape;63;p17"/>
            <p:cNvSpPr/>
            <p:nvPr/>
          </p:nvSpPr>
          <p:spPr>
            <a:xfrm>
              <a:off x="484550" y="4408175"/>
              <a:ext cx="2005200" cy="200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17"/>
            <p:cNvGrpSpPr/>
            <p:nvPr/>
          </p:nvGrpSpPr>
          <p:grpSpPr>
            <a:xfrm>
              <a:off x="713225" y="539500"/>
              <a:ext cx="4084292" cy="4069077"/>
              <a:chOff x="713225" y="539500"/>
              <a:chExt cx="4084292" cy="4069077"/>
            </a:xfrm>
          </p:grpSpPr>
          <p:sp>
            <p:nvSpPr>
              <p:cNvPr id="65" name="Google Shape;65;p17"/>
              <p:cNvSpPr/>
              <p:nvPr/>
            </p:nvSpPr>
            <p:spPr>
              <a:xfrm>
                <a:off x="880148" y="3561057"/>
                <a:ext cx="531677" cy="531677"/>
              </a:xfrm>
              <a:custGeom>
                <a:avLst/>
                <a:gdLst/>
                <a:ahLst/>
                <a:cxnLst/>
                <a:rect l="l" t="t" r="r" b="b"/>
                <a:pathLst>
                  <a:path w="12154" h="12154" extrusionOk="0">
                    <a:moveTo>
                      <a:pt x="6078" y="1"/>
                    </a:moveTo>
                    <a:cubicBezTo>
                      <a:pt x="5290" y="1"/>
                      <a:pt x="4519" y="154"/>
                      <a:pt x="3818" y="446"/>
                    </a:cubicBezTo>
                    <a:cubicBezTo>
                      <a:pt x="2997" y="771"/>
                      <a:pt x="2244" y="1284"/>
                      <a:pt x="1644" y="1934"/>
                    </a:cubicBezTo>
                    <a:cubicBezTo>
                      <a:pt x="635" y="3013"/>
                      <a:pt x="1" y="4468"/>
                      <a:pt x="1" y="6077"/>
                    </a:cubicBezTo>
                    <a:cubicBezTo>
                      <a:pt x="1" y="6179"/>
                      <a:pt x="19" y="6282"/>
                      <a:pt x="19" y="6403"/>
                    </a:cubicBezTo>
                    <a:cubicBezTo>
                      <a:pt x="69" y="7327"/>
                      <a:pt x="327" y="8199"/>
                      <a:pt x="737" y="8970"/>
                    </a:cubicBezTo>
                    <a:cubicBezTo>
                      <a:pt x="1507" y="10390"/>
                      <a:pt x="2842" y="11485"/>
                      <a:pt x="4435" y="11930"/>
                    </a:cubicBezTo>
                    <a:cubicBezTo>
                      <a:pt x="4965" y="12067"/>
                      <a:pt x="5512" y="12154"/>
                      <a:pt x="6078" y="12154"/>
                    </a:cubicBezTo>
                    <a:cubicBezTo>
                      <a:pt x="6489" y="12154"/>
                      <a:pt x="6882" y="12119"/>
                      <a:pt x="7258" y="12033"/>
                    </a:cubicBezTo>
                    <a:cubicBezTo>
                      <a:pt x="8885" y="11725"/>
                      <a:pt x="10288" y="10750"/>
                      <a:pt x="11161" y="9415"/>
                    </a:cubicBezTo>
                    <a:cubicBezTo>
                      <a:pt x="11692" y="8628"/>
                      <a:pt x="12016" y="7703"/>
                      <a:pt x="12119" y="6727"/>
                    </a:cubicBezTo>
                    <a:lnTo>
                      <a:pt x="12119" y="6711"/>
                    </a:lnTo>
                    <a:cubicBezTo>
                      <a:pt x="12153" y="6505"/>
                      <a:pt x="12153" y="6300"/>
                      <a:pt x="12153" y="6077"/>
                    </a:cubicBezTo>
                    <a:cubicBezTo>
                      <a:pt x="12153" y="4605"/>
                      <a:pt x="11640" y="3253"/>
                      <a:pt x="10750" y="2208"/>
                    </a:cubicBezTo>
                    <a:cubicBezTo>
                      <a:pt x="10168" y="1507"/>
                      <a:pt x="9433" y="925"/>
                      <a:pt x="8593" y="549"/>
                    </a:cubicBezTo>
                    <a:cubicBezTo>
                      <a:pt x="7840" y="206"/>
                      <a:pt x="6984" y="1"/>
                      <a:pt x="60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7"/>
              <p:cNvSpPr/>
              <p:nvPr/>
            </p:nvSpPr>
            <p:spPr>
              <a:xfrm>
                <a:off x="880148" y="3561057"/>
                <a:ext cx="531677" cy="526427"/>
              </a:xfrm>
              <a:custGeom>
                <a:avLst/>
                <a:gdLst/>
                <a:ahLst/>
                <a:cxnLst/>
                <a:rect l="l" t="t" r="r" b="b"/>
                <a:pathLst>
                  <a:path w="12154" h="12034" extrusionOk="0">
                    <a:moveTo>
                      <a:pt x="6078" y="1"/>
                    </a:moveTo>
                    <a:cubicBezTo>
                      <a:pt x="5290" y="1"/>
                      <a:pt x="4519" y="154"/>
                      <a:pt x="3818" y="446"/>
                    </a:cubicBezTo>
                    <a:lnTo>
                      <a:pt x="3784" y="583"/>
                    </a:lnTo>
                    <a:lnTo>
                      <a:pt x="6094" y="2260"/>
                    </a:lnTo>
                    <a:lnTo>
                      <a:pt x="6026" y="3390"/>
                    </a:lnTo>
                    <a:lnTo>
                      <a:pt x="3732" y="5050"/>
                    </a:lnTo>
                    <a:lnTo>
                      <a:pt x="2534" y="4639"/>
                    </a:lnTo>
                    <a:lnTo>
                      <a:pt x="1644" y="1934"/>
                    </a:lnTo>
                    <a:cubicBezTo>
                      <a:pt x="635" y="3013"/>
                      <a:pt x="1" y="4468"/>
                      <a:pt x="1" y="6077"/>
                    </a:cubicBezTo>
                    <a:cubicBezTo>
                      <a:pt x="1" y="6179"/>
                      <a:pt x="19" y="6282"/>
                      <a:pt x="19" y="6403"/>
                    </a:cubicBezTo>
                    <a:lnTo>
                      <a:pt x="156" y="6487"/>
                    </a:lnTo>
                    <a:lnTo>
                      <a:pt x="2500" y="4794"/>
                    </a:lnTo>
                    <a:lnTo>
                      <a:pt x="3698" y="5204"/>
                    </a:lnTo>
                    <a:lnTo>
                      <a:pt x="4537" y="7772"/>
                    </a:lnTo>
                    <a:lnTo>
                      <a:pt x="3732" y="8936"/>
                    </a:lnTo>
                    <a:lnTo>
                      <a:pt x="737" y="8936"/>
                    </a:lnTo>
                    <a:lnTo>
                      <a:pt x="737" y="8970"/>
                    </a:lnTo>
                    <a:cubicBezTo>
                      <a:pt x="1507" y="10390"/>
                      <a:pt x="2842" y="11485"/>
                      <a:pt x="4435" y="11930"/>
                    </a:cubicBezTo>
                    <a:lnTo>
                      <a:pt x="4656" y="11777"/>
                    </a:lnTo>
                    <a:lnTo>
                      <a:pt x="3784" y="9107"/>
                    </a:lnTo>
                    <a:lnTo>
                      <a:pt x="4588" y="7943"/>
                    </a:lnTo>
                    <a:lnTo>
                      <a:pt x="7481" y="7943"/>
                    </a:lnTo>
                    <a:lnTo>
                      <a:pt x="7498" y="7977"/>
                    </a:lnTo>
                    <a:lnTo>
                      <a:pt x="8011" y="9158"/>
                    </a:lnTo>
                    <a:lnTo>
                      <a:pt x="8045" y="9226"/>
                    </a:lnTo>
                    <a:lnTo>
                      <a:pt x="7155" y="11965"/>
                    </a:lnTo>
                    <a:lnTo>
                      <a:pt x="7258" y="12033"/>
                    </a:lnTo>
                    <a:cubicBezTo>
                      <a:pt x="8885" y="11725"/>
                      <a:pt x="10288" y="10750"/>
                      <a:pt x="11161" y="9415"/>
                    </a:cubicBezTo>
                    <a:lnTo>
                      <a:pt x="11058" y="9123"/>
                    </a:lnTo>
                    <a:lnTo>
                      <a:pt x="8166" y="9123"/>
                    </a:lnTo>
                    <a:lnTo>
                      <a:pt x="8148" y="9089"/>
                    </a:lnTo>
                    <a:lnTo>
                      <a:pt x="7635" y="7909"/>
                    </a:lnTo>
                    <a:lnTo>
                      <a:pt x="7600" y="7840"/>
                    </a:lnTo>
                    <a:lnTo>
                      <a:pt x="8474" y="5170"/>
                    </a:lnTo>
                    <a:lnTo>
                      <a:pt x="9723" y="5136"/>
                    </a:lnTo>
                    <a:lnTo>
                      <a:pt x="12016" y="6795"/>
                    </a:lnTo>
                    <a:lnTo>
                      <a:pt x="12119" y="6727"/>
                    </a:lnTo>
                    <a:lnTo>
                      <a:pt x="12119" y="6711"/>
                    </a:lnTo>
                    <a:cubicBezTo>
                      <a:pt x="12153" y="6505"/>
                      <a:pt x="12153" y="6300"/>
                      <a:pt x="12153" y="6077"/>
                    </a:cubicBezTo>
                    <a:cubicBezTo>
                      <a:pt x="12153" y="4605"/>
                      <a:pt x="11640" y="3253"/>
                      <a:pt x="10750" y="2208"/>
                    </a:cubicBezTo>
                    <a:lnTo>
                      <a:pt x="10528" y="2208"/>
                    </a:lnTo>
                    <a:lnTo>
                      <a:pt x="9620" y="4981"/>
                    </a:lnTo>
                    <a:lnTo>
                      <a:pt x="8371" y="5015"/>
                    </a:lnTo>
                    <a:lnTo>
                      <a:pt x="6180" y="3424"/>
                    </a:lnTo>
                    <a:lnTo>
                      <a:pt x="6249" y="2295"/>
                    </a:lnTo>
                    <a:lnTo>
                      <a:pt x="8611" y="583"/>
                    </a:lnTo>
                    <a:lnTo>
                      <a:pt x="8593" y="549"/>
                    </a:lnTo>
                    <a:cubicBezTo>
                      <a:pt x="7840" y="206"/>
                      <a:pt x="6984" y="1"/>
                      <a:pt x="60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7"/>
              <p:cNvSpPr/>
              <p:nvPr/>
            </p:nvSpPr>
            <p:spPr>
              <a:xfrm>
                <a:off x="1432010" y="2508378"/>
                <a:ext cx="655956" cy="585527"/>
              </a:xfrm>
              <a:custGeom>
                <a:avLst/>
                <a:gdLst/>
                <a:ahLst/>
                <a:cxnLst/>
                <a:rect l="l" t="t" r="r" b="b"/>
                <a:pathLst>
                  <a:path w="14995" h="13385" extrusionOk="0">
                    <a:moveTo>
                      <a:pt x="5631" y="0"/>
                    </a:moveTo>
                    <a:cubicBezTo>
                      <a:pt x="5631" y="0"/>
                      <a:pt x="0" y="8011"/>
                      <a:pt x="4074" y="12033"/>
                    </a:cubicBezTo>
                    <a:cubicBezTo>
                      <a:pt x="5059" y="13013"/>
                      <a:pt x="6206" y="13385"/>
                      <a:pt x="7379" y="13385"/>
                    </a:cubicBezTo>
                    <a:cubicBezTo>
                      <a:pt x="11036" y="13385"/>
                      <a:pt x="14942" y="9773"/>
                      <a:pt x="14942" y="9773"/>
                    </a:cubicBezTo>
                    <a:lnTo>
                      <a:pt x="14994" y="6676"/>
                    </a:lnTo>
                    <a:lnTo>
                      <a:pt x="11519" y="1849"/>
                    </a:lnTo>
                    <a:lnTo>
                      <a:pt x="56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7"/>
              <p:cNvSpPr/>
              <p:nvPr/>
            </p:nvSpPr>
            <p:spPr>
              <a:xfrm>
                <a:off x="1410269" y="2878970"/>
                <a:ext cx="1294677" cy="1371362"/>
              </a:xfrm>
              <a:custGeom>
                <a:avLst/>
                <a:gdLst/>
                <a:ahLst/>
                <a:cxnLst/>
                <a:rect l="l" t="t" r="r" b="b"/>
                <a:pathLst>
                  <a:path w="29596" h="31349" extrusionOk="0">
                    <a:moveTo>
                      <a:pt x="17835" y="0"/>
                    </a:moveTo>
                    <a:lnTo>
                      <a:pt x="11109" y="11434"/>
                    </a:lnTo>
                    <a:cubicBezTo>
                      <a:pt x="10270" y="11811"/>
                      <a:pt x="9569" y="12273"/>
                      <a:pt x="8969" y="12803"/>
                    </a:cubicBezTo>
                    <a:cubicBezTo>
                      <a:pt x="5735" y="15628"/>
                      <a:pt x="5546" y="20250"/>
                      <a:pt x="4331" y="22560"/>
                    </a:cubicBezTo>
                    <a:cubicBezTo>
                      <a:pt x="2944" y="25161"/>
                      <a:pt x="0" y="29116"/>
                      <a:pt x="0" y="29116"/>
                    </a:cubicBezTo>
                    <a:cubicBezTo>
                      <a:pt x="678" y="31033"/>
                      <a:pt x="1833" y="31349"/>
                      <a:pt x="2520" y="31349"/>
                    </a:cubicBezTo>
                    <a:cubicBezTo>
                      <a:pt x="2857" y="31349"/>
                      <a:pt x="3081" y="31273"/>
                      <a:pt x="3081" y="31273"/>
                    </a:cubicBezTo>
                    <a:cubicBezTo>
                      <a:pt x="7394" y="29013"/>
                      <a:pt x="14172" y="22799"/>
                      <a:pt x="19787" y="17219"/>
                    </a:cubicBezTo>
                    <a:cubicBezTo>
                      <a:pt x="25230" y="11811"/>
                      <a:pt x="29595" y="7018"/>
                      <a:pt x="29595" y="7018"/>
                    </a:cubicBezTo>
                    <a:lnTo>
                      <a:pt x="27028" y="1764"/>
                    </a:lnTo>
                    <a:lnTo>
                      <a:pt x="1783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7"/>
              <p:cNvSpPr/>
              <p:nvPr/>
            </p:nvSpPr>
            <p:spPr>
              <a:xfrm>
                <a:off x="1286739" y="4137592"/>
                <a:ext cx="358665" cy="419340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9586" extrusionOk="0">
                    <a:moveTo>
                      <a:pt x="3064" y="1"/>
                    </a:moveTo>
                    <a:lnTo>
                      <a:pt x="1781" y="1455"/>
                    </a:lnTo>
                    <a:lnTo>
                      <a:pt x="1" y="3440"/>
                    </a:lnTo>
                    <a:lnTo>
                      <a:pt x="7788" y="9586"/>
                    </a:lnTo>
                    <a:cubicBezTo>
                      <a:pt x="8080" y="8918"/>
                      <a:pt x="8199" y="8216"/>
                      <a:pt x="8164" y="7514"/>
                    </a:cubicBezTo>
                    <a:cubicBezTo>
                      <a:pt x="8148" y="7258"/>
                      <a:pt x="8130" y="7018"/>
                      <a:pt x="8080" y="6795"/>
                    </a:cubicBezTo>
                    <a:cubicBezTo>
                      <a:pt x="8011" y="6487"/>
                      <a:pt x="7908" y="6197"/>
                      <a:pt x="7788" y="5905"/>
                    </a:cubicBezTo>
                    <a:cubicBezTo>
                      <a:pt x="7703" y="5717"/>
                      <a:pt x="7600" y="5528"/>
                      <a:pt x="7480" y="5341"/>
                    </a:cubicBezTo>
                    <a:cubicBezTo>
                      <a:pt x="7361" y="5135"/>
                      <a:pt x="7206" y="4930"/>
                      <a:pt x="7053" y="4741"/>
                    </a:cubicBezTo>
                    <a:cubicBezTo>
                      <a:pt x="7001" y="4673"/>
                      <a:pt x="6932" y="4604"/>
                      <a:pt x="6881" y="4536"/>
                    </a:cubicBezTo>
                    <a:cubicBezTo>
                      <a:pt x="6556" y="4177"/>
                      <a:pt x="6316" y="3766"/>
                      <a:pt x="6163" y="3321"/>
                    </a:cubicBezTo>
                    <a:cubicBezTo>
                      <a:pt x="6076" y="3116"/>
                      <a:pt x="6042" y="2876"/>
                      <a:pt x="6008" y="2653"/>
                    </a:cubicBezTo>
                    <a:lnTo>
                      <a:pt x="5974" y="2276"/>
                    </a:lnTo>
                    <a:lnTo>
                      <a:pt x="30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7"/>
              <p:cNvSpPr/>
              <p:nvPr/>
            </p:nvSpPr>
            <p:spPr>
              <a:xfrm>
                <a:off x="1286739" y="4201194"/>
                <a:ext cx="144533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972" extrusionOk="0">
                    <a:moveTo>
                      <a:pt x="1781" y="1"/>
                    </a:moveTo>
                    <a:lnTo>
                      <a:pt x="1" y="1986"/>
                    </a:lnTo>
                    <a:lnTo>
                      <a:pt x="2516" y="3972"/>
                    </a:lnTo>
                    <a:cubicBezTo>
                      <a:pt x="3303" y="2671"/>
                      <a:pt x="3013" y="977"/>
                      <a:pt x="1797" y="19"/>
                    </a:cubicBezTo>
                    <a:lnTo>
                      <a:pt x="17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7"/>
              <p:cNvSpPr/>
              <p:nvPr/>
            </p:nvSpPr>
            <p:spPr>
              <a:xfrm>
                <a:off x="1499374" y="4282863"/>
                <a:ext cx="95889" cy="6903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1578" extrusionOk="0">
                    <a:moveTo>
                      <a:pt x="1302" y="0"/>
                    </a:moveTo>
                    <a:lnTo>
                      <a:pt x="720" y="69"/>
                    </a:lnTo>
                    <a:cubicBezTo>
                      <a:pt x="291" y="119"/>
                      <a:pt x="1" y="496"/>
                      <a:pt x="51" y="907"/>
                    </a:cubicBezTo>
                    <a:cubicBezTo>
                      <a:pt x="69" y="1112"/>
                      <a:pt x="172" y="1301"/>
                      <a:pt x="325" y="1420"/>
                    </a:cubicBezTo>
                    <a:cubicBezTo>
                      <a:pt x="461" y="1526"/>
                      <a:pt x="636" y="1578"/>
                      <a:pt x="816" y="1578"/>
                    </a:cubicBezTo>
                    <a:cubicBezTo>
                      <a:pt x="841" y="1578"/>
                      <a:pt x="866" y="1577"/>
                      <a:pt x="891" y="1575"/>
                    </a:cubicBezTo>
                    <a:lnTo>
                      <a:pt x="2192" y="1420"/>
                    </a:lnTo>
                    <a:cubicBezTo>
                      <a:pt x="2140" y="1352"/>
                      <a:pt x="2071" y="1283"/>
                      <a:pt x="2020" y="1215"/>
                    </a:cubicBezTo>
                    <a:cubicBezTo>
                      <a:pt x="1695" y="856"/>
                      <a:pt x="1455" y="445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7"/>
              <p:cNvSpPr/>
              <p:nvPr/>
            </p:nvSpPr>
            <p:spPr>
              <a:xfrm>
                <a:off x="1510572" y="4371180"/>
                <a:ext cx="129616" cy="74323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699" extrusionOk="0">
                    <a:moveTo>
                      <a:pt x="2363" y="1"/>
                    </a:moveTo>
                    <a:lnTo>
                      <a:pt x="703" y="188"/>
                    </a:lnTo>
                    <a:cubicBezTo>
                      <a:pt x="292" y="241"/>
                      <a:pt x="1" y="617"/>
                      <a:pt x="35" y="1028"/>
                    </a:cubicBezTo>
                    <a:cubicBezTo>
                      <a:pt x="69" y="1233"/>
                      <a:pt x="172" y="1421"/>
                      <a:pt x="327" y="1541"/>
                    </a:cubicBezTo>
                    <a:cubicBezTo>
                      <a:pt x="460" y="1645"/>
                      <a:pt x="621" y="1698"/>
                      <a:pt x="796" y="1698"/>
                    </a:cubicBezTo>
                    <a:cubicBezTo>
                      <a:pt x="822" y="1698"/>
                      <a:pt x="848" y="1697"/>
                      <a:pt x="874" y="1695"/>
                    </a:cubicBezTo>
                    <a:lnTo>
                      <a:pt x="2963" y="1455"/>
                    </a:lnTo>
                    <a:cubicBezTo>
                      <a:pt x="2894" y="1147"/>
                      <a:pt x="2791" y="857"/>
                      <a:pt x="2671" y="565"/>
                    </a:cubicBezTo>
                    <a:cubicBezTo>
                      <a:pt x="2586" y="377"/>
                      <a:pt x="2483" y="188"/>
                      <a:pt x="2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7"/>
              <p:cNvSpPr/>
              <p:nvPr/>
            </p:nvSpPr>
            <p:spPr>
              <a:xfrm>
                <a:off x="1259006" y="4288068"/>
                <a:ext cx="368420" cy="304815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6968" extrusionOk="0">
                    <a:moveTo>
                      <a:pt x="635" y="0"/>
                    </a:moveTo>
                    <a:lnTo>
                      <a:pt x="1" y="822"/>
                    </a:lnTo>
                    <a:lnTo>
                      <a:pt x="7771" y="6967"/>
                    </a:lnTo>
                    <a:lnTo>
                      <a:pt x="8422" y="6146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7"/>
              <p:cNvSpPr/>
              <p:nvPr/>
            </p:nvSpPr>
            <p:spPr>
              <a:xfrm>
                <a:off x="1533056" y="4546415"/>
                <a:ext cx="65924" cy="621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421" extrusionOk="0">
                    <a:moveTo>
                      <a:pt x="171" y="0"/>
                    </a:moveTo>
                    <a:lnTo>
                      <a:pt x="0" y="804"/>
                    </a:lnTo>
                    <a:lnTo>
                      <a:pt x="771" y="1420"/>
                    </a:lnTo>
                    <a:lnTo>
                      <a:pt x="1506" y="1061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7"/>
              <p:cNvSpPr/>
              <p:nvPr/>
            </p:nvSpPr>
            <p:spPr>
              <a:xfrm>
                <a:off x="1402745" y="4443094"/>
                <a:ext cx="65967" cy="62162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421" extrusionOk="0">
                    <a:moveTo>
                      <a:pt x="172" y="0"/>
                    </a:moveTo>
                    <a:lnTo>
                      <a:pt x="1" y="822"/>
                    </a:lnTo>
                    <a:lnTo>
                      <a:pt x="772" y="1420"/>
                    </a:lnTo>
                    <a:lnTo>
                      <a:pt x="1507" y="1061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7"/>
              <p:cNvSpPr/>
              <p:nvPr/>
            </p:nvSpPr>
            <p:spPr>
              <a:xfrm>
                <a:off x="1272479" y="4340472"/>
                <a:ext cx="65924" cy="61418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404" extrusionOk="0">
                    <a:moveTo>
                      <a:pt x="172" y="0"/>
                    </a:moveTo>
                    <a:lnTo>
                      <a:pt x="1" y="806"/>
                    </a:lnTo>
                    <a:lnTo>
                      <a:pt x="772" y="1404"/>
                    </a:lnTo>
                    <a:lnTo>
                      <a:pt x="1507" y="1045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7"/>
              <p:cNvSpPr/>
              <p:nvPr/>
            </p:nvSpPr>
            <p:spPr>
              <a:xfrm>
                <a:off x="1410269" y="3439014"/>
                <a:ext cx="865582" cy="811295"/>
              </a:xfrm>
              <a:custGeom>
                <a:avLst/>
                <a:gdLst/>
                <a:ahLst/>
                <a:cxnLst/>
                <a:rect l="l" t="t" r="r" b="b"/>
                <a:pathLst>
                  <a:path w="19787" h="18546" extrusionOk="0">
                    <a:moveTo>
                      <a:pt x="8969" y="0"/>
                    </a:moveTo>
                    <a:cubicBezTo>
                      <a:pt x="5735" y="2825"/>
                      <a:pt x="5546" y="7447"/>
                      <a:pt x="4331" y="9757"/>
                    </a:cubicBezTo>
                    <a:cubicBezTo>
                      <a:pt x="2944" y="12358"/>
                      <a:pt x="0" y="16313"/>
                      <a:pt x="0" y="16313"/>
                    </a:cubicBezTo>
                    <a:cubicBezTo>
                      <a:pt x="678" y="18230"/>
                      <a:pt x="1833" y="18546"/>
                      <a:pt x="2520" y="18546"/>
                    </a:cubicBezTo>
                    <a:cubicBezTo>
                      <a:pt x="2857" y="18546"/>
                      <a:pt x="3081" y="18470"/>
                      <a:pt x="3081" y="18470"/>
                    </a:cubicBezTo>
                    <a:cubicBezTo>
                      <a:pt x="7394" y="16210"/>
                      <a:pt x="14172" y="9996"/>
                      <a:pt x="19787" y="4416"/>
                    </a:cubicBezTo>
                    <a:cubicBezTo>
                      <a:pt x="15046" y="822"/>
                      <a:pt x="11281" y="35"/>
                      <a:pt x="8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7"/>
              <p:cNvSpPr/>
              <p:nvPr/>
            </p:nvSpPr>
            <p:spPr>
              <a:xfrm>
                <a:off x="1744947" y="3439014"/>
                <a:ext cx="530889" cy="250878"/>
              </a:xfrm>
              <a:custGeom>
                <a:avLst/>
                <a:gdLst/>
                <a:ahLst/>
                <a:cxnLst/>
                <a:rect l="l" t="t" r="r" b="b"/>
                <a:pathLst>
                  <a:path w="12136" h="5735" extrusionOk="0">
                    <a:moveTo>
                      <a:pt x="1318" y="0"/>
                    </a:moveTo>
                    <a:cubicBezTo>
                      <a:pt x="805" y="445"/>
                      <a:pt x="377" y="942"/>
                      <a:pt x="1" y="1456"/>
                    </a:cubicBezTo>
                    <a:cubicBezTo>
                      <a:pt x="2260" y="1472"/>
                      <a:pt x="6026" y="2191"/>
                      <a:pt x="10784" y="5735"/>
                    </a:cubicBezTo>
                    <a:cubicBezTo>
                      <a:pt x="11246" y="5290"/>
                      <a:pt x="11691" y="4845"/>
                      <a:pt x="12136" y="4416"/>
                    </a:cubicBezTo>
                    <a:cubicBezTo>
                      <a:pt x="7395" y="822"/>
                      <a:pt x="3630" y="35"/>
                      <a:pt x="13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7"/>
              <p:cNvSpPr/>
              <p:nvPr/>
            </p:nvSpPr>
            <p:spPr>
              <a:xfrm>
                <a:off x="2190425" y="2318183"/>
                <a:ext cx="804208" cy="867857"/>
              </a:xfrm>
              <a:custGeom>
                <a:avLst/>
                <a:gdLst/>
                <a:ahLst/>
                <a:cxnLst/>
                <a:rect l="l" t="t" r="r" b="b"/>
                <a:pathLst>
                  <a:path w="18384" h="19839" extrusionOk="0">
                    <a:moveTo>
                      <a:pt x="6642" y="1"/>
                    </a:moveTo>
                    <a:lnTo>
                      <a:pt x="0" y="12820"/>
                    </a:lnTo>
                    <a:cubicBezTo>
                      <a:pt x="2465" y="17168"/>
                      <a:pt x="6231" y="18811"/>
                      <a:pt x="8832" y="19445"/>
                    </a:cubicBezTo>
                    <a:cubicBezTo>
                      <a:pt x="9277" y="19564"/>
                      <a:pt x="9688" y="19633"/>
                      <a:pt x="10048" y="19685"/>
                    </a:cubicBezTo>
                    <a:cubicBezTo>
                      <a:pt x="10912" y="19826"/>
                      <a:pt x="11519" y="19839"/>
                      <a:pt x="11702" y="19839"/>
                    </a:cubicBezTo>
                    <a:cubicBezTo>
                      <a:pt x="11740" y="19839"/>
                      <a:pt x="11760" y="19838"/>
                      <a:pt x="11760" y="19838"/>
                    </a:cubicBezTo>
                    <a:cubicBezTo>
                      <a:pt x="13061" y="18263"/>
                      <a:pt x="14138" y="16449"/>
                      <a:pt x="15012" y="14635"/>
                    </a:cubicBezTo>
                    <a:cubicBezTo>
                      <a:pt x="15268" y="14121"/>
                      <a:pt x="15508" y="13591"/>
                      <a:pt x="15713" y="13078"/>
                    </a:cubicBezTo>
                    <a:cubicBezTo>
                      <a:pt x="17664" y="8491"/>
                      <a:pt x="18383" y="4280"/>
                      <a:pt x="18383" y="4280"/>
                    </a:cubicBezTo>
                    <a:lnTo>
                      <a:pt x="16792" y="1849"/>
                    </a:lnTo>
                    <a:lnTo>
                      <a:pt x="66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7"/>
              <p:cNvSpPr/>
              <p:nvPr/>
            </p:nvSpPr>
            <p:spPr>
              <a:xfrm>
                <a:off x="1678282" y="2075628"/>
                <a:ext cx="861120" cy="860464"/>
              </a:xfrm>
              <a:custGeom>
                <a:avLst/>
                <a:gdLst/>
                <a:ahLst/>
                <a:cxnLst/>
                <a:rect l="l" t="t" r="r" b="b"/>
                <a:pathLst>
                  <a:path w="19685" h="19670" extrusionOk="0">
                    <a:moveTo>
                      <a:pt x="8627" y="0"/>
                    </a:moveTo>
                    <a:lnTo>
                      <a:pt x="5872" y="3166"/>
                    </a:lnTo>
                    <a:lnTo>
                      <a:pt x="4845" y="4330"/>
                    </a:lnTo>
                    <a:lnTo>
                      <a:pt x="1" y="9876"/>
                    </a:lnTo>
                    <a:cubicBezTo>
                      <a:pt x="190" y="11416"/>
                      <a:pt x="514" y="12700"/>
                      <a:pt x="943" y="13778"/>
                    </a:cubicBezTo>
                    <a:cubicBezTo>
                      <a:pt x="1114" y="14172"/>
                      <a:pt x="1285" y="14549"/>
                      <a:pt x="1456" y="14874"/>
                    </a:cubicBezTo>
                    <a:cubicBezTo>
                      <a:pt x="3031" y="17835"/>
                      <a:pt x="5444" y="18981"/>
                      <a:pt x="7190" y="19410"/>
                    </a:cubicBezTo>
                    <a:cubicBezTo>
                      <a:pt x="8111" y="19640"/>
                      <a:pt x="8841" y="19669"/>
                      <a:pt x="9151" y="19669"/>
                    </a:cubicBezTo>
                    <a:cubicBezTo>
                      <a:pt x="9255" y="19669"/>
                      <a:pt x="9312" y="19666"/>
                      <a:pt x="9312" y="19666"/>
                    </a:cubicBezTo>
                    <a:cubicBezTo>
                      <a:pt x="13283" y="18468"/>
                      <a:pt x="19685" y="8593"/>
                      <a:pt x="19685" y="8593"/>
                    </a:cubicBezTo>
                    <a:lnTo>
                      <a:pt x="16416" y="4261"/>
                    </a:lnTo>
                    <a:lnTo>
                      <a:pt x="11400" y="1523"/>
                    </a:lnTo>
                    <a:lnTo>
                      <a:pt x="86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7"/>
              <p:cNvSpPr/>
              <p:nvPr/>
            </p:nvSpPr>
            <p:spPr>
              <a:xfrm>
                <a:off x="1720232" y="2214075"/>
                <a:ext cx="258402" cy="512210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11709" extrusionOk="0">
                    <a:moveTo>
                      <a:pt x="4913" y="1"/>
                    </a:moveTo>
                    <a:lnTo>
                      <a:pt x="3886" y="1165"/>
                    </a:lnTo>
                    <a:cubicBezTo>
                      <a:pt x="4366" y="4862"/>
                      <a:pt x="2876" y="8406"/>
                      <a:pt x="0" y="10613"/>
                    </a:cubicBezTo>
                    <a:cubicBezTo>
                      <a:pt x="155" y="11007"/>
                      <a:pt x="326" y="11384"/>
                      <a:pt x="497" y="11709"/>
                    </a:cubicBezTo>
                    <a:cubicBezTo>
                      <a:pt x="4126" y="9073"/>
                      <a:pt x="5906" y="4588"/>
                      <a:pt x="49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7"/>
              <p:cNvSpPr/>
              <p:nvPr/>
            </p:nvSpPr>
            <p:spPr>
              <a:xfrm>
                <a:off x="2576763" y="2890212"/>
                <a:ext cx="301053" cy="289067"/>
              </a:xfrm>
              <a:custGeom>
                <a:avLst/>
                <a:gdLst/>
                <a:ahLst/>
                <a:cxnLst/>
                <a:rect l="l" t="t" r="r" b="b"/>
                <a:pathLst>
                  <a:path w="6882" h="6608" extrusionOk="0">
                    <a:moveTo>
                      <a:pt x="6881" y="1"/>
                    </a:moveTo>
                    <a:cubicBezTo>
                      <a:pt x="3766" y="1062"/>
                      <a:pt x="1285" y="3304"/>
                      <a:pt x="0" y="6368"/>
                    </a:cubicBezTo>
                    <a:cubicBezTo>
                      <a:pt x="445" y="6487"/>
                      <a:pt x="856" y="6556"/>
                      <a:pt x="1216" y="6608"/>
                    </a:cubicBezTo>
                    <a:cubicBezTo>
                      <a:pt x="2226" y="4348"/>
                      <a:pt x="3971" y="2585"/>
                      <a:pt x="6180" y="1558"/>
                    </a:cubicBezTo>
                    <a:cubicBezTo>
                      <a:pt x="6436" y="1044"/>
                      <a:pt x="6676" y="514"/>
                      <a:pt x="68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7"/>
              <p:cNvSpPr/>
              <p:nvPr/>
            </p:nvSpPr>
            <p:spPr>
              <a:xfrm>
                <a:off x="786582" y="1406970"/>
                <a:ext cx="1176347" cy="408097"/>
              </a:xfrm>
              <a:custGeom>
                <a:avLst/>
                <a:gdLst/>
                <a:ahLst/>
                <a:cxnLst/>
                <a:rect l="l" t="t" r="r" b="b"/>
                <a:pathLst>
                  <a:path w="26891" h="9329" extrusionOk="0">
                    <a:moveTo>
                      <a:pt x="23843" y="1"/>
                    </a:moveTo>
                    <a:lnTo>
                      <a:pt x="20198" y="1182"/>
                    </a:lnTo>
                    <a:cubicBezTo>
                      <a:pt x="19633" y="1370"/>
                      <a:pt x="19051" y="1490"/>
                      <a:pt x="18469" y="1525"/>
                    </a:cubicBezTo>
                    <a:lnTo>
                      <a:pt x="2192" y="2671"/>
                    </a:lnTo>
                    <a:cubicBezTo>
                      <a:pt x="1062" y="2910"/>
                      <a:pt x="275" y="3921"/>
                      <a:pt x="309" y="5067"/>
                    </a:cubicBezTo>
                    <a:lnTo>
                      <a:pt x="1" y="8182"/>
                    </a:lnTo>
                    <a:cubicBezTo>
                      <a:pt x="1" y="8182"/>
                      <a:pt x="1402" y="9049"/>
                      <a:pt x="2882" y="9049"/>
                    </a:cubicBezTo>
                    <a:cubicBezTo>
                      <a:pt x="3523" y="9049"/>
                      <a:pt x="4178" y="8887"/>
                      <a:pt x="4741" y="8422"/>
                    </a:cubicBezTo>
                    <a:lnTo>
                      <a:pt x="16586" y="9295"/>
                    </a:lnTo>
                    <a:cubicBezTo>
                      <a:pt x="16987" y="9317"/>
                      <a:pt x="17387" y="9328"/>
                      <a:pt x="17787" y="9328"/>
                    </a:cubicBezTo>
                    <a:cubicBezTo>
                      <a:pt x="19884" y="9328"/>
                      <a:pt x="21968" y="9028"/>
                      <a:pt x="23980" y="8440"/>
                    </a:cubicBezTo>
                    <a:lnTo>
                      <a:pt x="26890" y="7566"/>
                    </a:lnTo>
                    <a:lnTo>
                      <a:pt x="238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7"/>
              <p:cNvSpPr/>
              <p:nvPr/>
            </p:nvSpPr>
            <p:spPr>
              <a:xfrm>
                <a:off x="762655" y="1524945"/>
                <a:ext cx="200702" cy="82853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1894" extrusionOk="0">
                    <a:moveTo>
                      <a:pt x="1044" y="0"/>
                    </a:moveTo>
                    <a:cubicBezTo>
                      <a:pt x="898" y="0"/>
                      <a:pt x="754" y="16"/>
                      <a:pt x="616" y="60"/>
                    </a:cubicBezTo>
                    <a:cubicBezTo>
                      <a:pt x="290" y="179"/>
                      <a:pt x="0" y="453"/>
                      <a:pt x="0" y="813"/>
                    </a:cubicBezTo>
                    <a:cubicBezTo>
                      <a:pt x="0" y="1087"/>
                      <a:pt x="188" y="1343"/>
                      <a:pt x="427" y="1498"/>
                    </a:cubicBezTo>
                    <a:cubicBezTo>
                      <a:pt x="667" y="1635"/>
                      <a:pt x="959" y="1703"/>
                      <a:pt x="1233" y="1737"/>
                    </a:cubicBezTo>
                    <a:cubicBezTo>
                      <a:pt x="1857" y="1839"/>
                      <a:pt x="2491" y="1894"/>
                      <a:pt x="3121" y="1894"/>
                    </a:cubicBezTo>
                    <a:cubicBezTo>
                      <a:pt x="3337" y="1894"/>
                      <a:pt x="3552" y="1887"/>
                      <a:pt x="3766" y="1874"/>
                    </a:cubicBezTo>
                    <a:cubicBezTo>
                      <a:pt x="3937" y="1874"/>
                      <a:pt x="4125" y="1857"/>
                      <a:pt x="4279" y="1772"/>
                    </a:cubicBezTo>
                    <a:cubicBezTo>
                      <a:pt x="4450" y="1703"/>
                      <a:pt x="4570" y="1548"/>
                      <a:pt x="4587" y="1361"/>
                    </a:cubicBezTo>
                    <a:cubicBezTo>
                      <a:pt x="4587" y="1087"/>
                      <a:pt x="4296" y="898"/>
                      <a:pt x="4040" y="795"/>
                    </a:cubicBezTo>
                    <a:cubicBezTo>
                      <a:pt x="3269" y="453"/>
                      <a:pt x="2465" y="213"/>
                      <a:pt x="1643" y="60"/>
                    </a:cubicBezTo>
                    <a:cubicBezTo>
                      <a:pt x="1446" y="30"/>
                      <a:pt x="1243" y="0"/>
                      <a:pt x="10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7"/>
              <p:cNvSpPr/>
              <p:nvPr/>
            </p:nvSpPr>
            <p:spPr>
              <a:xfrm>
                <a:off x="741658" y="1584611"/>
                <a:ext cx="201446" cy="83072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1899" extrusionOk="0">
                    <a:moveTo>
                      <a:pt x="1090" y="0"/>
                    </a:moveTo>
                    <a:cubicBezTo>
                      <a:pt x="934" y="0"/>
                      <a:pt x="781" y="19"/>
                      <a:pt x="634" y="65"/>
                    </a:cubicBezTo>
                    <a:cubicBezTo>
                      <a:pt x="309" y="168"/>
                      <a:pt x="17" y="458"/>
                      <a:pt x="17" y="801"/>
                    </a:cubicBezTo>
                    <a:cubicBezTo>
                      <a:pt x="1" y="1092"/>
                      <a:pt x="206" y="1332"/>
                      <a:pt x="446" y="1485"/>
                    </a:cubicBezTo>
                    <a:cubicBezTo>
                      <a:pt x="686" y="1640"/>
                      <a:pt x="959" y="1691"/>
                      <a:pt x="1233" y="1743"/>
                    </a:cubicBezTo>
                    <a:cubicBezTo>
                      <a:pt x="1858" y="1845"/>
                      <a:pt x="2492" y="1899"/>
                      <a:pt x="3129" y="1899"/>
                    </a:cubicBezTo>
                    <a:cubicBezTo>
                      <a:pt x="3347" y="1899"/>
                      <a:pt x="3565" y="1893"/>
                      <a:pt x="3783" y="1880"/>
                    </a:cubicBezTo>
                    <a:cubicBezTo>
                      <a:pt x="3954" y="1862"/>
                      <a:pt x="4143" y="1845"/>
                      <a:pt x="4296" y="1777"/>
                    </a:cubicBezTo>
                    <a:cubicBezTo>
                      <a:pt x="4451" y="1691"/>
                      <a:pt x="4588" y="1537"/>
                      <a:pt x="4588" y="1366"/>
                    </a:cubicBezTo>
                    <a:cubicBezTo>
                      <a:pt x="4605" y="1092"/>
                      <a:pt x="4314" y="903"/>
                      <a:pt x="4057" y="784"/>
                    </a:cubicBezTo>
                    <a:cubicBezTo>
                      <a:pt x="3287" y="458"/>
                      <a:pt x="2482" y="202"/>
                      <a:pt x="1661" y="65"/>
                    </a:cubicBezTo>
                    <a:cubicBezTo>
                      <a:pt x="1473" y="28"/>
                      <a:pt x="1280" y="0"/>
                      <a:pt x="10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7"/>
              <p:cNvSpPr/>
              <p:nvPr/>
            </p:nvSpPr>
            <p:spPr>
              <a:xfrm>
                <a:off x="741658" y="1643970"/>
                <a:ext cx="201446" cy="82853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1894" extrusionOk="0">
                    <a:moveTo>
                      <a:pt x="1059" y="1"/>
                    </a:moveTo>
                    <a:cubicBezTo>
                      <a:pt x="914" y="1"/>
                      <a:pt x="771" y="17"/>
                      <a:pt x="634" y="60"/>
                    </a:cubicBezTo>
                    <a:cubicBezTo>
                      <a:pt x="309" y="180"/>
                      <a:pt x="17" y="471"/>
                      <a:pt x="17" y="813"/>
                    </a:cubicBezTo>
                    <a:cubicBezTo>
                      <a:pt x="1" y="1087"/>
                      <a:pt x="206" y="1344"/>
                      <a:pt x="446" y="1498"/>
                    </a:cubicBezTo>
                    <a:cubicBezTo>
                      <a:pt x="686" y="1634"/>
                      <a:pt x="959" y="1703"/>
                      <a:pt x="1233" y="1737"/>
                    </a:cubicBezTo>
                    <a:cubicBezTo>
                      <a:pt x="1857" y="1839"/>
                      <a:pt x="2490" y="1894"/>
                      <a:pt x="3126" y="1894"/>
                    </a:cubicBezTo>
                    <a:cubicBezTo>
                      <a:pt x="3345" y="1894"/>
                      <a:pt x="3564" y="1887"/>
                      <a:pt x="3783" y="1874"/>
                    </a:cubicBezTo>
                    <a:cubicBezTo>
                      <a:pt x="3954" y="1874"/>
                      <a:pt x="4143" y="1858"/>
                      <a:pt x="4296" y="1771"/>
                    </a:cubicBezTo>
                    <a:cubicBezTo>
                      <a:pt x="4451" y="1703"/>
                      <a:pt x="4588" y="1550"/>
                      <a:pt x="4588" y="1361"/>
                    </a:cubicBezTo>
                    <a:cubicBezTo>
                      <a:pt x="4605" y="1087"/>
                      <a:pt x="4314" y="899"/>
                      <a:pt x="4057" y="796"/>
                    </a:cubicBezTo>
                    <a:cubicBezTo>
                      <a:pt x="3287" y="454"/>
                      <a:pt x="2482" y="215"/>
                      <a:pt x="1661" y="60"/>
                    </a:cubicBezTo>
                    <a:cubicBezTo>
                      <a:pt x="1462" y="30"/>
                      <a:pt x="1259" y="1"/>
                      <a:pt x="10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7"/>
              <p:cNvSpPr/>
              <p:nvPr/>
            </p:nvSpPr>
            <p:spPr>
              <a:xfrm>
                <a:off x="741658" y="1703636"/>
                <a:ext cx="201446" cy="83115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1900" extrusionOk="0">
                    <a:moveTo>
                      <a:pt x="1090" y="0"/>
                    </a:moveTo>
                    <a:cubicBezTo>
                      <a:pt x="934" y="0"/>
                      <a:pt x="781" y="19"/>
                      <a:pt x="634" y="65"/>
                    </a:cubicBezTo>
                    <a:cubicBezTo>
                      <a:pt x="309" y="168"/>
                      <a:pt x="17" y="459"/>
                      <a:pt x="17" y="802"/>
                    </a:cubicBezTo>
                    <a:cubicBezTo>
                      <a:pt x="1" y="1092"/>
                      <a:pt x="206" y="1350"/>
                      <a:pt x="446" y="1486"/>
                    </a:cubicBezTo>
                    <a:cubicBezTo>
                      <a:pt x="686" y="1640"/>
                      <a:pt x="959" y="1692"/>
                      <a:pt x="1233" y="1742"/>
                    </a:cubicBezTo>
                    <a:cubicBezTo>
                      <a:pt x="1857" y="1844"/>
                      <a:pt x="2490" y="1899"/>
                      <a:pt x="3126" y="1899"/>
                    </a:cubicBezTo>
                    <a:cubicBezTo>
                      <a:pt x="3345" y="1899"/>
                      <a:pt x="3564" y="1893"/>
                      <a:pt x="3783" y="1879"/>
                    </a:cubicBezTo>
                    <a:cubicBezTo>
                      <a:pt x="3954" y="1863"/>
                      <a:pt x="4143" y="1845"/>
                      <a:pt x="4296" y="1777"/>
                    </a:cubicBezTo>
                    <a:cubicBezTo>
                      <a:pt x="4451" y="1692"/>
                      <a:pt x="4588" y="1537"/>
                      <a:pt x="4588" y="1366"/>
                    </a:cubicBezTo>
                    <a:cubicBezTo>
                      <a:pt x="4605" y="1092"/>
                      <a:pt x="4314" y="904"/>
                      <a:pt x="4057" y="784"/>
                    </a:cubicBezTo>
                    <a:cubicBezTo>
                      <a:pt x="3287" y="459"/>
                      <a:pt x="2482" y="202"/>
                      <a:pt x="1661" y="65"/>
                    </a:cubicBezTo>
                    <a:cubicBezTo>
                      <a:pt x="1473" y="28"/>
                      <a:pt x="1280" y="0"/>
                      <a:pt x="10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7"/>
              <p:cNvSpPr/>
              <p:nvPr/>
            </p:nvSpPr>
            <p:spPr>
              <a:xfrm>
                <a:off x="812784" y="1487151"/>
                <a:ext cx="202189" cy="144577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3305" extrusionOk="0">
                    <a:moveTo>
                      <a:pt x="3086" y="1"/>
                    </a:moveTo>
                    <a:cubicBezTo>
                      <a:pt x="2649" y="1"/>
                      <a:pt x="2175" y="95"/>
                      <a:pt x="1643" y="239"/>
                    </a:cubicBezTo>
                    <a:cubicBezTo>
                      <a:pt x="788" y="530"/>
                      <a:pt x="0" y="2636"/>
                      <a:pt x="600" y="3200"/>
                    </a:cubicBezTo>
                    <a:cubicBezTo>
                      <a:pt x="680" y="3273"/>
                      <a:pt x="766" y="3305"/>
                      <a:pt x="855" y="3305"/>
                    </a:cubicBezTo>
                    <a:cubicBezTo>
                      <a:pt x="1457" y="3305"/>
                      <a:pt x="2209" y="1865"/>
                      <a:pt x="2209" y="1865"/>
                    </a:cubicBezTo>
                    <a:cubicBezTo>
                      <a:pt x="2520" y="1972"/>
                      <a:pt x="2959" y="2100"/>
                      <a:pt x="3349" y="2100"/>
                    </a:cubicBezTo>
                    <a:cubicBezTo>
                      <a:pt x="3581" y="2100"/>
                      <a:pt x="3795" y="2055"/>
                      <a:pt x="3955" y="1933"/>
                    </a:cubicBezTo>
                    <a:cubicBezTo>
                      <a:pt x="4382" y="1609"/>
                      <a:pt x="4622" y="1061"/>
                      <a:pt x="4587" y="530"/>
                    </a:cubicBezTo>
                    <a:cubicBezTo>
                      <a:pt x="4121" y="149"/>
                      <a:pt x="3633" y="1"/>
                      <a:pt x="3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7"/>
              <p:cNvSpPr/>
              <p:nvPr/>
            </p:nvSpPr>
            <p:spPr>
              <a:xfrm>
                <a:off x="4524944" y="631885"/>
                <a:ext cx="239635" cy="87096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1991" extrusionOk="0">
                    <a:moveTo>
                      <a:pt x="4262" y="0"/>
                    </a:moveTo>
                    <a:cubicBezTo>
                      <a:pt x="2893" y="0"/>
                      <a:pt x="326" y="774"/>
                      <a:pt x="326" y="774"/>
                    </a:cubicBezTo>
                    <a:lnTo>
                      <a:pt x="0" y="1151"/>
                    </a:lnTo>
                    <a:lnTo>
                      <a:pt x="308" y="1990"/>
                    </a:lnTo>
                    <a:cubicBezTo>
                      <a:pt x="308" y="1990"/>
                      <a:pt x="1472" y="1853"/>
                      <a:pt x="1524" y="1853"/>
                    </a:cubicBezTo>
                    <a:cubicBezTo>
                      <a:pt x="1593" y="1853"/>
                      <a:pt x="5477" y="998"/>
                      <a:pt x="5067" y="244"/>
                    </a:cubicBezTo>
                    <a:cubicBezTo>
                      <a:pt x="4969" y="68"/>
                      <a:pt x="4668" y="0"/>
                      <a:pt x="4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7"/>
              <p:cNvSpPr/>
              <p:nvPr/>
            </p:nvSpPr>
            <p:spPr>
              <a:xfrm>
                <a:off x="4531680" y="665743"/>
                <a:ext cx="253152" cy="94402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2158" extrusionOk="0">
                    <a:moveTo>
                      <a:pt x="3064" y="0"/>
                    </a:moveTo>
                    <a:cubicBezTo>
                      <a:pt x="2158" y="0"/>
                      <a:pt x="1" y="703"/>
                      <a:pt x="1" y="703"/>
                    </a:cubicBezTo>
                    <a:lnTo>
                      <a:pt x="446" y="2157"/>
                    </a:lnTo>
                    <a:lnTo>
                      <a:pt x="994" y="2141"/>
                    </a:lnTo>
                    <a:lnTo>
                      <a:pt x="2722" y="1387"/>
                    </a:lnTo>
                    <a:cubicBezTo>
                      <a:pt x="2722" y="1387"/>
                      <a:pt x="4454" y="1880"/>
                      <a:pt x="5263" y="1880"/>
                    </a:cubicBezTo>
                    <a:cubicBezTo>
                      <a:pt x="5487" y="1880"/>
                      <a:pt x="5640" y="1843"/>
                      <a:pt x="5666" y="1746"/>
                    </a:cubicBezTo>
                    <a:cubicBezTo>
                      <a:pt x="5786" y="1301"/>
                      <a:pt x="3988" y="0"/>
                      <a:pt x="30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>
                <a:off x="4557882" y="734157"/>
                <a:ext cx="235917" cy="90683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2073" extrusionOk="0">
                    <a:moveTo>
                      <a:pt x="2542" y="1"/>
                    </a:moveTo>
                    <a:cubicBezTo>
                      <a:pt x="1579" y="1"/>
                      <a:pt x="0" y="388"/>
                      <a:pt x="0" y="388"/>
                    </a:cubicBezTo>
                    <a:lnTo>
                      <a:pt x="0" y="1928"/>
                    </a:lnTo>
                    <a:lnTo>
                      <a:pt x="548" y="1962"/>
                    </a:lnTo>
                    <a:lnTo>
                      <a:pt x="2346" y="1364"/>
                    </a:lnTo>
                    <a:cubicBezTo>
                      <a:pt x="2346" y="1364"/>
                      <a:pt x="4206" y="2073"/>
                      <a:pt x="4946" y="2073"/>
                    </a:cubicBezTo>
                    <a:cubicBezTo>
                      <a:pt x="5104" y="2073"/>
                      <a:pt x="5211" y="2041"/>
                      <a:pt x="5238" y="1962"/>
                    </a:cubicBezTo>
                    <a:cubicBezTo>
                      <a:pt x="5393" y="1535"/>
                      <a:pt x="3715" y="97"/>
                      <a:pt x="2791" y="11"/>
                    </a:cubicBezTo>
                    <a:cubicBezTo>
                      <a:pt x="2714" y="4"/>
                      <a:pt x="2631" y="1"/>
                      <a:pt x="2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7"/>
              <p:cNvSpPr/>
              <p:nvPr/>
            </p:nvSpPr>
            <p:spPr>
              <a:xfrm>
                <a:off x="4561644" y="803796"/>
                <a:ext cx="235873" cy="90421"/>
              </a:xfrm>
              <a:custGeom>
                <a:avLst/>
                <a:gdLst/>
                <a:ahLst/>
                <a:cxnLst/>
                <a:rect l="l" t="t" r="r" b="b"/>
                <a:pathLst>
                  <a:path w="5392" h="2067" extrusionOk="0">
                    <a:moveTo>
                      <a:pt x="2539" y="1"/>
                    </a:moveTo>
                    <a:cubicBezTo>
                      <a:pt x="1576" y="1"/>
                      <a:pt x="1" y="388"/>
                      <a:pt x="1" y="388"/>
                    </a:cubicBezTo>
                    <a:lnTo>
                      <a:pt x="1" y="1929"/>
                    </a:lnTo>
                    <a:lnTo>
                      <a:pt x="548" y="1963"/>
                    </a:lnTo>
                    <a:lnTo>
                      <a:pt x="2345" y="1363"/>
                    </a:lnTo>
                    <a:cubicBezTo>
                      <a:pt x="2345" y="1363"/>
                      <a:pt x="4222" y="2067"/>
                      <a:pt x="4956" y="2067"/>
                    </a:cubicBezTo>
                    <a:cubicBezTo>
                      <a:pt x="5108" y="2067"/>
                      <a:pt x="5212" y="2036"/>
                      <a:pt x="5238" y="1963"/>
                    </a:cubicBezTo>
                    <a:cubicBezTo>
                      <a:pt x="5392" y="1534"/>
                      <a:pt x="3714" y="80"/>
                      <a:pt x="2790" y="12"/>
                    </a:cubicBezTo>
                    <a:cubicBezTo>
                      <a:pt x="2713" y="4"/>
                      <a:pt x="2628" y="1"/>
                      <a:pt x="25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7"/>
              <p:cNvSpPr/>
              <p:nvPr/>
            </p:nvSpPr>
            <p:spPr>
              <a:xfrm>
                <a:off x="3527648" y="665743"/>
                <a:ext cx="1100712" cy="651451"/>
              </a:xfrm>
              <a:custGeom>
                <a:avLst/>
                <a:gdLst/>
                <a:ahLst/>
                <a:cxnLst/>
                <a:rect l="l" t="t" r="r" b="b"/>
                <a:pathLst>
                  <a:path w="25162" h="14892" extrusionOk="0">
                    <a:moveTo>
                      <a:pt x="23125" y="0"/>
                    </a:moveTo>
                    <a:cubicBezTo>
                      <a:pt x="23125" y="0"/>
                      <a:pt x="17596" y="2602"/>
                      <a:pt x="16535" y="3013"/>
                    </a:cubicBezTo>
                    <a:cubicBezTo>
                      <a:pt x="15491" y="3424"/>
                      <a:pt x="1148" y="7155"/>
                      <a:pt x="1148" y="7155"/>
                    </a:cubicBezTo>
                    <a:lnTo>
                      <a:pt x="0" y="8816"/>
                    </a:lnTo>
                    <a:lnTo>
                      <a:pt x="1233" y="14892"/>
                    </a:lnTo>
                    <a:cubicBezTo>
                      <a:pt x="1233" y="14892"/>
                      <a:pt x="11982" y="12358"/>
                      <a:pt x="15080" y="10459"/>
                    </a:cubicBezTo>
                    <a:cubicBezTo>
                      <a:pt x="18161" y="8542"/>
                      <a:pt x="21498" y="6196"/>
                      <a:pt x="22406" y="5940"/>
                    </a:cubicBezTo>
                    <a:cubicBezTo>
                      <a:pt x="22406" y="5940"/>
                      <a:pt x="24076" y="7565"/>
                      <a:pt x="24651" y="7565"/>
                    </a:cubicBezTo>
                    <a:cubicBezTo>
                      <a:pt x="24698" y="7565"/>
                      <a:pt x="24737" y="7555"/>
                      <a:pt x="24768" y="7532"/>
                    </a:cubicBezTo>
                    <a:cubicBezTo>
                      <a:pt x="25161" y="7241"/>
                      <a:pt x="24186" y="5119"/>
                      <a:pt x="24186" y="5119"/>
                    </a:cubicBezTo>
                    <a:lnTo>
                      <a:pt x="23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7"/>
              <p:cNvSpPr/>
              <p:nvPr/>
            </p:nvSpPr>
            <p:spPr>
              <a:xfrm>
                <a:off x="1792889" y="975444"/>
                <a:ext cx="1883922" cy="1556972"/>
              </a:xfrm>
              <a:custGeom>
                <a:avLst/>
                <a:gdLst/>
                <a:ahLst/>
                <a:cxnLst/>
                <a:rect l="l" t="t" r="r" b="b"/>
                <a:pathLst>
                  <a:path w="43066" h="35592" extrusionOk="0">
                    <a:moveTo>
                      <a:pt x="38354" y="1"/>
                    </a:moveTo>
                    <a:cubicBezTo>
                      <a:pt x="38100" y="1"/>
                      <a:pt x="37844" y="3"/>
                      <a:pt x="37588" y="7"/>
                    </a:cubicBezTo>
                    <a:cubicBezTo>
                      <a:pt x="32693" y="59"/>
                      <a:pt x="27660" y="931"/>
                      <a:pt x="24614" y="1547"/>
                    </a:cubicBezTo>
                    <a:cubicBezTo>
                      <a:pt x="22868" y="1907"/>
                      <a:pt x="21772" y="2197"/>
                      <a:pt x="21772" y="2197"/>
                    </a:cubicBezTo>
                    <a:lnTo>
                      <a:pt x="19239" y="2985"/>
                    </a:lnTo>
                    <a:cubicBezTo>
                      <a:pt x="18502" y="3003"/>
                      <a:pt x="17783" y="3037"/>
                      <a:pt x="17065" y="3105"/>
                    </a:cubicBezTo>
                    <a:cubicBezTo>
                      <a:pt x="10921" y="3687"/>
                      <a:pt x="5580" y="6100"/>
                      <a:pt x="2584" y="7743"/>
                    </a:cubicBezTo>
                    <a:cubicBezTo>
                      <a:pt x="2568" y="7761"/>
                      <a:pt x="2534" y="7777"/>
                      <a:pt x="2516" y="7795"/>
                    </a:cubicBezTo>
                    <a:cubicBezTo>
                      <a:pt x="1541" y="8325"/>
                      <a:pt x="822" y="8770"/>
                      <a:pt x="411" y="9044"/>
                    </a:cubicBezTo>
                    <a:lnTo>
                      <a:pt x="0" y="9301"/>
                    </a:lnTo>
                    <a:cubicBezTo>
                      <a:pt x="17" y="9609"/>
                      <a:pt x="35" y="9918"/>
                      <a:pt x="69" y="10226"/>
                    </a:cubicBezTo>
                    <a:cubicBezTo>
                      <a:pt x="599" y="15566"/>
                      <a:pt x="3200" y="19332"/>
                      <a:pt x="3200" y="19332"/>
                    </a:cubicBezTo>
                    <a:lnTo>
                      <a:pt x="5854" y="18389"/>
                    </a:lnTo>
                    <a:lnTo>
                      <a:pt x="5871" y="18389"/>
                    </a:lnTo>
                    <a:lnTo>
                      <a:pt x="11023" y="16541"/>
                    </a:lnTo>
                    <a:lnTo>
                      <a:pt x="6007" y="25151"/>
                    </a:lnTo>
                    <a:cubicBezTo>
                      <a:pt x="6007" y="25151"/>
                      <a:pt x="5802" y="27958"/>
                      <a:pt x="11023" y="32665"/>
                    </a:cubicBezTo>
                    <a:cubicBezTo>
                      <a:pt x="13605" y="35002"/>
                      <a:pt x="17658" y="35592"/>
                      <a:pt x="21094" y="35592"/>
                    </a:cubicBezTo>
                    <a:cubicBezTo>
                      <a:pt x="24604" y="35592"/>
                      <a:pt x="27471" y="34976"/>
                      <a:pt x="27471" y="34976"/>
                    </a:cubicBezTo>
                    <a:cubicBezTo>
                      <a:pt x="27711" y="34684"/>
                      <a:pt x="27951" y="34360"/>
                      <a:pt x="28190" y="34034"/>
                    </a:cubicBezTo>
                    <a:cubicBezTo>
                      <a:pt x="33257" y="26760"/>
                      <a:pt x="32983" y="13615"/>
                      <a:pt x="32983" y="13615"/>
                    </a:cubicBezTo>
                    <a:lnTo>
                      <a:pt x="40069" y="11474"/>
                    </a:lnTo>
                    <a:lnTo>
                      <a:pt x="42568" y="10721"/>
                    </a:lnTo>
                    <a:cubicBezTo>
                      <a:pt x="43065" y="5296"/>
                      <a:pt x="40806" y="75"/>
                      <a:pt x="40806" y="75"/>
                    </a:cubicBezTo>
                    <a:cubicBezTo>
                      <a:pt x="40005" y="23"/>
                      <a:pt x="39186" y="1"/>
                      <a:pt x="383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7"/>
              <p:cNvSpPr/>
              <p:nvPr/>
            </p:nvSpPr>
            <p:spPr>
              <a:xfrm>
                <a:off x="1847524" y="1150198"/>
                <a:ext cx="754776" cy="267326"/>
              </a:xfrm>
              <a:custGeom>
                <a:avLst/>
                <a:gdLst/>
                <a:ahLst/>
                <a:cxnLst/>
                <a:rect l="l" t="t" r="r" b="b"/>
                <a:pathLst>
                  <a:path w="17254" h="6111" extrusionOk="0">
                    <a:moveTo>
                      <a:pt x="16860" y="0"/>
                    </a:moveTo>
                    <a:cubicBezTo>
                      <a:pt x="16671" y="0"/>
                      <a:pt x="12255" y="51"/>
                      <a:pt x="7926" y="1797"/>
                    </a:cubicBezTo>
                    <a:cubicBezTo>
                      <a:pt x="3647" y="3526"/>
                      <a:pt x="292" y="5341"/>
                      <a:pt x="258" y="5357"/>
                    </a:cubicBezTo>
                    <a:cubicBezTo>
                      <a:pt x="69" y="5460"/>
                      <a:pt x="0" y="5717"/>
                      <a:pt x="103" y="5905"/>
                    </a:cubicBezTo>
                    <a:cubicBezTo>
                      <a:pt x="171" y="6042"/>
                      <a:pt x="308" y="6110"/>
                      <a:pt x="445" y="6110"/>
                    </a:cubicBezTo>
                    <a:cubicBezTo>
                      <a:pt x="514" y="6110"/>
                      <a:pt x="582" y="6094"/>
                      <a:pt x="651" y="6060"/>
                    </a:cubicBezTo>
                    <a:cubicBezTo>
                      <a:pt x="685" y="6042"/>
                      <a:pt x="3989" y="4245"/>
                      <a:pt x="8216" y="2550"/>
                    </a:cubicBezTo>
                    <a:cubicBezTo>
                      <a:pt x="12410" y="856"/>
                      <a:pt x="16826" y="804"/>
                      <a:pt x="16860" y="804"/>
                    </a:cubicBezTo>
                    <a:cubicBezTo>
                      <a:pt x="17082" y="804"/>
                      <a:pt x="17253" y="617"/>
                      <a:pt x="17253" y="393"/>
                    </a:cubicBezTo>
                    <a:cubicBezTo>
                      <a:pt x="17253" y="171"/>
                      <a:pt x="17082" y="0"/>
                      <a:pt x="168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2783405" y="1013151"/>
                <a:ext cx="733822" cy="110150"/>
              </a:xfrm>
              <a:custGeom>
                <a:avLst/>
                <a:gdLst/>
                <a:ahLst/>
                <a:cxnLst/>
                <a:rect l="l" t="t" r="r" b="b"/>
                <a:pathLst>
                  <a:path w="16775" h="2518" extrusionOk="0">
                    <a:moveTo>
                      <a:pt x="14786" y="1"/>
                    </a:moveTo>
                    <a:cubicBezTo>
                      <a:pt x="9577" y="1"/>
                      <a:pt x="775" y="1652"/>
                      <a:pt x="361" y="1730"/>
                    </a:cubicBezTo>
                    <a:cubicBezTo>
                      <a:pt x="137" y="1764"/>
                      <a:pt x="1" y="1986"/>
                      <a:pt x="35" y="2191"/>
                    </a:cubicBezTo>
                    <a:cubicBezTo>
                      <a:pt x="69" y="2397"/>
                      <a:pt x="240" y="2517"/>
                      <a:pt x="429" y="2517"/>
                    </a:cubicBezTo>
                    <a:lnTo>
                      <a:pt x="498" y="2517"/>
                    </a:lnTo>
                    <a:cubicBezTo>
                      <a:pt x="605" y="2501"/>
                      <a:pt x="9675" y="794"/>
                      <a:pt x="14819" y="794"/>
                    </a:cubicBezTo>
                    <a:cubicBezTo>
                      <a:pt x="15366" y="794"/>
                      <a:pt x="15870" y="813"/>
                      <a:pt x="16313" y="856"/>
                    </a:cubicBezTo>
                    <a:cubicBezTo>
                      <a:pt x="16332" y="859"/>
                      <a:pt x="16351" y="861"/>
                      <a:pt x="16370" y="861"/>
                    </a:cubicBezTo>
                    <a:cubicBezTo>
                      <a:pt x="16569" y="861"/>
                      <a:pt x="16742" y="700"/>
                      <a:pt x="16758" y="497"/>
                    </a:cubicBezTo>
                    <a:cubicBezTo>
                      <a:pt x="16775" y="292"/>
                      <a:pt x="16621" y="87"/>
                      <a:pt x="16398" y="69"/>
                    </a:cubicBezTo>
                    <a:cubicBezTo>
                      <a:pt x="15918" y="22"/>
                      <a:pt x="15375" y="1"/>
                      <a:pt x="147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7"/>
              <p:cNvSpPr/>
              <p:nvPr/>
            </p:nvSpPr>
            <p:spPr>
              <a:xfrm>
                <a:off x="3437800" y="975444"/>
                <a:ext cx="238935" cy="501974"/>
              </a:xfrm>
              <a:custGeom>
                <a:avLst/>
                <a:gdLst/>
                <a:ahLst/>
                <a:cxnLst/>
                <a:rect l="l" t="t" r="r" b="b"/>
                <a:pathLst>
                  <a:path w="5462" h="11475" extrusionOk="0">
                    <a:moveTo>
                      <a:pt x="757" y="1"/>
                    </a:moveTo>
                    <a:cubicBezTo>
                      <a:pt x="505" y="1"/>
                      <a:pt x="253" y="3"/>
                      <a:pt x="0" y="7"/>
                    </a:cubicBezTo>
                    <a:cubicBezTo>
                      <a:pt x="1678" y="3567"/>
                      <a:pt x="2533" y="7521"/>
                      <a:pt x="2465" y="11474"/>
                    </a:cubicBezTo>
                    <a:lnTo>
                      <a:pt x="4964" y="10721"/>
                    </a:lnTo>
                    <a:cubicBezTo>
                      <a:pt x="5461" y="5296"/>
                      <a:pt x="3202" y="75"/>
                      <a:pt x="3202" y="75"/>
                    </a:cubicBezTo>
                    <a:cubicBezTo>
                      <a:pt x="2401" y="23"/>
                      <a:pt x="1582" y="1"/>
                      <a:pt x="7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7"/>
              <p:cNvSpPr/>
              <p:nvPr/>
            </p:nvSpPr>
            <p:spPr>
              <a:xfrm>
                <a:off x="1792889" y="1316422"/>
                <a:ext cx="256127" cy="504686"/>
              </a:xfrm>
              <a:custGeom>
                <a:avLst/>
                <a:gdLst/>
                <a:ahLst/>
                <a:cxnLst/>
                <a:rect l="l" t="t" r="r" b="b"/>
                <a:pathLst>
                  <a:path w="5855" h="11537" extrusionOk="0">
                    <a:moveTo>
                      <a:pt x="2516" y="0"/>
                    </a:moveTo>
                    <a:cubicBezTo>
                      <a:pt x="907" y="872"/>
                      <a:pt x="0" y="1506"/>
                      <a:pt x="0" y="1506"/>
                    </a:cubicBezTo>
                    <a:cubicBezTo>
                      <a:pt x="291" y="7326"/>
                      <a:pt x="3200" y="11537"/>
                      <a:pt x="3200" y="11537"/>
                    </a:cubicBezTo>
                    <a:lnTo>
                      <a:pt x="5854" y="10594"/>
                    </a:lnTo>
                    <a:cubicBezTo>
                      <a:pt x="3663" y="7531"/>
                      <a:pt x="2481" y="3766"/>
                      <a:pt x="2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7"/>
              <p:cNvSpPr/>
              <p:nvPr/>
            </p:nvSpPr>
            <p:spPr>
              <a:xfrm>
                <a:off x="2539319" y="1043115"/>
                <a:ext cx="331018" cy="202014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4618" extrusionOk="0">
                    <a:moveTo>
                      <a:pt x="7566" y="0"/>
                    </a:moveTo>
                    <a:lnTo>
                      <a:pt x="7566" y="0"/>
                    </a:lnTo>
                    <a:cubicBezTo>
                      <a:pt x="5804" y="360"/>
                      <a:pt x="4708" y="634"/>
                      <a:pt x="4708" y="634"/>
                    </a:cubicBezTo>
                    <a:lnTo>
                      <a:pt x="2192" y="1438"/>
                    </a:lnTo>
                    <a:cubicBezTo>
                      <a:pt x="1438" y="1456"/>
                      <a:pt x="719" y="1490"/>
                      <a:pt x="1" y="1558"/>
                    </a:cubicBezTo>
                    <a:cubicBezTo>
                      <a:pt x="18" y="2448"/>
                      <a:pt x="463" y="3338"/>
                      <a:pt x="1165" y="3903"/>
                    </a:cubicBezTo>
                    <a:cubicBezTo>
                      <a:pt x="1762" y="4380"/>
                      <a:pt x="2525" y="4617"/>
                      <a:pt x="3290" y="4617"/>
                    </a:cubicBezTo>
                    <a:cubicBezTo>
                      <a:pt x="3732" y="4617"/>
                      <a:pt x="4175" y="4539"/>
                      <a:pt x="4588" y="4382"/>
                    </a:cubicBezTo>
                    <a:cubicBezTo>
                      <a:pt x="5735" y="3955"/>
                      <a:pt x="6625" y="3012"/>
                      <a:pt x="7105" y="1901"/>
                    </a:cubicBezTo>
                    <a:cubicBezTo>
                      <a:pt x="7361" y="1301"/>
                      <a:pt x="7515" y="650"/>
                      <a:pt x="75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7"/>
              <p:cNvSpPr/>
              <p:nvPr/>
            </p:nvSpPr>
            <p:spPr>
              <a:xfrm>
                <a:off x="2289241" y="539500"/>
                <a:ext cx="553418" cy="382900"/>
              </a:xfrm>
              <a:custGeom>
                <a:avLst/>
                <a:gdLst/>
                <a:ahLst/>
                <a:cxnLst/>
                <a:rect l="l" t="t" r="r" b="b"/>
                <a:pathLst>
                  <a:path w="12651" h="8753" extrusionOk="0">
                    <a:moveTo>
                      <a:pt x="8182" y="1"/>
                    </a:moveTo>
                    <a:cubicBezTo>
                      <a:pt x="7303" y="1"/>
                      <a:pt x="6429" y="265"/>
                      <a:pt x="5581" y="542"/>
                    </a:cubicBezTo>
                    <a:cubicBezTo>
                      <a:pt x="4656" y="850"/>
                      <a:pt x="3716" y="1175"/>
                      <a:pt x="2723" y="1193"/>
                    </a:cubicBezTo>
                    <a:cubicBezTo>
                      <a:pt x="2425" y="1193"/>
                      <a:pt x="2119" y="1164"/>
                      <a:pt x="1821" y="1164"/>
                    </a:cubicBezTo>
                    <a:cubicBezTo>
                      <a:pt x="1502" y="1164"/>
                      <a:pt x="1191" y="1196"/>
                      <a:pt x="909" y="1329"/>
                    </a:cubicBezTo>
                    <a:cubicBezTo>
                      <a:pt x="327" y="1603"/>
                      <a:pt x="1" y="2254"/>
                      <a:pt x="53" y="2870"/>
                    </a:cubicBezTo>
                    <a:cubicBezTo>
                      <a:pt x="87" y="3486"/>
                      <a:pt x="429" y="4050"/>
                      <a:pt x="874" y="4495"/>
                    </a:cubicBezTo>
                    <a:cubicBezTo>
                      <a:pt x="1336" y="4924"/>
                      <a:pt x="1918" y="5232"/>
                      <a:pt x="2483" y="5522"/>
                    </a:cubicBezTo>
                    <a:cubicBezTo>
                      <a:pt x="3869" y="6207"/>
                      <a:pt x="5444" y="6533"/>
                      <a:pt x="6916" y="7012"/>
                    </a:cubicBezTo>
                    <a:cubicBezTo>
                      <a:pt x="8063" y="7389"/>
                      <a:pt x="9141" y="7850"/>
                      <a:pt x="10014" y="8637"/>
                    </a:cubicBezTo>
                    <a:cubicBezTo>
                      <a:pt x="10014" y="8637"/>
                      <a:pt x="10346" y="8752"/>
                      <a:pt x="10698" y="8752"/>
                    </a:cubicBezTo>
                    <a:cubicBezTo>
                      <a:pt x="10923" y="8752"/>
                      <a:pt x="11155" y="8706"/>
                      <a:pt x="11315" y="8553"/>
                    </a:cubicBezTo>
                    <a:cubicBezTo>
                      <a:pt x="11503" y="8364"/>
                      <a:pt x="12051" y="7063"/>
                      <a:pt x="12342" y="5643"/>
                    </a:cubicBezTo>
                    <a:cubicBezTo>
                      <a:pt x="12650" y="4016"/>
                      <a:pt x="12633" y="2270"/>
                      <a:pt x="11366" y="1877"/>
                    </a:cubicBezTo>
                    <a:cubicBezTo>
                      <a:pt x="11161" y="1449"/>
                      <a:pt x="11332" y="832"/>
                      <a:pt x="11760" y="611"/>
                    </a:cubicBezTo>
                    <a:lnTo>
                      <a:pt x="11760" y="611"/>
                    </a:lnTo>
                    <a:cubicBezTo>
                      <a:pt x="11332" y="627"/>
                      <a:pt x="10905" y="1021"/>
                      <a:pt x="10973" y="1449"/>
                    </a:cubicBezTo>
                    <a:cubicBezTo>
                      <a:pt x="10613" y="559"/>
                      <a:pt x="9467" y="79"/>
                      <a:pt x="8474" y="11"/>
                    </a:cubicBezTo>
                    <a:cubicBezTo>
                      <a:pt x="8377" y="4"/>
                      <a:pt x="8279" y="1"/>
                      <a:pt x="8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7"/>
              <p:cNvSpPr/>
              <p:nvPr/>
            </p:nvSpPr>
            <p:spPr>
              <a:xfrm>
                <a:off x="2590236" y="705418"/>
                <a:ext cx="238935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5462" h="4960" extrusionOk="0">
                    <a:moveTo>
                      <a:pt x="1326" y="0"/>
                    </a:moveTo>
                    <a:cubicBezTo>
                      <a:pt x="789" y="0"/>
                      <a:pt x="429" y="52"/>
                      <a:pt x="429" y="52"/>
                    </a:cubicBezTo>
                    <a:lnTo>
                      <a:pt x="1" y="1610"/>
                    </a:lnTo>
                    <a:lnTo>
                      <a:pt x="35" y="3219"/>
                    </a:lnTo>
                    <a:cubicBezTo>
                      <a:pt x="1182" y="3596"/>
                      <a:pt x="2260" y="4057"/>
                      <a:pt x="3133" y="4844"/>
                    </a:cubicBezTo>
                    <a:cubicBezTo>
                      <a:pt x="3133" y="4844"/>
                      <a:pt x="3465" y="4959"/>
                      <a:pt x="3817" y="4959"/>
                    </a:cubicBezTo>
                    <a:cubicBezTo>
                      <a:pt x="4042" y="4959"/>
                      <a:pt x="4274" y="4913"/>
                      <a:pt x="4434" y="4760"/>
                    </a:cubicBezTo>
                    <a:cubicBezTo>
                      <a:pt x="4622" y="4571"/>
                      <a:pt x="5170" y="3270"/>
                      <a:pt x="5461" y="1850"/>
                    </a:cubicBezTo>
                    <a:cubicBezTo>
                      <a:pt x="4532" y="250"/>
                      <a:pt x="2504" y="0"/>
                      <a:pt x="1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7"/>
              <p:cNvSpPr/>
              <p:nvPr/>
            </p:nvSpPr>
            <p:spPr>
              <a:xfrm>
                <a:off x="2590236" y="864905"/>
                <a:ext cx="212688" cy="329662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7536" extrusionOk="0">
                    <a:moveTo>
                      <a:pt x="3047" y="0"/>
                    </a:moveTo>
                    <a:lnTo>
                      <a:pt x="1952" y="1643"/>
                    </a:lnTo>
                    <a:lnTo>
                      <a:pt x="1" y="4571"/>
                    </a:lnTo>
                    <a:cubicBezTo>
                      <a:pt x="155" y="5324"/>
                      <a:pt x="206" y="5991"/>
                      <a:pt x="377" y="6505"/>
                    </a:cubicBezTo>
                    <a:cubicBezTo>
                      <a:pt x="571" y="7135"/>
                      <a:pt x="917" y="7536"/>
                      <a:pt x="1774" y="7536"/>
                    </a:cubicBezTo>
                    <a:cubicBezTo>
                      <a:pt x="1826" y="7536"/>
                      <a:pt x="1880" y="7534"/>
                      <a:pt x="1935" y="7532"/>
                    </a:cubicBezTo>
                    <a:cubicBezTo>
                      <a:pt x="3202" y="7463"/>
                      <a:pt x="3989" y="6659"/>
                      <a:pt x="4451" y="5854"/>
                    </a:cubicBezTo>
                    <a:cubicBezTo>
                      <a:pt x="4845" y="5153"/>
                      <a:pt x="4862" y="4297"/>
                      <a:pt x="4553" y="3561"/>
                    </a:cubicBezTo>
                    <a:lnTo>
                      <a:pt x="3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7"/>
              <p:cNvSpPr/>
              <p:nvPr/>
            </p:nvSpPr>
            <p:spPr>
              <a:xfrm>
                <a:off x="2590236" y="935288"/>
                <a:ext cx="155076" cy="214219"/>
              </a:xfrm>
              <a:custGeom>
                <a:avLst/>
                <a:gdLst/>
                <a:ahLst/>
                <a:cxnLst/>
                <a:rect l="l" t="t" r="r" b="b"/>
                <a:pathLst>
                  <a:path w="3545" h="4897" extrusionOk="0">
                    <a:moveTo>
                      <a:pt x="2472" y="1"/>
                    </a:moveTo>
                    <a:cubicBezTo>
                      <a:pt x="2298" y="1"/>
                      <a:pt x="2124" y="12"/>
                      <a:pt x="1952" y="34"/>
                    </a:cubicBezTo>
                    <a:lnTo>
                      <a:pt x="1" y="2962"/>
                    </a:lnTo>
                    <a:cubicBezTo>
                      <a:pt x="155" y="3715"/>
                      <a:pt x="206" y="4382"/>
                      <a:pt x="377" y="4896"/>
                    </a:cubicBezTo>
                    <a:cubicBezTo>
                      <a:pt x="397" y="4896"/>
                      <a:pt x="416" y="4896"/>
                      <a:pt x="436" y="4896"/>
                    </a:cubicBezTo>
                    <a:cubicBezTo>
                      <a:pt x="1051" y="4896"/>
                      <a:pt x="1676" y="4626"/>
                      <a:pt x="2141" y="4211"/>
                    </a:cubicBezTo>
                    <a:cubicBezTo>
                      <a:pt x="2671" y="3715"/>
                      <a:pt x="3031" y="3031"/>
                      <a:pt x="3218" y="2328"/>
                    </a:cubicBezTo>
                    <a:cubicBezTo>
                      <a:pt x="3424" y="1627"/>
                      <a:pt x="3476" y="890"/>
                      <a:pt x="3544" y="155"/>
                    </a:cubicBezTo>
                    <a:cubicBezTo>
                      <a:pt x="3197" y="50"/>
                      <a:pt x="2835" y="1"/>
                      <a:pt x="2472" y="1"/>
                    </a:cubicBezTo>
                    <a:close/>
                  </a:path>
                </a:pathLst>
              </a:custGeom>
              <a:solidFill>
                <a:srgbClr val="000000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7"/>
              <p:cNvSpPr/>
              <p:nvPr/>
            </p:nvSpPr>
            <p:spPr>
              <a:xfrm>
                <a:off x="2379876" y="707649"/>
                <a:ext cx="395367" cy="384300"/>
              </a:xfrm>
              <a:custGeom>
                <a:avLst/>
                <a:gdLst/>
                <a:ahLst/>
                <a:cxnLst/>
                <a:rect l="l" t="t" r="r" b="b"/>
                <a:pathLst>
                  <a:path w="9038" h="8785" extrusionOk="0">
                    <a:moveTo>
                      <a:pt x="5238" y="1"/>
                    </a:moveTo>
                    <a:lnTo>
                      <a:pt x="5238" y="1"/>
                    </a:lnTo>
                    <a:cubicBezTo>
                      <a:pt x="4639" y="167"/>
                      <a:pt x="4022" y="256"/>
                      <a:pt x="3407" y="256"/>
                    </a:cubicBezTo>
                    <a:cubicBezTo>
                      <a:pt x="3195" y="256"/>
                      <a:pt x="2984" y="246"/>
                      <a:pt x="2773" y="224"/>
                    </a:cubicBezTo>
                    <a:cubicBezTo>
                      <a:pt x="2405" y="193"/>
                      <a:pt x="2051" y="135"/>
                      <a:pt x="1686" y="135"/>
                    </a:cubicBezTo>
                    <a:cubicBezTo>
                      <a:pt x="1643" y="135"/>
                      <a:pt x="1600" y="136"/>
                      <a:pt x="1557" y="138"/>
                    </a:cubicBezTo>
                    <a:cubicBezTo>
                      <a:pt x="1164" y="156"/>
                      <a:pt x="754" y="275"/>
                      <a:pt x="462" y="549"/>
                    </a:cubicBezTo>
                    <a:cubicBezTo>
                      <a:pt x="172" y="822"/>
                      <a:pt x="1" y="1354"/>
                      <a:pt x="188" y="1713"/>
                    </a:cubicBezTo>
                    <a:lnTo>
                      <a:pt x="1644" y="6437"/>
                    </a:lnTo>
                    <a:cubicBezTo>
                      <a:pt x="1883" y="7395"/>
                      <a:pt x="2550" y="8046"/>
                      <a:pt x="3047" y="8388"/>
                    </a:cubicBezTo>
                    <a:cubicBezTo>
                      <a:pt x="3415" y="8633"/>
                      <a:pt x="3870" y="8784"/>
                      <a:pt x="4374" y="8784"/>
                    </a:cubicBezTo>
                    <a:cubicBezTo>
                      <a:pt x="4644" y="8784"/>
                      <a:pt x="4928" y="8741"/>
                      <a:pt x="5220" y="8645"/>
                    </a:cubicBezTo>
                    <a:cubicBezTo>
                      <a:pt x="7326" y="7926"/>
                      <a:pt x="8730" y="6831"/>
                      <a:pt x="8199" y="4640"/>
                    </a:cubicBezTo>
                    <a:lnTo>
                      <a:pt x="7856" y="3595"/>
                    </a:lnTo>
                    <a:cubicBezTo>
                      <a:pt x="8267" y="3424"/>
                      <a:pt x="8730" y="3031"/>
                      <a:pt x="8901" y="2603"/>
                    </a:cubicBezTo>
                    <a:cubicBezTo>
                      <a:pt x="9004" y="2347"/>
                      <a:pt x="9038" y="2038"/>
                      <a:pt x="8952" y="1765"/>
                    </a:cubicBezTo>
                    <a:cubicBezTo>
                      <a:pt x="8867" y="1491"/>
                      <a:pt x="8661" y="1233"/>
                      <a:pt x="8388" y="1148"/>
                    </a:cubicBezTo>
                    <a:cubicBezTo>
                      <a:pt x="8334" y="1132"/>
                      <a:pt x="8275" y="1124"/>
                      <a:pt x="8212" y="1124"/>
                    </a:cubicBezTo>
                    <a:cubicBezTo>
                      <a:pt x="7951" y="1124"/>
                      <a:pt x="7632" y="1257"/>
                      <a:pt x="7480" y="1422"/>
                    </a:cubicBezTo>
                    <a:cubicBezTo>
                      <a:pt x="7155" y="1799"/>
                      <a:pt x="7822" y="3168"/>
                      <a:pt x="7395" y="3271"/>
                    </a:cubicBezTo>
                    <a:cubicBezTo>
                      <a:pt x="7378" y="3274"/>
                      <a:pt x="7361" y="3276"/>
                      <a:pt x="7346" y="3276"/>
                    </a:cubicBezTo>
                    <a:cubicBezTo>
                      <a:pt x="6947" y="3276"/>
                      <a:pt x="6908" y="2274"/>
                      <a:pt x="6727" y="1765"/>
                    </a:cubicBezTo>
                    <a:cubicBezTo>
                      <a:pt x="6539" y="1217"/>
                      <a:pt x="6179" y="1251"/>
                      <a:pt x="5665" y="1114"/>
                    </a:cubicBezTo>
                    <a:cubicBezTo>
                      <a:pt x="5152" y="977"/>
                      <a:pt x="5238" y="1"/>
                      <a:pt x="52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7"/>
              <p:cNvSpPr/>
              <p:nvPr/>
            </p:nvSpPr>
            <p:spPr>
              <a:xfrm>
                <a:off x="2953390" y="1591172"/>
                <a:ext cx="189460" cy="188716"/>
              </a:xfrm>
              <a:custGeom>
                <a:avLst/>
                <a:gdLst/>
                <a:ahLst/>
                <a:cxnLst/>
                <a:rect l="l" t="t" r="r" b="b"/>
                <a:pathLst>
                  <a:path w="4331" h="4314" extrusionOk="0">
                    <a:moveTo>
                      <a:pt x="2174" y="0"/>
                    </a:moveTo>
                    <a:cubicBezTo>
                      <a:pt x="976" y="0"/>
                      <a:pt x="1" y="959"/>
                      <a:pt x="1" y="2157"/>
                    </a:cubicBezTo>
                    <a:cubicBezTo>
                      <a:pt x="1" y="3355"/>
                      <a:pt x="976" y="4313"/>
                      <a:pt x="2174" y="4313"/>
                    </a:cubicBezTo>
                    <a:cubicBezTo>
                      <a:pt x="3355" y="4313"/>
                      <a:pt x="4330" y="3355"/>
                      <a:pt x="4330" y="2157"/>
                    </a:cubicBezTo>
                    <a:cubicBezTo>
                      <a:pt x="4330" y="959"/>
                      <a:pt x="3355" y="0"/>
                      <a:pt x="21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>
                <a:off x="713225" y="1512566"/>
                <a:ext cx="297860" cy="286092"/>
              </a:xfrm>
              <a:custGeom>
                <a:avLst/>
                <a:gdLst/>
                <a:ahLst/>
                <a:cxnLst/>
                <a:rect l="l" t="t" r="r" b="b"/>
                <a:pathLst>
                  <a:path w="6809" h="6540" extrusionOk="0">
                    <a:moveTo>
                      <a:pt x="4656" y="1404"/>
                    </a:moveTo>
                    <a:cubicBezTo>
                      <a:pt x="4896" y="1575"/>
                      <a:pt x="5135" y="1660"/>
                      <a:pt x="5391" y="1694"/>
                    </a:cubicBezTo>
                    <a:cubicBezTo>
                      <a:pt x="5529" y="2216"/>
                      <a:pt x="5097" y="2323"/>
                      <a:pt x="4628" y="2323"/>
                    </a:cubicBezTo>
                    <a:cubicBezTo>
                      <a:pt x="4450" y="2323"/>
                      <a:pt x="4268" y="2308"/>
                      <a:pt x="4108" y="2294"/>
                    </a:cubicBezTo>
                    <a:cubicBezTo>
                      <a:pt x="4364" y="2020"/>
                      <a:pt x="4553" y="1678"/>
                      <a:pt x="4656" y="1404"/>
                    </a:cubicBezTo>
                    <a:close/>
                    <a:moveTo>
                      <a:pt x="3424" y="1"/>
                    </a:moveTo>
                    <a:cubicBezTo>
                      <a:pt x="3013" y="309"/>
                      <a:pt x="2808" y="822"/>
                      <a:pt x="2687" y="1301"/>
                    </a:cubicBezTo>
                    <a:cubicBezTo>
                      <a:pt x="2653" y="1438"/>
                      <a:pt x="2619" y="1610"/>
                      <a:pt x="2602" y="1797"/>
                    </a:cubicBezTo>
                    <a:cubicBezTo>
                      <a:pt x="2311" y="1694"/>
                      <a:pt x="2037" y="1592"/>
                      <a:pt x="1746" y="1489"/>
                    </a:cubicBezTo>
                    <a:cubicBezTo>
                      <a:pt x="1592" y="1438"/>
                      <a:pt x="1404" y="1404"/>
                      <a:pt x="1301" y="1249"/>
                    </a:cubicBezTo>
                    <a:cubicBezTo>
                      <a:pt x="1181" y="1062"/>
                      <a:pt x="1318" y="856"/>
                      <a:pt x="1438" y="720"/>
                    </a:cubicBezTo>
                    <a:cubicBezTo>
                      <a:pt x="1510" y="646"/>
                      <a:pt x="1447" y="537"/>
                      <a:pt x="1354" y="537"/>
                    </a:cubicBezTo>
                    <a:cubicBezTo>
                      <a:pt x="1337" y="537"/>
                      <a:pt x="1320" y="540"/>
                      <a:pt x="1301" y="548"/>
                    </a:cubicBezTo>
                    <a:cubicBezTo>
                      <a:pt x="993" y="720"/>
                      <a:pt x="959" y="1165"/>
                      <a:pt x="1112" y="1438"/>
                    </a:cubicBezTo>
                    <a:cubicBezTo>
                      <a:pt x="1233" y="1644"/>
                      <a:pt x="1438" y="1763"/>
                      <a:pt x="1660" y="1831"/>
                    </a:cubicBezTo>
                    <a:cubicBezTo>
                      <a:pt x="1968" y="1934"/>
                      <a:pt x="2276" y="2020"/>
                      <a:pt x="2584" y="2105"/>
                    </a:cubicBezTo>
                    <a:cubicBezTo>
                      <a:pt x="2602" y="2294"/>
                      <a:pt x="2653" y="2482"/>
                      <a:pt x="2773" y="2585"/>
                    </a:cubicBezTo>
                    <a:cubicBezTo>
                      <a:pt x="2914" y="2726"/>
                      <a:pt x="3070" y="2786"/>
                      <a:pt x="3230" y="2786"/>
                    </a:cubicBezTo>
                    <a:cubicBezTo>
                      <a:pt x="3400" y="2786"/>
                      <a:pt x="3573" y="2717"/>
                      <a:pt x="3732" y="2602"/>
                    </a:cubicBezTo>
                    <a:lnTo>
                      <a:pt x="3766" y="2602"/>
                    </a:lnTo>
                    <a:cubicBezTo>
                      <a:pt x="3800" y="2602"/>
                      <a:pt x="3835" y="2602"/>
                      <a:pt x="3851" y="2585"/>
                    </a:cubicBezTo>
                    <a:cubicBezTo>
                      <a:pt x="4071" y="2689"/>
                      <a:pt x="4322" y="2739"/>
                      <a:pt x="4567" y="2739"/>
                    </a:cubicBezTo>
                    <a:cubicBezTo>
                      <a:pt x="4685" y="2739"/>
                      <a:pt x="4801" y="2727"/>
                      <a:pt x="4912" y="2705"/>
                    </a:cubicBezTo>
                    <a:lnTo>
                      <a:pt x="4912" y="2705"/>
                    </a:lnTo>
                    <a:cubicBezTo>
                      <a:pt x="5194" y="3528"/>
                      <a:pt x="4612" y="3721"/>
                      <a:pt x="3982" y="3721"/>
                    </a:cubicBezTo>
                    <a:cubicBezTo>
                      <a:pt x="3616" y="3721"/>
                      <a:pt x="3234" y="3656"/>
                      <a:pt x="2995" y="3612"/>
                    </a:cubicBezTo>
                    <a:cubicBezTo>
                      <a:pt x="2397" y="3509"/>
                      <a:pt x="1062" y="3253"/>
                      <a:pt x="1062" y="2413"/>
                    </a:cubicBezTo>
                    <a:cubicBezTo>
                      <a:pt x="1062" y="2309"/>
                      <a:pt x="976" y="2252"/>
                      <a:pt x="892" y="2252"/>
                    </a:cubicBezTo>
                    <a:cubicBezTo>
                      <a:pt x="825" y="2252"/>
                      <a:pt x="759" y="2287"/>
                      <a:pt x="736" y="2363"/>
                    </a:cubicBezTo>
                    <a:cubicBezTo>
                      <a:pt x="291" y="3646"/>
                      <a:pt x="2773" y="4006"/>
                      <a:pt x="3543" y="4091"/>
                    </a:cubicBezTo>
                    <a:cubicBezTo>
                      <a:pt x="3650" y="4107"/>
                      <a:pt x="3761" y="4115"/>
                      <a:pt x="3875" y="4115"/>
                    </a:cubicBezTo>
                    <a:cubicBezTo>
                      <a:pt x="4126" y="4115"/>
                      <a:pt x="4386" y="4077"/>
                      <a:pt x="4622" y="4006"/>
                    </a:cubicBezTo>
                    <a:lnTo>
                      <a:pt x="4622" y="4006"/>
                    </a:lnTo>
                    <a:cubicBezTo>
                      <a:pt x="4850" y="4792"/>
                      <a:pt x="4365" y="4921"/>
                      <a:pt x="3819" y="4921"/>
                    </a:cubicBezTo>
                    <a:cubicBezTo>
                      <a:pt x="3628" y="4921"/>
                      <a:pt x="3430" y="4905"/>
                      <a:pt x="3253" y="4896"/>
                    </a:cubicBezTo>
                    <a:cubicBezTo>
                      <a:pt x="2413" y="4844"/>
                      <a:pt x="1062" y="4793"/>
                      <a:pt x="959" y="3664"/>
                    </a:cubicBezTo>
                    <a:cubicBezTo>
                      <a:pt x="948" y="3566"/>
                      <a:pt x="861" y="3489"/>
                      <a:pt x="778" y="3489"/>
                    </a:cubicBezTo>
                    <a:cubicBezTo>
                      <a:pt x="729" y="3489"/>
                      <a:pt x="682" y="3514"/>
                      <a:pt x="651" y="3577"/>
                    </a:cubicBezTo>
                    <a:cubicBezTo>
                      <a:pt x="1" y="4896"/>
                      <a:pt x="2157" y="5238"/>
                      <a:pt x="2979" y="5323"/>
                    </a:cubicBezTo>
                    <a:cubicBezTo>
                      <a:pt x="3121" y="5337"/>
                      <a:pt x="3277" y="5346"/>
                      <a:pt x="3439" y="5346"/>
                    </a:cubicBezTo>
                    <a:cubicBezTo>
                      <a:pt x="3669" y="5346"/>
                      <a:pt x="3912" y="5329"/>
                      <a:pt x="4143" y="5289"/>
                    </a:cubicBezTo>
                    <a:lnTo>
                      <a:pt x="4143" y="5289"/>
                    </a:lnTo>
                    <a:cubicBezTo>
                      <a:pt x="4387" y="6010"/>
                      <a:pt x="3628" y="6125"/>
                      <a:pt x="3031" y="6125"/>
                    </a:cubicBezTo>
                    <a:cubicBezTo>
                      <a:pt x="2876" y="6125"/>
                      <a:pt x="2732" y="6118"/>
                      <a:pt x="2619" y="6110"/>
                    </a:cubicBezTo>
                    <a:cubicBezTo>
                      <a:pt x="1934" y="6060"/>
                      <a:pt x="1096" y="5786"/>
                      <a:pt x="804" y="5118"/>
                    </a:cubicBezTo>
                    <a:cubicBezTo>
                      <a:pt x="778" y="5059"/>
                      <a:pt x="721" y="5032"/>
                      <a:pt x="662" y="5032"/>
                    </a:cubicBezTo>
                    <a:cubicBezTo>
                      <a:pt x="568" y="5032"/>
                      <a:pt x="469" y="5099"/>
                      <a:pt x="480" y="5204"/>
                    </a:cubicBezTo>
                    <a:cubicBezTo>
                      <a:pt x="595" y="6296"/>
                      <a:pt x="2152" y="6540"/>
                      <a:pt x="3043" y="6540"/>
                    </a:cubicBezTo>
                    <a:cubicBezTo>
                      <a:pt x="3074" y="6540"/>
                      <a:pt x="3103" y="6540"/>
                      <a:pt x="3132" y="6539"/>
                    </a:cubicBezTo>
                    <a:cubicBezTo>
                      <a:pt x="3526" y="6521"/>
                      <a:pt x="4108" y="6436"/>
                      <a:pt x="4348" y="6076"/>
                    </a:cubicBezTo>
                    <a:cubicBezTo>
                      <a:pt x="4536" y="5802"/>
                      <a:pt x="4622" y="5478"/>
                      <a:pt x="4399" y="5220"/>
                    </a:cubicBezTo>
                    <a:cubicBezTo>
                      <a:pt x="4964" y="5067"/>
                      <a:pt x="5289" y="4691"/>
                      <a:pt x="4793" y="3954"/>
                    </a:cubicBezTo>
                    <a:cubicBezTo>
                      <a:pt x="5323" y="3748"/>
                      <a:pt x="5615" y="3321"/>
                      <a:pt x="5049" y="2671"/>
                    </a:cubicBezTo>
                    <a:cubicBezTo>
                      <a:pt x="5170" y="2637"/>
                      <a:pt x="5272" y="2585"/>
                      <a:pt x="5357" y="2516"/>
                    </a:cubicBezTo>
                    <a:cubicBezTo>
                      <a:pt x="5597" y="2345"/>
                      <a:pt x="5752" y="1968"/>
                      <a:pt x="5597" y="1712"/>
                    </a:cubicBezTo>
                    <a:cubicBezTo>
                      <a:pt x="5683" y="1712"/>
                      <a:pt x="5786" y="1694"/>
                      <a:pt x="5871" y="1678"/>
                    </a:cubicBezTo>
                    <a:cubicBezTo>
                      <a:pt x="6282" y="1610"/>
                      <a:pt x="6744" y="1233"/>
                      <a:pt x="6795" y="822"/>
                    </a:cubicBezTo>
                    <a:cubicBezTo>
                      <a:pt x="6809" y="718"/>
                      <a:pt x="6703" y="643"/>
                      <a:pt x="6606" y="643"/>
                    </a:cubicBezTo>
                    <a:cubicBezTo>
                      <a:pt x="6576" y="643"/>
                      <a:pt x="6546" y="651"/>
                      <a:pt x="6521" y="667"/>
                    </a:cubicBezTo>
                    <a:cubicBezTo>
                      <a:pt x="6384" y="770"/>
                      <a:pt x="6282" y="907"/>
                      <a:pt x="6162" y="1028"/>
                    </a:cubicBezTo>
                    <a:cubicBezTo>
                      <a:pt x="5939" y="1233"/>
                      <a:pt x="5631" y="1301"/>
                      <a:pt x="5341" y="1318"/>
                    </a:cubicBezTo>
                    <a:cubicBezTo>
                      <a:pt x="5101" y="1318"/>
                      <a:pt x="4930" y="1147"/>
                      <a:pt x="4707" y="1130"/>
                    </a:cubicBezTo>
                    <a:cubicBezTo>
                      <a:pt x="4696" y="1063"/>
                      <a:pt x="4641" y="1011"/>
                      <a:pt x="4581" y="1011"/>
                    </a:cubicBezTo>
                    <a:cubicBezTo>
                      <a:pt x="4549" y="1011"/>
                      <a:pt x="4515" y="1026"/>
                      <a:pt x="4485" y="1062"/>
                    </a:cubicBezTo>
                    <a:cubicBezTo>
                      <a:pt x="4280" y="1301"/>
                      <a:pt x="4143" y="1592"/>
                      <a:pt x="3954" y="1831"/>
                    </a:cubicBezTo>
                    <a:cubicBezTo>
                      <a:pt x="3818" y="2001"/>
                      <a:pt x="3466" y="2335"/>
                      <a:pt x="3223" y="2335"/>
                    </a:cubicBezTo>
                    <a:cubicBezTo>
                      <a:pt x="3098" y="2335"/>
                      <a:pt x="3002" y="2247"/>
                      <a:pt x="2979" y="2003"/>
                    </a:cubicBezTo>
                    <a:cubicBezTo>
                      <a:pt x="2910" y="1267"/>
                      <a:pt x="3235" y="685"/>
                      <a:pt x="3440" y="17"/>
                    </a:cubicBezTo>
                    <a:cubicBezTo>
                      <a:pt x="3440" y="17"/>
                      <a:pt x="3440" y="1"/>
                      <a:pt x="3424" y="1"/>
                    </a:cubicBezTo>
                    <a:close/>
                  </a:path>
                </a:pathLst>
              </a:custGeom>
              <a:solidFill>
                <a:srgbClr val="000000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7"/>
              <p:cNvSpPr/>
              <p:nvPr/>
            </p:nvSpPr>
            <p:spPr>
              <a:xfrm>
                <a:off x="2537832" y="814382"/>
                <a:ext cx="74192" cy="3985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911" extrusionOk="0">
                    <a:moveTo>
                      <a:pt x="1265" y="0"/>
                    </a:moveTo>
                    <a:cubicBezTo>
                      <a:pt x="885" y="0"/>
                      <a:pt x="463" y="221"/>
                      <a:pt x="172" y="386"/>
                    </a:cubicBezTo>
                    <a:cubicBezTo>
                      <a:pt x="52" y="454"/>
                      <a:pt x="0" y="591"/>
                      <a:pt x="35" y="710"/>
                    </a:cubicBezTo>
                    <a:cubicBezTo>
                      <a:pt x="52" y="762"/>
                      <a:pt x="69" y="797"/>
                      <a:pt x="103" y="831"/>
                    </a:cubicBezTo>
                    <a:cubicBezTo>
                      <a:pt x="167" y="884"/>
                      <a:pt x="245" y="911"/>
                      <a:pt x="319" y="911"/>
                    </a:cubicBezTo>
                    <a:cubicBezTo>
                      <a:pt x="363" y="911"/>
                      <a:pt x="407" y="901"/>
                      <a:pt x="445" y="881"/>
                    </a:cubicBezTo>
                    <a:cubicBezTo>
                      <a:pt x="669" y="745"/>
                      <a:pt x="890" y="642"/>
                      <a:pt x="1114" y="539"/>
                    </a:cubicBezTo>
                    <a:cubicBezTo>
                      <a:pt x="1319" y="454"/>
                      <a:pt x="1524" y="386"/>
                      <a:pt x="1661" y="215"/>
                    </a:cubicBezTo>
                    <a:cubicBezTo>
                      <a:pt x="1696" y="180"/>
                      <a:pt x="1696" y="128"/>
                      <a:pt x="1644" y="94"/>
                    </a:cubicBezTo>
                    <a:cubicBezTo>
                      <a:pt x="1528" y="27"/>
                      <a:pt x="1399" y="0"/>
                      <a:pt x="1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7"/>
              <p:cNvSpPr/>
              <p:nvPr/>
            </p:nvSpPr>
            <p:spPr>
              <a:xfrm>
                <a:off x="2567052" y="847714"/>
                <a:ext cx="45714" cy="35215"/>
              </a:xfrm>
              <a:custGeom>
                <a:avLst/>
                <a:gdLst/>
                <a:ahLst/>
                <a:cxnLst/>
                <a:rect l="l" t="t" r="r" b="b"/>
                <a:pathLst>
                  <a:path w="1045" h="805" extrusionOk="0">
                    <a:moveTo>
                      <a:pt x="531" y="0"/>
                    </a:moveTo>
                    <a:cubicBezTo>
                      <a:pt x="1" y="0"/>
                      <a:pt x="1" y="804"/>
                      <a:pt x="531" y="804"/>
                    </a:cubicBezTo>
                    <a:cubicBezTo>
                      <a:pt x="1044" y="804"/>
                      <a:pt x="1044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7"/>
              <p:cNvSpPr/>
              <p:nvPr/>
            </p:nvSpPr>
            <p:spPr>
              <a:xfrm>
                <a:off x="2409840" y="846533"/>
                <a:ext cx="72617" cy="38977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891" extrusionOk="0">
                    <a:moveTo>
                      <a:pt x="1382" y="1"/>
                    </a:moveTo>
                    <a:cubicBezTo>
                      <a:pt x="1361" y="1"/>
                      <a:pt x="1339" y="3"/>
                      <a:pt x="1317" y="10"/>
                    </a:cubicBezTo>
                    <a:cubicBezTo>
                      <a:pt x="856" y="112"/>
                      <a:pt x="188" y="301"/>
                      <a:pt x="17" y="780"/>
                    </a:cubicBezTo>
                    <a:cubicBezTo>
                      <a:pt x="0" y="831"/>
                      <a:pt x="34" y="883"/>
                      <a:pt x="85" y="883"/>
                    </a:cubicBezTo>
                    <a:cubicBezTo>
                      <a:pt x="120" y="888"/>
                      <a:pt x="154" y="891"/>
                      <a:pt x="188" y="891"/>
                    </a:cubicBezTo>
                    <a:cubicBezTo>
                      <a:pt x="372" y="891"/>
                      <a:pt x="546" y="820"/>
                      <a:pt x="719" y="763"/>
                    </a:cubicBezTo>
                    <a:cubicBezTo>
                      <a:pt x="959" y="678"/>
                      <a:pt x="1181" y="609"/>
                      <a:pt x="1420" y="557"/>
                    </a:cubicBezTo>
                    <a:cubicBezTo>
                      <a:pt x="1557" y="523"/>
                      <a:pt x="1643" y="420"/>
                      <a:pt x="1643" y="283"/>
                    </a:cubicBezTo>
                    <a:cubicBezTo>
                      <a:pt x="1660" y="233"/>
                      <a:pt x="1643" y="198"/>
                      <a:pt x="1626" y="146"/>
                    </a:cubicBezTo>
                    <a:cubicBezTo>
                      <a:pt x="1584" y="62"/>
                      <a:pt x="1484" y="1"/>
                      <a:pt x="1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7"/>
              <p:cNvSpPr/>
              <p:nvPr/>
            </p:nvSpPr>
            <p:spPr>
              <a:xfrm>
                <a:off x="2432018" y="884327"/>
                <a:ext cx="49913" cy="35346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808" extrusionOk="0">
                    <a:moveTo>
                      <a:pt x="558" y="0"/>
                    </a:moveTo>
                    <a:cubicBezTo>
                      <a:pt x="471" y="0"/>
                      <a:pt x="381" y="31"/>
                      <a:pt x="297" y="104"/>
                    </a:cubicBezTo>
                    <a:cubicBezTo>
                      <a:pt x="1" y="387"/>
                      <a:pt x="276" y="808"/>
                      <a:pt x="591" y="808"/>
                    </a:cubicBezTo>
                    <a:cubicBezTo>
                      <a:pt x="676" y="808"/>
                      <a:pt x="764" y="777"/>
                      <a:pt x="845" y="704"/>
                    </a:cubicBezTo>
                    <a:cubicBezTo>
                      <a:pt x="1141" y="421"/>
                      <a:pt x="876" y="0"/>
                      <a:pt x="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2508655" y="895613"/>
                <a:ext cx="40464" cy="81584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865" extrusionOk="0">
                    <a:moveTo>
                      <a:pt x="69" y="1"/>
                    </a:moveTo>
                    <a:lnTo>
                      <a:pt x="69" y="1"/>
                    </a:lnTo>
                    <a:cubicBezTo>
                      <a:pt x="291" y="599"/>
                      <a:pt x="257" y="1267"/>
                      <a:pt x="1" y="1849"/>
                    </a:cubicBezTo>
                    <a:cubicBezTo>
                      <a:pt x="53" y="1859"/>
                      <a:pt x="106" y="1864"/>
                      <a:pt x="159" y="1864"/>
                    </a:cubicBezTo>
                    <a:cubicBezTo>
                      <a:pt x="470" y="1864"/>
                      <a:pt x="779" y="1697"/>
                      <a:pt x="925" y="1404"/>
                    </a:cubicBezTo>
                    <a:cubicBezTo>
                      <a:pt x="839" y="857"/>
                      <a:pt x="530" y="325"/>
                      <a:pt x="69" y="1"/>
                    </a:cubicBezTo>
                    <a:close/>
                  </a:path>
                </a:pathLst>
              </a:custGeom>
              <a:solidFill>
                <a:srgbClr val="000000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>
                <a:off x="2556554" y="921071"/>
                <a:ext cx="88409" cy="98951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2262" extrusionOk="0">
                    <a:moveTo>
                      <a:pt x="1781" y="1"/>
                    </a:moveTo>
                    <a:cubicBezTo>
                      <a:pt x="1489" y="839"/>
                      <a:pt x="823" y="1507"/>
                      <a:pt x="1" y="1815"/>
                    </a:cubicBezTo>
                    <a:cubicBezTo>
                      <a:pt x="307" y="2062"/>
                      <a:pt x="638" y="2261"/>
                      <a:pt x="1015" y="2261"/>
                    </a:cubicBezTo>
                    <a:cubicBezTo>
                      <a:pt x="1080" y="2261"/>
                      <a:pt x="1147" y="2255"/>
                      <a:pt x="1216" y="2242"/>
                    </a:cubicBezTo>
                    <a:cubicBezTo>
                      <a:pt x="1524" y="2174"/>
                      <a:pt x="1832" y="2003"/>
                      <a:pt x="1952" y="1712"/>
                    </a:cubicBezTo>
                    <a:cubicBezTo>
                      <a:pt x="2021" y="1507"/>
                      <a:pt x="2003" y="1302"/>
                      <a:pt x="1969" y="1078"/>
                    </a:cubicBezTo>
                    <a:cubicBezTo>
                      <a:pt x="1918" y="702"/>
                      <a:pt x="1832" y="377"/>
                      <a:pt x="17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23"/>
          <p:cNvGrpSpPr/>
          <p:nvPr/>
        </p:nvGrpSpPr>
        <p:grpSpPr>
          <a:xfrm>
            <a:off x="2669522" y="1595303"/>
            <a:ext cx="3805048" cy="1354869"/>
            <a:chOff x="2562150" y="1900125"/>
            <a:chExt cx="4019700" cy="1431300"/>
          </a:xfrm>
        </p:grpSpPr>
        <p:sp>
          <p:nvSpPr>
            <p:cNvPr id="626" name="Google Shape;626;p23"/>
            <p:cNvSpPr/>
            <p:nvPr/>
          </p:nvSpPr>
          <p:spPr>
            <a:xfrm>
              <a:off x="2562150" y="2326425"/>
              <a:ext cx="4019700" cy="1005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619500" y="1900125"/>
              <a:ext cx="1905000" cy="504900"/>
            </a:xfrm>
            <a:prstGeom prst="trapezoid">
              <a:avLst>
                <a:gd name="adj" fmla="val 25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Environment</a:t>
            </a:r>
            <a:endParaRPr dirty="0"/>
          </a:p>
        </p:txBody>
      </p:sp>
      <p:sp>
        <p:nvSpPr>
          <p:cNvPr id="629" name="Google Shape;629;p23"/>
          <p:cNvSpPr/>
          <p:nvPr/>
        </p:nvSpPr>
        <p:spPr>
          <a:xfrm>
            <a:off x="919338" y="1748676"/>
            <a:ext cx="2172900" cy="145170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3"/>
          <p:cNvSpPr/>
          <p:nvPr/>
        </p:nvSpPr>
        <p:spPr>
          <a:xfrm>
            <a:off x="6051771" y="1748676"/>
            <a:ext cx="2172900" cy="145170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3738169" y="1595325"/>
            <a:ext cx="16677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90:00</a:t>
            </a:r>
            <a:endParaRPr sz="1800" dirty="0">
              <a:solidFill>
                <a:schemeClr val="accent5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2" name="Google Shape;632;p23"/>
          <p:cNvSpPr txBox="1"/>
          <p:nvPr/>
        </p:nvSpPr>
        <p:spPr>
          <a:xfrm>
            <a:off x="6304374" y="2044019"/>
            <a:ext cx="16677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Team 2</a:t>
            </a:r>
            <a:endParaRPr sz="3000" dirty="0">
              <a:solidFill>
                <a:schemeClr val="accent5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Purple</a:t>
            </a:r>
            <a:endParaRPr sz="3000" dirty="0">
              <a:solidFill>
                <a:schemeClr val="accent5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3" name="Google Shape;633;p23"/>
          <p:cNvSpPr txBox="1"/>
          <p:nvPr/>
        </p:nvSpPr>
        <p:spPr>
          <a:xfrm>
            <a:off x="1171988" y="2044019"/>
            <a:ext cx="16677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Team 1</a:t>
            </a:r>
            <a:endParaRPr sz="3000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Blue</a:t>
            </a:r>
            <a:endParaRPr sz="3000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34" name="Google Shape;634;p23"/>
          <p:cNvSpPr txBox="1"/>
          <p:nvPr/>
        </p:nvSpPr>
        <p:spPr>
          <a:xfrm>
            <a:off x="3738158" y="2235708"/>
            <a:ext cx="1667700" cy="477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0:0</a:t>
            </a:r>
            <a:endParaRPr sz="3000" dirty="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635" name="Google Shape;635;p23"/>
          <p:cNvGrpSpPr/>
          <p:nvPr/>
        </p:nvGrpSpPr>
        <p:grpSpPr>
          <a:xfrm>
            <a:off x="3953246" y="3445242"/>
            <a:ext cx="1237505" cy="1163331"/>
            <a:chOff x="3953246" y="3445242"/>
            <a:chExt cx="1237505" cy="1163331"/>
          </a:xfrm>
        </p:grpSpPr>
        <p:sp>
          <p:nvSpPr>
            <p:cNvPr id="636" name="Google Shape;636;p23"/>
            <p:cNvSpPr/>
            <p:nvPr/>
          </p:nvSpPr>
          <p:spPr>
            <a:xfrm>
              <a:off x="3981299" y="4384173"/>
              <a:ext cx="1181400" cy="22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7" name="Google Shape;637;p23"/>
            <p:cNvGrpSpPr/>
            <p:nvPr/>
          </p:nvGrpSpPr>
          <p:grpSpPr>
            <a:xfrm>
              <a:off x="3953246" y="3445242"/>
              <a:ext cx="1237505" cy="1087772"/>
              <a:chOff x="4182481" y="2340959"/>
              <a:chExt cx="368218" cy="323665"/>
            </a:xfrm>
          </p:grpSpPr>
          <p:sp>
            <p:nvSpPr>
              <p:cNvPr id="638" name="Google Shape;638;p23"/>
              <p:cNvSpPr/>
              <p:nvPr/>
            </p:nvSpPr>
            <p:spPr>
              <a:xfrm>
                <a:off x="4182481" y="2340959"/>
                <a:ext cx="368218" cy="323466"/>
              </a:xfrm>
              <a:custGeom>
                <a:avLst/>
                <a:gdLst/>
                <a:ahLst/>
                <a:cxnLst/>
                <a:rect l="l" t="t" r="r" b="b"/>
                <a:pathLst>
                  <a:path w="20414" h="17933" extrusionOk="0">
                    <a:moveTo>
                      <a:pt x="10192" y="0"/>
                    </a:moveTo>
                    <a:cubicBezTo>
                      <a:pt x="8484" y="0"/>
                      <a:pt x="6757" y="487"/>
                      <a:pt x="5229" y="1506"/>
                    </a:cubicBezTo>
                    <a:cubicBezTo>
                      <a:pt x="1106" y="4255"/>
                      <a:pt x="0" y="9819"/>
                      <a:pt x="2731" y="13942"/>
                    </a:cubicBezTo>
                    <a:cubicBezTo>
                      <a:pt x="4459" y="16533"/>
                      <a:pt x="7305" y="17933"/>
                      <a:pt x="10201" y="17933"/>
                    </a:cubicBezTo>
                    <a:cubicBezTo>
                      <a:pt x="11913" y="17933"/>
                      <a:pt x="13642" y="17443"/>
                      <a:pt x="15167" y="16422"/>
                    </a:cubicBezTo>
                    <a:cubicBezTo>
                      <a:pt x="19290" y="13674"/>
                      <a:pt x="20413" y="8109"/>
                      <a:pt x="17665" y="3987"/>
                    </a:cubicBezTo>
                    <a:cubicBezTo>
                      <a:pt x="15935" y="1403"/>
                      <a:pt x="13090" y="0"/>
                      <a:pt x="10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4205134" y="2346658"/>
                <a:ext cx="325000" cy="317965"/>
              </a:xfrm>
              <a:custGeom>
                <a:avLst/>
                <a:gdLst/>
                <a:ahLst/>
                <a:cxnLst/>
                <a:rect l="l" t="t" r="r" b="b"/>
                <a:pathLst>
                  <a:path w="18018" h="17628" extrusionOk="0">
                    <a:moveTo>
                      <a:pt x="9537" y="593"/>
                    </a:moveTo>
                    <a:cubicBezTo>
                      <a:pt x="10272" y="593"/>
                      <a:pt x="11431" y="634"/>
                      <a:pt x="12503" y="839"/>
                    </a:cubicBezTo>
                    <a:cubicBezTo>
                      <a:pt x="12822" y="1123"/>
                      <a:pt x="13124" y="1409"/>
                      <a:pt x="13408" y="1677"/>
                    </a:cubicBezTo>
                    <a:cubicBezTo>
                      <a:pt x="13978" y="2280"/>
                      <a:pt x="14465" y="2933"/>
                      <a:pt x="14816" y="3738"/>
                    </a:cubicBezTo>
                    <a:cubicBezTo>
                      <a:pt x="14682" y="4057"/>
                      <a:pt x="14246" y="5096"/>
                      <a:pt x="13643" y="6017"/>
                    </a:cubicBezTo>
                    <a:cubicBezTo>
                      <a:pt x="12252" y="5800"/>
                      <a:pt x="10040" y="5749"/>
                      <a:pt x="9620" y="5749"/>
                    </a:cubicBezTo>
                    <a:cubicBezTo>
                      <a:pt x="9453" y="5481"/>
                      <a:pt x="8548" y="4157"/>
                      <a:pt x="7493" y="3018"/>
                    </a:cubicBezTo>
                    <a:cubicBezTo>
                      <a:pt x="7627" y="2749"/>
                      <a:pt x="8380" y="1257"/>
                      <a:pt x="8900" y="604"/>
                    </a:cubicBezTo>
                    <a:cubicBezTo>
                      <a:pt x="9027" y="599"/>
                      <a:pt x="9250" y="593"/>
                      <a:pt x="9537" y="593"/>
                    </a:cubicBezTo>
                    <a:close/>
                    <a:moveTo>
                      <a:pt x="7426" y="3051"/>
                    </a:moveTo>
                    <a:cubicBezTo>
                      <a:pt x="8481" y="4191"/>
                      <a:pt x="9386" y="5532"/>
                      <a:pt x="9553" y="5782"/>
                    </a:cubicBezTo>
                    <a:cubicBezTo>
                      <a:pt x="9386" y="6202"/>
                      <a:pt x="8465" y="8397"/>
                      <a:pt x="8112" y="9688"/>
                    </a:cubicBezTo>
                    <a:lnTo>
                      <a:pt x="4458" y="10576"/>
                    </a:lnTo>
                    <a:cubicBezTo>
                      <a:pt x="3721" y="9755"/>
                      <a:pt x="2565" y="8012"/>
                      <a:pt x="2264" y="7576"/>
                    </a:cubicBezTo>
                    <a:cubicBezTo>
                      <a:pt x="2347" y="7123"/>
                      <a:pt x="2682" y="5280"/>
                      <a:pt x="3453" y="4090"/>
                    </a:cubicBezTo>
                    <a:cubicBezTo>
                      <a:pt x="3805" y="3956"/>
                      <a:pt x="5615" y="3235"/>
                      <a:pt x="7426" y="3051"/>
                    </a:cubicBezTo>
                    <a:close/>
                    <a:moveTo>
                      <a:pt x="8112" y="9771"/>
                    </a:moveTo>
                    <a:cubicBezTo>
                      <a:pt x="9185" y="10694"/>
                      <a:pt x="10912" y="12017"/>
                      <a:pt x="11296" y="12319"/>
                    </a:cubicBezTo>
                    <a:cubicBezTo>
                      <a:pt x="11213" y="12671"/>
                      <a:pt x="10794" y="14347"/>
                      <a:pt x="10391" y="15520"/>
                    </a:cubicBezTo>
                    <a:cubicBezTo>
                      <a:pt x="10074" y="15621"/>
                      <a:pt x="8599" y="16039"/>
                      <a:pt x="7325" y="16207"/>
                    </a:cubicBezTo>
                    <a:cubicBezTo>
                      <a:pt x="7090" y="16240"/>
                      <a:pt x="6872" y="16258"/>
                      <a:pt x="6671" y="16258"/>
                    </a:cubicBezTo>
                    <a:cubicBezTo>
                      <a:pt x="6554" y="16207"/>
                      <a:pt x="5347" y="15536"/>
                      <a:pt x="3687" y="13961"/>
                    </a:cubicBezTo>
                    <a:cubicBezTo>
                      <a:pt x="3772" y="13509"/>
                      <a:pt x="4174" y="11682"/>
                      <a:pt x="4476" y="10643"/>
                    </a:cubicBezTo>
                    <a:lnTo>
                      <a:pt x="8112" y="9771"/>
                    </a:lnTo>
                    <a:close/>
                    <a:moveTo>
                      <a:pt x="6554" y="1"/>
                    </a:moveTo>
                    <a:cubicBezTo>
                      <a:pt x="6201" y="101"/>
                      <a:pt x="5833" y="236"/>
                      <a:pt x="5481" y="386"/>
                    </a:cubicBezTo>
                    <a:lnTo>
                      <a:pt x="5464" y="386"/>
                    </a:lnTo>
                    <a:cubicBezTo>
                      <a:pt x="5381" y="419"/>
                      <a:pt x="5280" y="470"/>
                      <a:pt x="5180" y="520"/>
                    </a:cubicBezTo>
                    <a:cubicBezTo>
                      <a:pt x="5162" y="520"/>
                      <a:pt x="5146" y="537"/>
                      <a:pt x="5129" y="537"/>
                    </a:cubicBezTo>
                    <a:cubicBezTo>
                      <a:pt x="5046" y="571"/>
                      <a:pt x="4961" y="620"/>
                      <a:pt x="4878" y="654"/>
                    </a:cubicBezTo>
                    <a:lnTo>
                      <a:pt x="4777" y="705"/>
                    </a:lnTo>
                    <a:cubicBezTo>
                      <a:pt x="4710" y="754"/>
                      <a:pt x="4643" y="788"/>
                      <a:pt x="4576" y="821"/>
                    </a:cubicBezTo>
                    <a:cubicBezTo>
                      <a:pt x="4525" y="855"/>
                      <a:pt x="4476" y="888"/>
                      <a:pt x="4425" y="906"/>
                    </a:cubicBezTo>
                    <a:lnTo>
                      <a:pt x="4275" y="1006"/>
                    </a:lnTo>
                    <a:cubicBezTo>
                      <a:pt x="4174" y="1056"/>
                      <a:pt x="4074" y="1123"/>
                      <a:pt x="3973" y="1190"/>
                    </a:cubicBezTo>
                    <a:cubicBezTo>
                      <a:pt x="3906" y="1224"/>
                      <a:pt x="3855" y="1275"/>
                      <a:pt x="3805" y="1308"/>
                    </a:cubicBezTo>
                    <a:cubicBezTo>
                      <a:pt x="3788" y="1308"/>
                      <a:pt x="3788" y="1324"/>
                      <a:pt x="3772" y="1324"/>
                    </a:cubicBezTo>
                    <a:cubicBezTo>
                      <a:pt x="3754" y="1342"/>
                      <a:pt x="3721" y="1358"/>
                      <a:pt x="3705" y="1375"/>
                    </a:cubicBezTo>
                    <a:cubicBezTo>
                      <a:pt x="3671" y="1391"/>
                      <a:pt x="3638" y="1425"/>
                      <a:pt x="3604" y="1442"/>
                    </a:cubicBezTo>
                    <a:cubicBezTo>
                      <a:pt x="3537" y="1492"/>
                      <a:pt x="3470" y="1559"/>
                      <a:pt x="3403" y="1610"/>
                    </a:cubicBezTo>
                    <a:cubicBezTo>
                      <a:pt x="3386" y="1626"/>
                      <a:pt x="3370" y="1643"/>
                      <a:pt x="3336" y="1643"/>
                    </a:cubicBezTo>
                    <a:cubicBezTo>
                      <a:pt x="3151" y="1811"/>
                      <a:pt x="2950" y="1979"/>
                      <a:pt x="2766" y="2146"/>
                    </a:cubicBezTo>
                    <a:cubicBezTo>
                      <a:pt x="2833" y="2363"/>
                      <a:pt x="3151" y="3335"/>
                      <a:pt x="3403" y="4023"/>
                    </a:cubicBezTo>
                    <a:cubicBezTo>
                      <a:pt x="2632" y="5196"/>
                      <a:pt x="2280" y="7023"/>
                      <a:pt x="2196" y="7543"/>
                    </a:cubicBezTo>
                    <a:cubicBezTo>
                      <a:pt x="1944" y="7726"/>
                      <a:pt x="923" y="8497"/>
                      <a:pt x="436" y="9085"/>
                    </a:cubicBezTo>
                    <a:cubicBezTo>
                      <a:pt x="302" y="8866"/>
                      <a:pt x="67" y="8363"/>
                      <a:pt x="34" y="7576"/>
                    </a:cubicBezTo>
                    <a:cubicBezTo>
                      <a:pt x="18" y="7693"/>
                      <a:pt x="0" y="7860"/>
                      <a:pt x="0" y="7995"/>
                    </a:cubicBezTo>
                    <a:cubicBezTo>
                      <a:pt x="85" y="8631"/>
                      <a:pt x="302" y="9018"/>
                      <a:pt x="403" y="9185"/>
                    </a:cubicBezTo>
                    <a:cubicBezTo>
                      <a:pt x="470" y="11263"/>
                      <a:pt x="1325" y="12788"/>
                      <a:pt x="1493" y="13090"/>
                    </a:cubicBezTo>
                    <a:cubicBezTo>
                      <a:pt x="1459" y="13174"/>
                      <a:pt x="1426" y="13324"/>
                      <a:pt x="1408" y="13509"/>
                    </a:cubicBezTo>
                    <a:cubicBezTo>
                      <a:pt x="1442" y="13559"/>
                      <a:pt x="1459" y="13592"/>
                      <a:pt x="1475" y="13626"/>
                    </a:cubicBezTo>
                    <a:lnTo>
                      <a:pt x="1493" y="13626"/>
                    </a:lnTo>
                    <a:cubicBezTo>
                      <a:pt x="1475" y="13425"/>
                      <a:pt x="1526" y="13257"/>
                      <a:pt x="1560" y="13140"/>
                    </a:cubicBezTo>
                    <a:lnTo>
                      <a:pt x="3587" y="13978"/>
                    </a:lnTo>
                    <a:cubicBezTo>
                      <a:pt x="5196" y="15503"/>
                      <a:pt x="6386" y="16191"/>
                      <a:pt x="6604" y="16307"/>
                    </a:cubicBezTo>
                    <a:cubicBezTo>
                      <a:pt x="6688" y="16626"/>
                      <a:pt x="6822" y="17129"/>
                      <a:pt x="6889" y="17380"/>
                    </a:cubicBezTo>
                    <a:cubicBezTo>
                      <a:pt x="7006" y="17413"/>
                      <a:pt x="7124" y="17431"/>
                      <a:pt x="7240" y="17447"/>
                    </a:cubicBezTo>
                    <a:cubicBezTo>
                      <a:pt x="7624" y="17526"/>
                      <a:pt x="8214" y="17627"/>
                      <a:pt x="8964" y="17627"/>
                    </a:cubicBezTo>
                    <a:cubicBezTo>
                      <a:pt x="9494" y="17627"/>
                      <a:pt x="10104" y="17576"/>
                      <a:pt x="10777" y="17431"/>
                    </a:cubicBezTo>
                    <a:lnTo>
                      <a:pt x="10794" y="17431"/>
                    </a:lnTo>
                    <a:cubicBezTo>
                      <a:pt x="10878" y="17413"/>
                      <a:pt x="10945" y="17397"/>
                      <a:pt x="11028" y="17380"/>
                    </a:cubicBezTo>
                    <a:cubicBezTo>
                      <a:pt x="11381" y="17297"/>
                      <a:pt x="11716" y="17179"/>
                      <a:pt x="12067" y="17062"/>
                    </a:cubicBezTo>
                    <a:cubicBezTo>
                      <a:pt x="12353" y="16844"/>
                      <a:pt x="12604" y="16626"/>
                      <a:pt x="12738" y="16508"/>
                    </a:cubicBezTo>
                    <a:cubicBezTo>
                      <a:pt x="13057" y="16392"/>
                      <a:pt x="13911" y="16039"/>
                      <a:pt x="14849" y="15386"/>
                    </a:cubicBezTo>
                    <a:cubicBezTo>
                      <a:pt x="15001" y="15252"/>
                      <a:pt x="15151" y="15118"/>
                      <a:pt x="15303" y="14967"/>
                    </a:cubicBezTo>
                    <a:lnTo>
                      <a:pt x="15303" y="14967"/>
                    </a:lnTo>
                    <a:cubicBezTo>
                      <a:pt x="14213" y="15822"/>
                      <a:pt x="13106" y="16291"/>
                      <a:pt x="12738" y="16441"/>
                    </a:cubicBezTo>
                    <a:lnTo>
                      <a:pt x="10476" y="15520"/>
                    </a:lnTo>
                    <a:cubicBezTo>
                      <a:pt x="10861" y="14363"/>
                      <a:pt x="11280" y="12738"/>
                      <a:pt x="11363" y="12352"/>
                    </a:cubicBezTo>
                    <a:cubicBezTo>
                      <a:pt x="11632" y="12218"/>
                      <a:pt x="13459" y="11212"/>
                      <a:pt x="14632" y="10073"/>
                    </a:cubicBezTo>
                    <a:lnTo>
                      <a:pt x="16659" y="11096"/>
                    </a:lnTo>
                    <a:cubicBezTo>
                      <a:pt x="16559" y="12336"/>
                      <a:pt x="15906" y="13978"/>
                      <a:pt x="15336" y="14933"/>
                    </a:cubicBezTo>
                    <a:cubicBezTo>
                      <a:pt x="17113" y="13140"/>
                      <a:pt x="18018" y="10694"/>
                      <a:pt x="17900" y="8247"/>
                    </a:cubicBezTo>
                    <a:lnTo>
                      <a:pt x="17900" y="8247"/>
                    </a:lnTo>
                    <a:cubicBezTo>
                      <a:pt x="17732" y="8884"/>
                      <a:pt x="17330" y="10006"/>
                      <a:pt x="16677" y="11029"/>
                    </a:cubicBezTo>
                    <a:lnTo>
                      <a:pt x="14666" y="10006"/>
                    </a:lnTo>
                    <a:cubicBezTo>
                      <a:pt x="14648" y="9671"/>
                      <a:pt x="14532" y="8046"/>
                      <a:pt x="13710" y="6050"/>
                    </a:cubicBezTo>
                    <a:cubicBezTo>
                      <a:pt x="14297" y="5163"/>
                      <a:pt x="14733" y="4157"/>
                      <a:pt x="14867" y="3789"/>
                    </a:cubicBezTo>
                    <a:cubicBezTo>
                      <a:pt x="15754" y="4006"/>
                      <a:pt x="16509" y="4358"/>
                      <a:pt x="17095" y="4928"/>
                    </a:cubicBezTo>
                    <a:cubicBezTo>
                      <a:pt x="17095" y="4895"/>
                      <a:pt x="17079" y="4877"/>
                      <a:pt x="17062" y="4861"/>
                    </a:cubicBezTo>
                    <a:lnTo>
                      <a:pt x="17062" y="4844"/>
                    </a:lnTo>
                    <a:cubicBezTo>
                      <a:pt x="17012" y="4743"/>
                      <a:pt x="16961" y="4643"/>
                      <a:pt x="16912" y="4560"/>
                    </a:cubicBezTo>
                    <a:lnTo>
                      <a:pt x="16912" y="4542"/>
                    </a:lnTo>
                    <a:cubicBezTo>
                      <a:pt x="16861" y="4459"/>
                      <a:pt x="16811" y="4358"/>
                      <a:pt x="16760" y="4258"/>
                    </a:cubicBezTo>
                    <a:cubicBezTo>
                      <a:pt x="16744" y="4240"/>
                      <a:pt x="16744" y="4224"/>
                      <a:pt x="16726" y="4207"/>
                    </a:cubicBezTo>
                    <a:cubicBezTo>
                      <a:pt x="16677" y="4124"/>
                      <a:pt x="16643" y="4039"/>
                      <a:pt x="16592" y="3972"/>
                    </a:cubicBezTo>
                    <a:cubicBezTo>
                      <a:pt x="16525" y="3872"/>
                      <a:pt x="16476" y="3771"/>
                      <a:pt x="16409" y="3671"/>
                    </a:cubicBezTo>
                    <a:cubicBezTo>
                      <a:pt x="16342" y="3587"/>
                      <a:pt x="16291" y="3503"/>
                      <a:pt x="16224" y="3420"/>
                    </a:cubicBezTo>
                    <a:cubicBezTo>
                      <a:pt x="16208" y="3402"/>
                      <a:pt x="16190" y="3369"/>
                      <a:pt x="16174" y="3335"/>
                    </a:cubicBezTo>
                    <a:cubicBezTo>
                      <a:pt x="16123" y="3286"/>
                      <a:pt x="16090" y="3235"/>
                      <a:pt x="16056" y="3185"/>
                    </a:cubicBezTo>
                    <a:cubicBezTo>
                      <a:pt x="16023" y="3152"/>
                      <a:pt x="15989" y="3118"/>
                      <a:pt x="15973" y="3085"/>
                    </a:cubicBezTo>
                    <a:cubicBezTo>
                      <a:pt x="15939" y="3034"/>
                      <a:pt x="15906" y="3000"/>
                      <a:pt x="15872" y="2951"/>
                    </a:cubicBezTo>
                    <a:cubicBezTo>
                      <a:pt x="15839" y="2917"/>
                      <a:pt x="15805" y="2884"/>
                      <a:pt x="15772" y="2833"/>
                    </a:cubicBezTo>
                    <a:lnTo>
                      <a:pt x="15671" y="2732"/>
                    </a:lnTo>
                    <a:cubicBezTo>
                      <a:pt x="15638" y="2682"/>
                      <a:pt x="15604" y="2649"/>
                      <a:pt x="15571" y="2615"/>
                    </a:cubicBezTo>
                    <a:lnTo>
                      <a:pt x="15470" y="2515"/>
                    </a:lnTo>
                    <a:cubicBezTo>
                      <a:pt x="15437" y="2464"/>
                      <a:pt x="15403" y="2430"/>
                      <a:pt x="15370" y="2397"/>
                    </a:cubicBezTo>
                    <a:lnTo>
                      <a:pt x="15269" y="2296"/>
                    </a:lnTo>
                    <a:lnTo>
                      <a:pt x="15151" y="2180"/>
                    </a:lnTo>
                    <a:cubicBezTo>
                      <a:pt x="15118" y="2146"/>
                      <a:pt x="15084" y="2129"/>
                      <a:pt x="15068" y="2095"/>
                    </a:cubicBezTo>
                    <a:cubicBezTo>
                      <a:pt x="15017" y="2062"/>
                      <a:pt x="14983" y="2012"/>
                      <a:pt x="14934" y="1979"/>
                    </a:cubicBezTo>
                    <a:lnTo>
                      <a:pt x="14849" y="1894"/>
                    </a:lnTo>
                    <a:cubicBezTo>
                      <a:pt x="14800" y="1861"/>
                      <a:pt x="14749" y="1827"/>
                      <a:pt x="14715" y="1777"/>
                    </a:cubicBezTo>
                    <a:cubicBezTo>
                      <a:pt x="14682" y="1760"/>
                      <a:pt x="14648" y="1744"/>
                      <a:pt x="14632" y="1710"/>
                    </a:cubicBezTo>
                    <a:cubicBezTo>
                      <a:pt x="14581" y="1677"/>
                      <a:pt x="14532" y="1643"/>
                      <a:pt x="14481" y="1592"/>
                    </a:cubicBezTo>
                    <a:cubicBezTo>
                      <a:pt x="14465" y="1576"/>
                      <a:pt x="14431" y="1559"/>
                      <a:pt x="14414" y="1543"/>
                    </a:cubicBezTo>
                    <a:cubicBezTo>
                      <a:pt x="14347" y="1509"/>
                      <a:pt x="14297" y="1458"/>
                      <a:pt x="14246" y="1425"/>
                    </a:cubicBezTo>
                    <a:cubicBezTo>
                      <a:pt x="14230" y="1409"/>
                      <a:pt x="14196" y="1391"/>
                      <a:pt x="14179" y="1375"/>
                    </a:cubicBezTo>
                    <a:cubicBezTo>
                      <a:pt x="14129" y="1324"/>
                      <a:pt x="14062" y="1291"/>
                      <a:pt x="14011" y="1257"/>
                    </a:cubicBezTo>
                    <a:cubicBezTo>
                      <a:pt x="13995" y="1241"/>
                      <a:pt x="13978" y="1224"/>
                      <a:pt x="13944" y="1208"/>
                    </a:cubicBezTo>
                    <a:cubicBezTo>
                      <a:pt x="13895" y="1174"/>
                      <a:pt x="13828" y="1141"/>
                      <a:pt x="13777" y="1090"/>
                    </a:cubicBezTo>
                    <a:cubicBezTo>
                      <a:pt x="13761" y="1090"/>
                      <a:pt x="13743" y="1074"/>
                      <a:pt x="13710" y="1056"/>
                    </a:cubicBezTo>
                    <a:cubicBezTo>
                      <a:pt x="13660" y="1023"/>
                      <a:pt x="13593" y="989"/>
                      <a:pt x="13526" y="939"/>
                    </a:cubicBezTo>
                    <a:cubicBezTo>
                      <a:pt x="13509" y="939"/>
                      <a:pt x="13493" y="922"/>
                      <a:pt x="13475" y="922"/>
                    </a:cubicBezTo>
                    <a:cubicBezTo>
                      <a:pt x="13408" y="872"/>
                      <a:pt x="13341" y="839"/>
                      <a:pt x="13274" y="805"/>
                    </a:cubicBezTo>
                    <a:cubicBezTo>
                      <a:pt x="13274" y="805"/>
                      <a:pt x="13258" y="788"/>
                      <a:pt x="13240" y="788"/>
                    </a:cubicBezTo>
                    <a:cubicBezTo>
                      <a:pt x="13173" y="738"/>
                      <a:pt x="13106" y="705"/>
                      <a:pt x="13023" y="671"/>
                    </a:cubicBezTo>
                    <a:lnTo>
                      <a:pt x="12822" y="571"/>
                    </a:lnTo>
                    <a:lnTo>
                      <a:pt x="12503" y="772"/>
                    </a:lnTo>
                    <a:cubicBezTo>
                      <a:pt x="11435" y="560"/>
                      <a:pt x="10294" y="515"/>
                      <a:pt x="9559" y="515"/>
                    </a:cubicBezTo>
                    <a:cubicBezTo>
                      <a:pt x="9129" y="515"/>
                      <a:pt x="8838" y="531"/>
                      <a:pt x="8782" y="537"/>
                    </a:cubicBezTo>
                    <a:cubicBezTo>
                      <a:pt x="8699" y="504"/>
                      <a:pt x="8380" y="370"/>
                      <a:pt x="7962" y="269"/>
                    </a:cubicBezTo>
                    <a:cubicBezTo>
                      <a:pt x="7526" y="135"/>
                      <a:pt x="7023" y="17"/>
                      <a:pt x="65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Quality of Life Improvements</a:t>
            </a:r>
            <a:endParaRPr dirty="0"/>
          </a:p>
        </p:txBody>
      </p:sp>
      <p:grpSp>
        <p:nvGrpSpPr>
          <p:cNvPr id="153" name="Google Shape;153;p19"/>
          <p:cNvGrpSpPr/>
          <p:nvPr/>
        </p:nvGrpSpPr>
        <p:grpSpPr>
          <a:xfrm>
            <a:off x="5595685" y="1455232"/>
            <a:ext cx="2475906" cy="666258"/>
            <a:chOff x="5595685" y="1455232"/>
            <a:chExt cx="2475906" cy="666258"/>
          </a:xfrm>
        </p:grpSpPr>
        <p:sp>
          <p:nvSpPr>
            <p:cNvPr id="154" name="Google Shape;154;p19"/>
            <p:cNvSpPr txBox="1"/>
            <p:nvPr/>
          </p:nvSpPr>
          <p:spPr>
            <a:xfrm>
              <a:off x="5595691" y="1455232"/>
              <a:ext cx="24759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Scoreboard</a:t>
              </a:r>
              <a:endParaRPr sz="1800" dirty="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5595685" y="1679290"/>
              <a:ext cx="24759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Added a scoreboard for each field to keep track of goals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9"/>
          <p:cNvGrpSpPr/>
          <p:nvPr/>
        </p:nvGrpSpPr>
        <p:grpSpPr>
          <a:xfrm>
            <a:off x="5595685" y="3781760"/>
            <a:ext cx="2475906" cy="666264"/>
            <a:chOff x="5595685" y="3781760"/>
            <a:chExt cx="2475906" cy="666264"/>
          </a:xfrm>
        </p:grpSpPr>
        <p:sp>
          <p:nvSpPr>
            <p:cNvPr id="157" name="Google Shape;157;p19"/>
            <p:cNvSpPr txBox="1"/>
            <p:nvPr/>
          </p:nvSpPr>
          <p:spPr>
            <a:xfrm>
              <a:off x="5595691" y="3781760"/>
              <a:ext cx="24759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Moving Camera &amp; Music</a:t>
              </a:r>
              <a:endParaRPr sz="1800" dirty="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5595685" y="4005824"/>
              <a:ext cx="24759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To always follow the ball where the action is going</a:t>
              </a:r>
            </a:p>
          </p:txBody>
        </p:sp>
      </p:grpSp>
      <p:grpSp>
        <p:nvGrpSpPr>
          <p:cNvPr id="159" name="Google Shape;159;p19"/>
          <p:cNvGrpSpPr/>
          <p:nvPr/>
        </p:nvGrpSpPr>
        <p:grpSpPr>
          <a:xfrm>
            <a:off x="5883879" y="2624806"/>
            <a:ext cx="2475906" cy="666255"/>
            <a:chOff x="5883879" y="2624806"/>
            <a:chExt cx="2475906" cy="666255"/>
          </a:xfrm>
        </p:grpSpPr>
        <p:sp>
          <p:nvSpPr>
            <p:cNvPr id="160" name="Google Shape;160;p19"/>
            <p:cNvSpPr txBox="1"/>
            <p:nvPr/>
          </p:nvSpPr>
          <p:spPr>
            <a:xfrm>
              <a:off x="5883885" y="2624806"/>
              <a:ext cx="24759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Flashing Walls</a:t>
              </a:r>
              <a:endParaRPr sz="1800" dirty="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5883879" y="2848860"/>
              <a:ext cx="24759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Whenever a team scores, their goal flashes on the wall of the field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2" name="Google Shape;162;p19"/>
          <p:cNvSpPr/>
          <p:nvPr/>
        </p:nvSpPr>
        <p:spPr>
          <a:xfrm>
            <a:off x="4572000" y="1396175"/>
            <a:ext cx="792900" cy="79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30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890875" y="2539950"/>
            <a:ext cx="792900" cy="79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30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572000" y="3683725"/>
            <a:ext cx="792900" cy="79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30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5" name="Google Shape;165;p19"/>
          <p:cNvCxnSpPr>
            <a:stCxn id="162" idx="2"/>
          </p:cNvCxnSpPr>
          <p:nvPr/>
        </p:nvCxnSpPr>
        <p:spPr>
          <a:xfrm rot="10800000">
            <a:off x="2577000" y="1240925"/>
            <a:ext cx="1995000" cy="551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66" name="Google Shape;166;p19"/>
          <p:cNvCxnSpPr>
            <a:stCxn id="163" idx="2"/>
          </p:cNvCxnSpPr>
          <p:nvPr/>
        </p:nvCxnSpPr>
        <p:spPr>
          <a:xfrm rot="10800000">
            <a:off x="3912575" y="2732100"/>
            <a:ext cx="978300" cy="204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67" name="Google Shape;167;p19"/>
          <p:cNvGrpSpPr/>
          <p:nvPr/>
        </p:nvGrpSpPr>
        <p:grpSpPr>
          <a:xfrm>
            <a:off x="713197" y="948134"/>
            <a:ext cx="3157424" cy="3686805"/>
            <a:chOff x="713197" y="948134"/>
            <a:chExt cx="3157424" cy="3686805"/>
          </a:xfrm>
        </p:grpSpPr>
        <p:sp>
          <p:nvSpPr>
            <p:cNvPr id="168" name="Google Shape;168;p19"/>
            <p:cNvSpPr/>
            <p:nvPr/>
          </p:nvSpPr>
          <p:spPr>
            <a:xfrm>
              <a:off x="713197" y="4410539"/>
              <a:ext cx="2248200" cy="22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" name="Google Shape;169;p19"/>
            <p:cNvGrpSpPr/>
            <p:nvPr/>
          </p:nvGrpSpPr>
          <p:grpSpPr>
            <a:xfrm>
              <a:off x="713260" y="948134"/>
              <a:ext cx="3157361" cy="3658828"/>
              <a:chOff x="1501300" y="1176600"/>
              <a:chExt cx="2961599" cy="3431974"/>
            </a:xfrm>
          </p:grpSpPr>
          <p:sp>
            <p:nvSpPr>
              <p:cNvPr id="170" name="Google Shape;170;p19"/>
              <p:cNvSpPr/>
              <p:nvPr/>
            </p:nvSpPr>
            <p:spPr>
              <a:xfrm>
                <a:off x="4043691" y="2680248"/>
                <a:ext cx="386526" cy="386558"/>
              </a:xfrm>
              <a:custGeom>
                <a:avLst/>
                <a:gdLst/>
                <a:ahLst/>
                <a:cxnLst/>
                <a:rect l="l" t="t" r="r" b="b"/>
                <a:pathLst>
                  <a:path w="12153" h="12154" extrusionOk="0">
                    <a:moveTo>
                      <a:pt x="6076" y="0"/>
                    </a:moveTo>
                    <a:cubicBezTo>
                      <a:pt x="5289" y="0"/>
                      <a:pt x="4519" y="154"/>
                      <a:pt x="3817" y="445"/>
                    </a:cubicBezTo>
                    <a:cubicBezTo>
                      <a:pt x="2995" y="770"/>
                      <a:pt x="2242" y="1283"/>
                      <a:pt x="1644" y="1917"/>
                    </a:cubicBezTo>
                    <a:cubicBezTo>
                      <a:pt x="633" y="3013"/>
                      <a:pt x="0" y="4467"/>
                      <a:pt x="0" y="6076"/>
                    </a:cubicBezTo>
                    <a:cubicBezTo>
                      <a:pt x="0" y="6179"/>
                      <a:pt x="17" y="6281"/>
                      <a:pt x="17" y="6384"/>
                    </a:cubicBezTo>
                    <a:cubicBezTo>
                      <a:pt x="69" y="7326"/>
                      <a:pt x="325" y="8182"/>
                      <a:pt x="736" y="8952"/>
                    </a:cubicBezTo>
                    <a:cubicBezTo>
                      <a:pt x="1507" y="10389"/>
                      <a:pt x="2842" y="11468"/>
                      <a:pt x="4433" y="11930"/>
                    </a:cubicBezTo>
                    <a:cubicBezTo>
                      <a:pt x="4964" y="12067"/>
                      <a:pt x="5512" y="12153"/>
                      <a:pt x="6076" y="12153"/>
                    </a:cubicBezTo>
                    <a:cubicBezTo>
                      <a:pt x="6487" y="12153"/>
                      <a:pt x="6881" y="12119"/>
                      <a:pt x="7274" y="12033"/>
                    </a:cubicBezTo>
                    <a:cubicBezTo>
                      <a:pt x="8883" y="11708"/>
                      <a:pt x="10287" y="10750"/>
                      <a:pt x="11160" y="9414"/>
                    </a:cubicBezTo>
                    <a:cubicBezTo>
                      <a:pt x="11690" y="8627"/>
                      <a:pt x="12016" y="7703"/>
                      <a:pt x="12119" y="6710"/>
                    </a:cubicBezTo>
                    <a:cubicBezTo>
                      <a:pt x="12153" y="6505"/>
                      <a:pt x="12153" y="6299"/>
                      <a:pt x="12153" y="6076"/>
                    </a:cubicBezTo>
                    <a:cubicBezTo>
                      <a:pt x="12153" y="4604"/>
                      <a:pt x="11640" y="3253"/>
                      <a:pt x="10766" y="2191"/>
                    </a:cubicBezTo>
                    <a:cubicBezTo>
                      <a:pt x="10168" y="1489"/>
                      <a:pt x="9431" y="925"/>
                      <a:pt x="8593" y="548"/>
                    </a:cubicBezTo>
                    <a:cubicBezTo>
                      <a:pt x="7840" y="188"/>
                      <a:pt x="6984" y="0"/>
                      <a:pt x="6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4043691" y="2680248"/>
                <a:ext cx="386526" cy="382710"/>
              </a:xfrm>
              <a:custGeom>
                <a:avLst/>
                <a:gdLst/>
                <a:ahLst/>
                <a:cxnLst/>
                <a:rect l="l" t="t" r="r" b="b"/>
                <a:pathLst>
                  <a:path w="12153" h="12033" extrusionOk="0">
                    <a:moveTo>
                      <a:pt x="6076" y="0"/>
                    </a:moveTo>
                    <a:cubicBezTo>
                      <a:pt x="5289" y="0"/>
                      <a:pt x="4519" y="154"/>
                      <a:pt x="3817" y="445"/>
                    </a:cubicBezTo>
                    <a:lnTo>
                      <a:pt x="3782" y="582"/>
                    </a:lnTo>
                    <a:lnTo>
                      <a:pt x="6094" y="2260"/>
                    </a:lnTo>
                    <a:lnTo>
                      <a:pt x="6042" y="3389"/>
                    </a:lnTo>
                    <a:lnTo>
                      <a:pt x="3732" y="5049"/>
                    </a:lnTo>
                    <a:lnTo>
                      <a:pt x="2534" y="4638"/>
                    </a:lnTo>
                    <a:lnTo>
                      <a:pt x="1644" y="1917"/>
                    </a:lnTo>
                    <a:cubicBezTo>
                      <a:pt x="633" y="3013"/>
                      <a:pt x="0" y="4467"/>
                      <a:pt x="0" y="6076"/>
                    </a:cubicBezTo>
                    <a:cubicBezTo>
                      <a:pt x="0" y="6179"/>
                      <a:pt x="17" y="6281"/>
                      <a:pt x="17" y="6384"/>
                    </a:cubicBezTo>
                    <a:lnTo>
                      <a:pt x="154" y="6487"/>
                    </a:lnTo>
                    <a:lnTo>
                      <a:pt x="2499" y="4775"/>
                    </a:lnTo>
                    <a:lnTo>
                      <a:pt x="3698" y="5204"/>
                    </a:lnTo>
                    <a:lnTo>
                      <a:pt x="4536" y="7771"/>
                    </a:lnTo>
                    <a:lnTo>
                      <a:pt x="3732" y="8935"/>
                    </a:lnTo>
                    <a:lnTo>
                      <a:pt x="754" y="8935"/>
                    </a:lnTo>
                    <a:lnTo>
                      <a:pt x="736" y="8952"/>
                    </a:lnTo>
                    <a:cubicBezTo>
                      <a:pt x="1507" y="10389"/>
                      <a:pt x="2842" y="11468"/>
                      <a:pt x="4433" y="11930"/>
                    </a:cubicBezTo>
                    <a:lnTo>
                      <a:pt x="4656" y="11759"/>
                    </a:lnTo>
                    <a:lnTo>
                      <a:pt x="3782" y="9106"/>
                    </a:lnTo>
                    <a:lnTo>
                      <a:pt x="4588" y="7942"/>
                    </a:lnTo>
                    <a:lnTo>
                      <a:pt x="7497" y="7942"/>
                    </a:lnTo>
                    <a:lnTo>
                      <a:pt x="7514" y="7977"/>
                    </a:lnTo>
                    <a:lnTo>
                      <a:pt x="8011" y="9157"/>
                    </a:lnTo>
                    <a:lnTo>
                      <a:pt x="8045" y="9209"/>
                    </a:lnTo>
                    <a:lnTo>
                      <a:pt x="7155" y="11948"/>
                    </a:lnTo>
                    <a:lnTo>
                      <a:pt x="7274" y="12033"/>
                    </a:lnTo>
                    <a:cubicBezTo>
                      <a:pt x="8883" y="11708"/>
                      <a:pt x="10287" y="10750"/>
                      <a:pt x="11160" y="9414"/>
                    </a:cubicBezTo>
                    <a:lnTo>
                      <a:pt x="11058" y="9123"/>
                    </a:lnTo>
                    <a:lnTo>
                      <a:pt x="8164" y="9123"/>
                    </a:lnTo>
                    <a:lnTo>
                      <a:pt x="8148" y="9089"/>
                    </a:lnTo>
                    <a:lnTo>
                      <a:pt x="7634" y="7908"/>
                    </a:lnTo>
                    <a:lnTo>
                      <a:pt x="7600" y="7840"/>
                    </a:lnTo>
                    <a:lnTo>
                      <a:pt x="8472" y="5152"/>
                    </a:lnTo>
                    <a:lnTo>
                      <a:pt x="9722" y="5135"/>
                    </a:lnTo>
                    <a:lnTo>
                      <a:pt x="12016" y="6795"/>
                    </a:lnTo>
                    <a:lnTo>
                      <a:pt x="12119" y="6710"/>
                    </a:lnTo>
                    <a:cubicBezTo>
                      <a:pt x="12153" y="6505"/>
                      <a:pt x="12153" y="6299"/>
                      <a:pt x="12153" y="6076"/>
                    </a:cubicBezTo>
                    <a:cubicBezTo>
                      <a:pt x="12153" y="4604"/>
                      <a:pt x="11640" y="3253"/>
                      <a:pt x="10766" y="2191"/>
                    </a:cubicBezTo>
                    <a:lnTo>
                      <a:pt x="10526" y="2191"/>
                    </a:lnTo>
                    <a:lnTo>
                      <a:pt x="9620" y="4981"/>
                    </a:lnTo>
                    <a:lnTo>
                      <a:pt x="8370" y="5015"/>
                    </a:lnTo>
                    <a:lnTo>
                      <a:pt x="6179" y="3424"/>
                    </a:lnTo>
                    <a:lnTo>
                      <a:pt x="6247" y="2294"/>
                    </a:lnTo>
                    <a:lnTo>
                      <a:pt x="8609" y="582"/>
                    </a:lnTo>
                    <a:lnTo>
                      <a:pt x="8593" y="548"/>
                    </a:lnTo>
                    <a:cubicBezTo>
                      <a:pt x="7840" y="188"/>
                      <a:pt x="6984" y="0"/>
                      <a:pt x="60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>
                <a:off x="2344046" y="4287331"/>
                <a:ext cx="281442" cy="277689"/>
              </a:xfrm>
              <a:custGeom>
                <a:avLst/>
                <a:gdLst/>
                <a:ahLst/>
                <a:cxnLst/>
                <a:rect l="l" t="t" r="r" b="b"/>
                <a:pathLst>
                  <a:path w="8849" h="8731" extrusionOk="0">
                    <a:moveTo>
                      <a:pt x="2481" y="1"/>
                    </a:moveTo>
                    <a:lnTo>
                      <a:pt x="1438" y="1644"/>
                    </a:lnTo>
                    <a:lnTo>
                      <a:pt x="0" y="3886"/>
                    </a:lnTo>
                    <a:lnTo>
                      <a:pt x="8661" y="8730"/>
                    </a:lnTo>
                    <a:cubicBezTo>
                      <a:pt x="8832" y="8011"/>
                      <a:pt x="8849" y="7292"/>
                      <a:pt x="8712" y="6608"/>
                    </a:cubicBezTo>
                    <a:cubicBezTo>
                      <a:pt x="8661" y="6368"/>
                      <a:pt x="8593" y="6129"/>
                      <a:pt x="8490" y="5905"/>
                    </a:cubicBezTo>
                    <a:cubicBezTo>
                      <a:pt x="8387" y="5615"/>
                      <a:pt x="8250" y="5341"/>
                      <a:pt x="8079" y="5084"/>
                    </a:cubicBezTo>
                    <a:cubicBezTo>
                      <a:pt x="7959" y="4913"/>
                      <a:pt x="7822" y="4741"/>
                      <a:pt x="7685" y="4570"/>
                    </a:cubicBezTo>
                    <a:cubicBezTo>
                      <a:pt x="7531" y="4383"/>
                      <a:pt x="7360" y="4212"/>
                      <a:pt x="7171" y="4057"/>
                    </a:cubicBezTo>
                    <a:cubicBezTo>
                      <a:pt x="7103" y="3988"/>
                      <a:pt x="7034" y="3938"/>
                      <a:pt x="6949" y="3869"/>
                    </a:cubicBezTo>
                    <a:cubicBezTo>
                      <a:pt x="6589" y="3578"/>
                      <a:pt x="6281" y="3219"/>
                      <a:pt x="6059" y="2790"/>
                    </a:cubicBezTo>
                    <a:cubicBezTo>
                      <a:pt x="5957" y="2585"/>
                      <a:pt x="5870" y="2379"/>
                      <a:pt x="5802" y="2158"/>
                    </a:cubicBezTo>
                    <a:lnTo>
                      <a:pt x="5699" y="1797"/>
                    </a:lnTo>
                    <a:lnTo>
                      <a:pt x="248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9"/>
              <p:cNvSpPr/>
              <p:nvPr/>
            </p:nvSpPr>
            <p:spPr>
              <a:xfrm>
                <a:off x="2344046" y="4339621"/>
                <a:ext cx="106706" cy="120859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3800" extrusionOk="0">
                    <a:moveTo>
                      <a:pt x="1438" y="0"/>
                    </a:moveTo>
                    <a:lnTo>
                      <a:pt x="0" y="2242"/>
                    </a:lnTo>
                    <a:lnTo>
                      <a:pt x="2789" y="3800"/>
                    </a:lnTo>
                    <a:cubicBezTo>
                      <a:pt x="3355" y="2396"/>
                      <a:pt x="2807" y="770"/>
                      <a:pt x="1454" y="17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>
                <a:off x="2498657" y="4376071"/>
                <a:ext cx="73501" cy="5235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646" extrusionOk="0">
                    <a:moveTo>
                      <a:pt x="1198" y="0"/>
                    </a:moveTo>
                    <a:lnTo>
                      <a:pt x="633" y="171"/>
                    </a:lnTo>
                    <a:cubicBezTo>
                      <a:pt x="222" y="274"/>
                      <a:pt x="0" y="703"/>
                      <a:pt x="103" y="1096"/>
                    </a:cubicBezTo>
                    <a:cubicBezTo>
                      <a:pt x="171" y="1301"/>
                      <a:pt x="290" y="1456"/>
                      <a:pt x="462" y="1558"/>
                    </a:cubicBezTo>
                    <a:cubicBezTo>
                      <a:pt x="570" y="1612"/>
                      <a:pt x="692" y="1646"/>
                      <a:pt x="819" y="1646"/>
                    </a:cubicBezTo>
                    <a:cubicBezTo>
                      <a:pt x="893" y="1646"/>
                      <a:pt x="968" y="1634"/>
                      <a:pt x="1044" y="1609"/>
                    </a:cubicBezTo>
                    <a:lnTo>
                      <a:pt x="2310" y="1267"/>
                    </a:lnTo>
                    <a:cubicBezTo>
                      <a:pt x="2242" y="1198"/>
                      <a:pt x="2173" y="1148"/>
                      <a:pt x="2088" y="1079"/>
                    </a:cubicBezTo>
                    <a:cubicBezTo>
                      <a:pt x="1728" y="788"/>
                      <a:pt x="1420" y="429"/>
                      <a:pt x="11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9"/>
              <p:cNvSpPr/>
              <p:nvPr/>
            </p:nvSpPr>
            <p:spPr>
              <a:xfrm>
                <a:off x="2517169" y="4432687"/>
                <a:ext cx="96910" cy="61765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1942" extrusionOk="0">
                    <a:moveTo>
                      <a:pt x="2242" y="0"/>
                    </a:moveTo>
                    <a:lnTo>
                      <a:pt x="633" y="463"/>
                    </a:lnTo>
                    <a:cubicBezTo>
                      <a:pt x="240" y="566"/>
                      <a:pt x="0" y="993"/>
                      <a:pt x="119" y="1387"/>
                    </a:cubicBezTo>
                    <a:cubicBezTo>
                      <a:pt x="171" y="1593"/>
                      <a:pt x="308" y="1746"/>
                      <a:pt x="479" y="1849"/>
                    </a:cubicBezTo>
                    <a:cubicBezTo>
                      <a:pt x="583" y="1907"/>
                      <a:pt x="711" y="1942"/>
                      <a:pt x="847" y="1942"/>
                    </a:cubicBezTo>
                    <a:cubicBezTo>
                      <a:pt x="911" y="1942"/>
                      <a:pt x="977" y="1934"/>
                      <a:pt x="1044" y="1917"/>
                    </a:cubicBezTo>
                    <a:lnTo>
                      <a:pt x="3047" y="1335"/>
                    </a:lnTo>
                    <a:cubicBezTo>
                      <a:pt x="2944" y="1045"/>
                      <a:pt x="2807" y="771"/>
                      <a:pt x="2636" y="514"/>
                    </a:cubicBezTo>
                    <a:cubicBezTo>
                      <a:pt x="2516" y="343"/>
                      <a:pt x="2379" y="171"/>
                      <a:pt x="22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9"/>
              <p:cNvSpPr/>
              <p:nvPr/>
            </p:nvSpPr>
            <p:spPr>
              <a:xfrm>
                <a:off x="2328238" y="4410899"/>
                <a:ext cx="291302" cy="182433"/>
              </a:xfrm>
              <a:custGeom>
                <a:avLst/>
                <a:gdLst/>
                <a:ahLst/>
                <a:cxnLst/>
                <a:rect l="l" t="t" r="r" b="b"/>
                <a:pathLst>
                  <a:path w="9159" h="5736" extrusionOk="0">
                    <a:moveTo>
                      <a:pt x="497" y="1"/>
                    </a:moveTo>
                    <a:lnTo>
                      <a:pt x="0" y="908"/>
                    </a:lnTo>
                    <a:lnTo>
                      <a:pt x="8645" y="5735"/>
                    </a:lnTo>
                    <a:lnTo>
                      <a:pt x="9158" y="4845"/>
                    </a:lnTo>
                    <a:lnTo>
                      <a:pt x="4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9"/>
              <p:cNvSpPr/>
              <p:nvPr/>
            </p:nvSpPr>
            <p:spPr>
              <a:xfrm>
                <a:off x="2554701" y="4567164"/>
                <a:ext cx="48503" cy="4141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302" extrusionOk="0">
                    <a:moveTo>
                      <a:pt x="53" y="1"/>
                    </a:moveTo>
                    <a:lnTo>
                      <a:pt x="0" y="822"/>
                    </a:lnTo>
                    <a:lnTo>
                      <a:pt x="856" y="1302"/>
                    </a:lnTo>
                    <a:lnTo>
                      <a:pt x="1525" y="822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>
                <a:off x="2449071" y="4507813"/>
                <a:ext cx="49043" cy="41410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02" extrusionOk="0">
                    <a:moveTo>
                      <a:pt x="53" y="0"/>
                    </a:moveTo>
                    <a:lnTo>
                      <a:pt x="1" y="840"/>
                    </a:lnTo>
                    <a:lnTo>
                      <a:pt x="857" y="1301"/>
                    </a:lnTo>
                    <a:lnTo>
                      <a:pt x="1541" y="84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9"/>
              <p:cNvSpPr/>
              <p:nvPr/>
            </p:nvSpPr>
            <p:spPr>
              <a:xfrm>
                <a:off x="2344046" y="4449003"/>
                <a:ext cx="48439" cy="4141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302" extrusionOk="0">
                    <a:moveTo>
                      <a:pt x="34" y="1"/>
                    </a:moveTo>
                    <a:lnTo>
                      <a:pt x="0" y="822"/>
                    </a:lnTo>
                    <a:lnTo>
                      <a:pt x="838" y="1302"/>
                    </a:lnTo>
                    <a:lnTo>
                      <a:pt x="1523" y="84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9"/>
              <p:cNvSpPr/>
              <p:nvPr/>
            </p:nvSpPr>
            <p:spPr>
              <a:xfrm>
                <a:off x="2405528" y="3190901"/>
                <a:ext cx="511742" cy="1156843"/>
              </a:xfrm>
              <a:custGeom>
                <a:avLst/>
                <a:gdLst/>
                <a:ahLst/>
                <a:cxnLst/>
                <a:rect l="l" t="t" r="r" b="b"/>
                <a:pathLst>
                  <a:path w="16090" h="36373" extrusionOk="0">
                    <a:moveTo>
                      <a:pt x="14157" y="1"/>
                    </a:moveTo>
                    <a:lnTo>
                      <a:pt x="3852" y="856"/>
                    </a:lnTo>
                    <a:lnTo>
                      <a:pt x="2380" y="3047"/>
                    </a:lnTo>
                    <a:lnTo>
                      <a:pt x="3869" y="16877"/>
                    </a:lnTo>
                    <a:cubicBezTo>
                      <a:pt x="3750" y="17031"/>
                      <a:pt x="3647" y="17168"/>
                      <a:pt x="3527" y="17322"/>
                    </a:cubicBezTo>
                    <a:cubicBezTo>
                      <a:pt x="1507" y="20043"/>
                      <a:pt x="343" y="23416"/>
                      <a:pt x="309" y="26805"/>
                    </a:cubicBezTo>
                    <a:cubicBezTo>
                      <a:pt x="292" y="28054"/>
                      <a:pt x="411" y="29320"/>
                      <a:pt x="343" y="30570"/>
                    </a:cubicBezTo>
                    <a:cubicBezTo>
                      <a:pt x="258" y="31819"/>
                      <a:pt x="806" y="34370"/>
                      <a:pt x="1" y="35329"/>
                    </a:cubicBezTo>
                    <a:cubicBezTo>
                      <a:pt x="2791" y="36269"/>
                      <a:pt x="3852" y="36372"/>
                      <a:pt x="3852" y="36372"/>
                    </a:cubicBezTo>
                    <a:cubicBezTo>
                      <a:pt x="6694" y="31152"/>
                      <a:pt x="9330" y="24493"/>
                      <a:pt x="11418" y="18555"/>
                    </a:cubicBezTo>
                    <a:cubicBezTo>
                      <a:pt x="14259" y="10476"/>
                      <a:pt x="16090" y="3732"/>
                      <a:pt x="16090" y="3732"/>
                    </a:cubicBezTo>
                    <a:lnTo>
                      <a:pt x="141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1501300" y="2386802"/>
                <a:ext cx="133358" cy="176232"/>
              </a:xfrm>
              <a:custGeom>
                <a:avLst/>
                <a:gdLst/>
                <a:ahLst/>
                <a:cxnLst/>
                <a:rect l="l" t="t" r="r" b="b"/>
                <a:pathLst>
                  <a:path w="4193" h="5541" extrusionOk="0">
                    <a:moveTo>
                      <a:pt x="3355" y="0"/>
                    </a:moveTo>
                    <a:lnTo>
                      <a:pt x="2824" y="257"/>
                    </a:lnTo>
                    <a:cubicBezTo>
                      <a:pt x="2824" y="257"/>
                      <a:pt x="0" y="4742"/>
                      <a:pt x="735" y="5461"/>
                    </a:cubicBezTo>
                    <a:cubicBezTo>
                      <a:pt x="791" y="5516"/>
                      <a:pt x="856" y="5541"/>
                      <a:pt x="929" y="5541"/>
                    </a:cubicBezTo>
                    <a:cubicBezTo>
                      <a:pt x="1783" y="5541"/>
                      <a:pt x="3647" y="2014"/>
                      <a:pt x="3663" y="1951"/>
                    </a:cubicBezTo>
                    <a:cubicBezTo>
                      <a:pt x="3679" y="1883"/>
                      <a:pt x="4193" y="616"/>
                      <a:pt x="4193" y="616"/>
                    </a:cubicBezTo>
                    <a:lnTo>
                      <a:pt x="33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1591090" y="1793390"/>
                <a:ext cx="698501" cy="736636"/>
              </a:xfrm>
              <a:custGeom>
                <a:avLst/>
                <a:gdLst/>
                <a:ahLst/>
                <a:cxnLst/>
                <a:rect l="l" t="t" r="r" b="b"/>
                <a:pathLst>
                  <a:path w="21962" h="23161" extrusionOk="0">
                    <a:moveTo>
                      <a:pt x="18315" y="0"/>
                    </a:moveTo>
                    <a:cubicBezTo>
                      <a:pt x="10236" y="4861"/>
                      <a:pt x="3903" y="10989"/>
                      <a:pt x="1" y="18914"/>
                    </a:cubicBezTo>
                    <a:lnTo>
                      <a:pt x="5478" y="21722"/>
                    </a:lnTo>
                    <a:cubicBezTo>
                      <a:pt x="5478" y="21722"/>
                      <a:pt x="7197" y="23160"/>
                      <a:pt x="7857" y="23160"/>
                    </a:cubicBezTo>
                    <a:cubicBezTo>
                      <a:pt x="7927" y="23160"/>
                      <a:pt x="7986" y="23144"/>
                      <a:pt x="8029" y="23107"/>
                    </a:cubicBezTo>
                    <a:cubicBezTo>
                      <a:pt x="8490" y="22749"/>
                      <a:pt x="6968" y="19941"/>
                      <a:pt x="6968" y="19941"/>
                    </a:cubicBezTo>
                    <a:cubicBezTo>
                      <a:pt x="6968" y="19941"/>
                      <a:pt x="7652" y="18007"/>
                      <a:pt x="9962" y="16005"/>
                    </a:cubicBezTo>
                    <a:cubicBezTo>
                      <a:pt x="12256" y="14019"/>
                      <a:pt x="21962" y="8439"/>
                      <a:pt x="21962" y="8439"/>
                    </a:cubicBezTo>
                    <a:lnTo>
                      <a:pt x="183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1552986" y="2395486"/>
                <a:ext cx="113258" cy="215097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6763" extrusionOk="0">
                    <a:moveTo>
                      <a:pt x="2038" y="1"/>
                    </a:moveTo>
                    <a:cubicBezTo>
                      <a:pt x="2038" y="1"/>
                      <a:pt x="566" y="2226"/>
                      <a:pt x="292" y="3253"/>
                    </a:cubicBezTo>
                    <a:cubicBezTo>
                      <a:pt x="0" y="4298"/>
                      <a:pt x="908" y="6763"/>
                      <a:pt x="1456" y="6763"/>
                    </a:cubicBezTo>
                    <a:cubicBezTo>
                      <a:pt x="2004" y="6763"/>
                      <a:pt x="1969" y="3305"/>
                      <a:pt x="1969" y="3305"/>
                    </a:cubicBezTo>
                    <a:lnTo>
                      <a:pt x="3373" y="1593"/>
                    </a:lnTo>
                    <a:lnTo>
                      <a:pt x="3561" y="959"/>
                    </a:lnTo>
                    <a:lnTo>
                      <a:pt x="20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>
                <a:off x="1609665" y="2429264"/>
                <a:ext cx="103398" cy="204729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6437" extrusionOk="0">
                    <a:moveTo>
                      <a:pt x="1488" y="0"/>
                    </a:moveTo>
                    <a:cubicBezTo>
                      <a:pt x="1488" y="0"/>
                      <a:pt x="375" y="2003"/>
                      <a:pt x="187" y="3065"/>
                    </a:cubicBezTo>
                    <a:cubicBezTo>
                      <a:pt x="1" y="4114"/>
                      <a:pt x="1088" y="6437"/>
                      <a:pt x="1624" y="6437"/>
                    </a:cubicBezTo>
                    <a:cubicBezTo>
                      <a:pt x="1630" y="6437"/>
                      <a:pt x="1636" y="6436"/>
                      <a:pt x="1642" y="6436"/>
                    </a:cubicBezTo>
                    <a:cubicBezTo>
                      <a:pt x="2189" y="6402"/>
                      <a:pt x="1865" y="2962"/>
                      <a:pt x="1865" y="2962"/>
                    </a:cubicBezTo>
                    <a:lnTo>
                      <a:pt x="3114" y="1130"/>
                    </a:lnTo>
                    <a:lnTo>
                      <a:pt x="3251" y="479"/>
                    </a:lnTo>
                    <a:lnTo>
                      <a:pt x="148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>
                <a:off x="1665772" y="2448316"/>
                <a:ext cx="103398" cy="204761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6438" extrusionOk="0">
                    <a:moveTo>
                      <a:pt x="1504" y="1"/>
                    </a:moveTo>
                    <a:cubicBezTo>
                      <a:pt x="1504" y="1"/>
                      <a:pt x="391" y="1986"/>
                      <a:pt x="204" y="3048"/>
                    </a:cubicBezTo>
                    <a:cubicBezTo>
                      <a:pt x="0" y="4098"/>
                      <a:pt x="1104" y="6437"/>
                      <a:pt x="1641" y="6437"/>
                    </a:cubicBezTo>
                    <a:cubicBezTo>
                      <a:pt x="1647" y="6437"/>
                      <a:pt x="1652" y="6437"/>
                      <a:pt x="1658" y="6437"/>
                    </a:cubicBezTo>
                    <a:cubicBezTo>
                      <a:pt x="2205" y="6385"/>
                      <a:pt x="1881" y="2961"/>
                      <a:pt x="1881" y="2961"/>
                    </a:cubicBezTo>
                    <a:lnTo>
                      <a:pt x="3130" y="1131"/>
                    </a:lnTo>
                    <a:lnTo>
                      <a:pt x="3250" y="480"/>
                    </a:lnTo>
                    <a:lnTo>
                      <a:pt x="15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3064273" y="2569530"/>
                <a:ext cx="1155221" cy="744937"/>
              </a:xfrm>
              <a:custGeom>
                <a:avLst/>
                <a:gdLst/>
                <a:ahLst/>
                <a:cxnLst/>
                <a:rect l="l" t="t" r="r" b="b"/>
                <a:pathLst>
                  <a:path w="36322" h="23422" extrusionOk="0">
                    <a:moveTo>
                      <a:pt x="7208" y="1"/>
                    </a:moveTo>
                    <a:cubicBezTo>
                      <a:pt x="4860" y="1"/>
                      <a:pt x="2928" y="572"/>
                      <a:pt x="2928" y="572"/>
                    </a:cubicBezTo>
                    <a:lnTo>
                      <a:pt x="0" y="4080"/>
                    </a:lnTo>
                    <a:lnTo>
                      <a:pt x="822" y="11885"/>
                    </a:lnTo>
                    <a:lnTo>
                      <a:pt x="2449" y="12519"/>
                    </a:lnTo>
                    <a:cubicBezTo>
                      <a:pt x="4251" y="12144"/>
                      <a:pt x="5984" y="11972"/>
                      <a:pt x="7659" y="11972"/>
                    </a:cubicBezTo>
                    <a:cubicBezTo>
                      <a:pt x="8735" y="11972"/>
                      <a:pt x="9787" y="12043"/>
                      <a:pt x="10818" y="12177"/>
                    </a:cubicBezTo>
                    <a:cubicBezTo>
                      <a:pt x="11571" y="12279"/>
                      <a:pt x="12324" y="12450"/>
                      <a:pt x="13043" y="12706"/>
                    </a:cubicBezTo>
                    <a:cubicBezTo>
                      <a:pt x="15474" y="13528"/>
                      <a:pt x="17580" y="15121"/>
                      <a:pt x="19189" y="17191"/>
                    </a:cubicBezTo>
                    <a:cubicBezTo>
                      <a:pt x="19873" y="18081"/>
                      <a:pt x="20763" y="18800"/>
                      <a:pt x="21790" y="19279"/>
                    </a:cubicBezTo>
                    <a:cubicBezTo>
                      <a:pt x="23262" y="19947"/>
                      <a:pt x="31358" y="21881"/>
                      <a:pt x="33087" y="23421"/>
                    </a:cubicBezTo>
                    <a:cubicBezTo>
                      <a:pt x="36321" y="22429"/>
                      <a:pt x="35637" y="20598"/>
                      <a:pt x="35637" y="20598"/>
                    </a:cubicBezTo>
                    <a:cubicBezTo>
                      <a:pt x="35637" y="20598"/>
                      <a:pt x="23639" y="10002"/>
                      <a:pt x="16176" y="4200"/>
                    </a:cubicBezTo>
                    <a:cubicBezTo>
                      <a:pt x="13711" y="2283"/>
                      <a:pt x="11742" y="896"/>
                      <a:pt x="10852" y="572"/>
                    </a:cubicBezTo>
                    <a:cubicBezTo>
                      <a:pt x="9660" y="144"/>
                      <a:pt x="8382" y="1"/>
                      <a:pt x="72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4107368" y="3180023"/>
                <a:ext cx="326669" cy="234625"/>
              </a:xfrm>
              <a:custGeom>
                <a:avLst/>
                <a:gdLst/>
                <a:ahLst/>
                <a:cxnLst/>
                <a:rect l="l" t="t" r="r" b="b"/>
                <a:pathLst>
                  <a:path w="10271" h="7377" extrusionOk="0">
                    <a:moveTo>
                      <a:pt x="7549" y="0"/>
                    </a:moveTo>
                    <a:cubicBezTo>
                      <a:pt x="7241" y="17"/>
                      <a:pt x="6933" y="69"/>
                      <a:pt x="6641" y="137"/>
                    </a:cubicBezTo>
                    <a:cubicBezTo>
                      <a:pt x="6436" y="188"/>
                      <a:pt x="6231" y="256"/>
                      <a:pt x="6025" y="343"/>
                    </a:cubicBezTo>
                    <a:cubicBezTo>
                      <a:pt x="5803" y="427"/>
                      <a:pt x="5580" y="530"/>
                      <a:pt x="5358" y="651"/>
                    </a:cubicBezTo>
                    <a:cubicBezTo>
                      <a:pt x="5290" y="701"/>
                      <a:pt x="5204" y="753"/>
                      <a:pt x="5119" y="804"/>
                    </a:cubicBezTo>
                    <a:cubicBezTo>
                      <a:pt x="4724" y="1061"/>
                      <a:pt x="4279" y="1233"/>
                      <a:pt x="3818" y="1301"/>
                    </a:cubicBezTo>
                    <a:cubicBezTo>
                      <a:pt x="3654" y="1326"/>
                      <a:pt x="3482" y="1342"/>
                      <a:pt x="3307" y="1342"/>
                    </a:cubicBezTo>
                    <a:cubicBezTo>
                      <a:pt x="3243" y="1342"/>
                      <a:pt x="3179" y="1340"/>
                      <a:pt x="3116" y="1335"/>
                    </a:cubicBezTo>
                    <a:lnTo>
                      <a:pt x="2757" y="1318"/>
                    </a:lnTo>
                    <a:lnTo>
                      <a:pt x="0" y="3782"/>
                    </a:lnTo>
                    <a:lnTo>
                      <a:pt x="1216" y="5289"/>
                    </a:lnTo>
                    <a:lnTo>
                      <a:pt x="2876" y="7377"/>
                    </a:lnTo>
                    <a:lnTo>
                      <a:pt x="10270" y="770"/>
                    </a:lnTo>
                    <a:cubicBezTo>
                      <a:pt x="9654" y="377"/>
                      <a:pt x="8969" y="119"/>
                      <a:pt x="8285" y="34"/>
                    </a:cubicBezTo>
                    <a:cubicBezTo>
                      <a:pt x="8045" y="0"/>
                      <a:pt x="7789" y="0"/>
                      <a:pt x="7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>
                <a:off x="4146045" y="3323311"/>
                <a:ext cx="128492" cy="91344"/>
              </a:xfrm>
              <a:custGeom>
                <a:avLst/>
                <a:gdLst/>
                <a:ahLst/>
                <a:cxnLst/>
                <a:rect l="l" t="t" r="r" b="b"/>
                <a:pathLst>
                  <a:path w="4040" h="2872" extrusionOk="0">
                    <a:moveTo>
                      <a:pt x="2042" y="1"/>
                    </a:moveTo>
                    <a:cubicBezTo>
                      <a:pt x="1322" y="1"/>
                      <a:pt x="599" y="253"/>
                      <a:pt x="17" y="767"/>
                    </a:cubicBezTo>
                    <a:lnTo>
                      <a:pt x="0" y="784"/>
                    </a:lnTo>
                    <a:lnTo>
                      <a:pt x="1660" y="2872"/>
                    </a:lnTo>
                    <a:lnTo>
                      <a:pt x="4040" y="749"/>
                    </a:lnTo>
                    <a:cubicBezTo>
                      <a:pt x="3475" y="253"/>
                      <a:pt x="2761" y="1"/>
                      <a:pt x="2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9"/>
              <p:cNvSpPr/>
              <p:nvPr/>
            </p:nvSpPr>
            <p:spPr>
              <a:xfrm>
                <a:off x="4227120" y="3200697"/>
                <a:ext cx="50697" cy="64787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037" extrusionOk="0">
                    <a:moveTo>
                      <a:pt x="1593" y="1"/>
                    </a:moveTo>
                    <a:lnTo>
                      <a:pt x="1593" y="1"/>
                    </a:lnTo>
                    <a:cubicBezTo>
                      <a:pt x="1525" y="51"/>
                      <a:pt x="1439" y="103"/>
                      <a:pt x="1354" y="154"/>
                    </a:cubicBezTo>
                    <a:cubicBezTo>
                      <a:pt x="959" y="411"/>
                      <a:pt x="514" y="583"/>
                      <a:pt x="53" y="651"/>
                    </a:cubicBezTo>
                    <a:lnTo>
                      <a:pt x="19" y="1233"/>
                    </a:lnTo>
                    <a:cubicBezTo>
                      <a:pt x="1" y="1660"/>
                      <a:pt x="309" y="2020"/>
                      <a:pt x="738" y="2037"/>
                    </a:cubicBezTo>
                    <a:cubicBezTo>
                      <a:pt x="943" y="2037"/>
                      <a:pt x="1131" y="1968"/>
                      <a:pt x="1268" y="1849"/>
                    </a:cubicBezTo>
                    <a:cubicBezTo>
                      <a:pt x="1422" y="1712"/>
                      <a:pt x="1507" y="1523"/>
                      <a:pt x="1525" y="1318"/>
                    </a:cubicBezTo>
                    <a:lnTo>
                      <a:pt x="15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4295218" y="3180023"/>
                <a:ext cx="52287" cy="89308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808" extrusionOk="0">
                    <a:moveTo>
                      <a:pt x="1643" y="0"/>
                    </a:moveTo>
                    <a:lnTo>
                      <a:pt x="1643" y="0"/>
                    </a:lnTo>
                    <a:cubicBezTo>
                      <a:pt x="1335" y="17"/>
                      <a:pt x="1027" y="69"/>
                      <a:pt x="735" y="137"/>
                    </a:cubicBezTo>
                    <a:cubicBezTo>
                      <a:pt x="530" y="188"/>
                      <a:pt x="325" y="256"/>
                      <a:pt x="119" y="343"/>
                    </a:cubicBezTo>
                    <a:lnTo>
                      <a:pt x="17" y="2002"/>
                    </a:lnTo>
                    <a:cubicBezTo>
                      <a:pt x="0" y="2431"/>
                      <a:pt x="325" y="2773"/>
                      <a:pt x="735" y="2807"/>
                    </a:cubicBezTo>
                    <a:cubicBezTo>
                      <a:pt x="941" y="2807"/>
                      <a:pt x="1130" y="2739"/>
                      <a:pt x="1283" y="2618"/>
                    </a:cubicBezTo>
                    <a:cubicBezTo>
                      <a:pt x="1420" y="2481"/>
                      <a:pt x="1523" y="2294"/>
                      <a:pt x="1523" y="2088"/>
                    </a:cubicBezTo>
                    <a:lnTo>
                      <a:pt x="16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4198812" y="3204482"/>
                <a:ext cx="256984" cy="234689"/>
              </a:xfrm>
              <a:custGeom>
                <a:avLst/>
                <a:gdLst/>
                <a:ahLst/>
                <a:cxnLst/>
                <a:rect l="l" t="t" r="r" b="b"/>
                <a:pathLst>
                  <a:path w="8080" h="7379" extrusionOk="0">
                    <a:moveTo>
                      <a:pt x="7395" y="1"/>
                    </a:moveTo>
                    <a:lnTo>
                      <a:pt x="1" y="6608"/>
                    </a:lnTo>
                    <a:lnTo>
                      <a:pt x="686" y="7379"/>
                    </a:lnTo>
                    <a:lnTo>
                      <a:pt x="8080" y="772"/>
                    </a:lnTo>
                    <a:lnTo>
                      <a:pt x="7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9"/>
              <p:cNvSpPr/>
              <p:nvPr/>
            </p:nvSpPr>
            <p:spPr>
              <a:xfrm>
                <a:off x="4415510" y="3229005"/>
                <a:ext cx="47389" cy="45767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439" extrusionOk="0">
                    <a:moveTo>
                      <a:pt x="1267" y="1"/>
                    </a:moveTo>
                    <a:lnTo>
                      <a:pt x="0" y="1130"/>
                    </a:lnTo>
                    <a:lnTo>
                      <a:pt x="771" y="1438"/>
                    </a:lnTo>
                    <a:lnTo>
                      <a:pt x="1490" y="788"/>
                    </a:lnTo>
                    <a:lnTo>
                      <a:pt x="12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9"/>
              <p:cNvSpPr/>
              <p:nvPr/>
            </p:nvSpPr>
            <p:spPr>
              <a:xfrm>
                <a:off x="4325116" y="3309570"/>
                <a:ext cx="47962" cy="45767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439" extrusionOk="0">
                    <a:moveTo>
                      <a:pt x="1285" y="1"/>
                    </a:moveTo>
                    <a:lnTo>
                      <a:pt x="1" y="1131"/>
                    </a:lnTo>
                    <a:lnTo>
                      <a:pt x="772" y="1439"/>
                    </a:lnTo>
                    <a:lnTo>
                      <a:pt x="1507" y="788"/>
                    </a:lnTo>
                    <a:lnTo>
                      <a:pt x="12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9"/>
              <p:cNvSpPr/>
              <p:nvPr/>
            </p:nvSpPr>
            <p:spPr>
              <a:xfrm>
                <a:off x="4235326" y="3390168"/>
                <a:ext cx="47358" cy="45736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38" extrusionOk="0">
                    <a:moveTo>
                      <a:pt x="1267" y="0"/>
                    </a:moveTo>
                    <a:lnTo>
                      <a:pt x="0" y="1130"/>
                    </a:lnTo>
                    <a:lnTo>
                      <a:pt x="770" y="1438"/>
                    </a:lnTo>
                    <a:lnTo>
                      <a:pt x="1489" y="788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9"/>
              <p:cNvSpPr/>
              <p:nvPr/>
            </p:nvSpPr>
            <p:spPr>
              <a:xfrm>
                <a:off x="3479126" y="2703117"/>
                <a:ext cx="740389" cy="611356"/>
              </a:xfrm>
              <a:custGeom>
                <a:avLst/>
                <a:gdLst/>
                <a:ahLst/>
                <a:cxnLst/>
                <a:rect l="l" t="t" r="r" b="b"/>
                <a:pathLst>
                  <a:path w="23279" h="19222" extrusionOk="0">
                    <a:moveTo>
                      <a:pt x="3133" y="0"/>
                    </a:moveTo>
                    <a:cubicBezTo>
                      <a:pt x="411" y="2036"/>
                      <a:pt x="0" y="6316"/>
                      <a:pt x="0" y="8506"/>
                    </a:cubicBezTo>
                    <a:cubicBezTo>
                      <a:pt x="2431" y="9328"/>
                      <a:pt x="4537" y="10921"/>
                      <a:pt x="6146" y="12991"/>
                    </a:cubicBezTo>
                    <a:cubicBezTo>
                      <a:pt x="6830" y="13881"/>
                      <a:pt x="7720" y="14600"/>
                      <a:pt x="8747" y="15079"/>
                    </a:cubicBezTo>
                    <a:cubicBezTo>
                      <a:pt x="10219" y="15747"/>
                      <a:pt x="18315" y="17681"/>
                      <a:pt x="20044" y="19221"/>
                    </a:cubicBezTo>
                    <a:cubicBezTo>
                      <a:pt x="23278" y="18229"/>
                      <a:pt x="22594" y="16398"/>
                      <a:pt x="22594" y="16398"/>
                    </a:cubicBezTo>
                    <a:cubicBezTo>
                      <a:pt x="22594" y="16398"/>
                      <a:pt x="10596" y="5802"/>
                      <a:pt x="31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>
                <a:off x="3479126" y="2703117"/>
                <a:ext cx="141023" cy="286372"/>
              </a:xfrm>
              <a:custGeom>
                <a:avLst/>
                <a:gdLst/>
                <a:ahLst/>
                <a:cxnLst/>
                <a:rect l="l" t="t" r="r" b="b"/>
                <a:pathLst>
                  <a:path w="4434" h="9004" extrusionOk="0">
                    <a:moveTo>
                      <a:pt x="3133" y="0"/>
                    </a:moveTo>
                    <a:cubicBezTo>
                      <a:pt x="411" y="2036"/>
                      <a:pt x="0" y="6316"/>
                      <a:pt x="0" y="8506"/>
                    </a:cubicBezTo>
                    <a:cubicBezTo>
                      <a:pt x="411" y="8643"/>
                      <a:pt x="839" y="8815"/>
                      <a:pt x="1250" y="9004"/>
                    </a:cubicBezTo>
                    <a:cubicBezTo>
                      <a:pt x="1335" y="6710"/>
                      <a:pt x="1866" y="2876"/>
                      <a:pt x="4434" y="1027"/>
                    </a:cubicBezTo>
                    <a:cubicBezTo>
                      <a:pt x="3989" y="667"/>
                      <a:pt x="3560" y="325"/>
                      <a:pt x="3133" y="0"/>
                    </a:cubicBezTo>
                    <a:close/>
                  </a:path>
                </a:pathLst>
              </a:custGeom>
              <a:solidFill>
                <a:srgbClr val="BDE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>
                <a:off x="2445286" y="2850635"/>
                <a:ext cx="592336" cy="458946"/>
              </a:xfrm>
              <a:custGeom>
                <a:avLst/>
                <a:gdLst/>
                <a:ahLst/>
                <a:cxnLst/>
                <a:rect l="l" t="t" r="r" b="b"/>
                <a:pathLst>
                  <a:path w="18624" h="14430" extrusionOk="0">
                    <a:moveTo>
                      <a:pt x="1" y="0"/>
                    </a:moveTo>
                    <a:lnTo>
                      <a:pt x="1130" y="13745"/>
                    </a:lnTo>
                    <a:cubicBezTo>
                      <a:pt x="2293" y="13490"/>
                      <a:pt x="3662" y="13393"/>
                      <a:pt x="5077" y="13393"/>
                    </a:cubicBezTo>
                    <a:cubicBezTo>
                      <a:pt x="6892" y="13393"/>
                      <a:pt x="8782" y="13553"/>
                      <a:pt x="10408" y="13745"/>
                    </a:cubicBezTo>
                    <a:cubicBezTo>
                      <a:pt x="10716" y="13780"/>
                      <a:pt x="11006" y="13814"/>
                      <a:pt x="11280" y="13848"/>
                    </a:cubicBezTo>
                    <a:cubicBezTo>
                      <a:pt x="13368" y="14122"/>
                      <a:pt x="14840" y="14430"/>
                      <a:pt x="14840" y="14430"/>
                    </a:cubicBezTo>
                    <a:lnTo>
                      <a:pt x="16090" y="10167"/>
                    </a:lnTo>
                    <a:lnTo>
                      <a:pt x="16346" y="9261"/>
                    </a:lnTo>
                    <a:lnTo>
                      <a:pt x="18623" y="14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>
                <a:off x="2144778" y="1634040"/>
                <a:ext cx="1218895" cy="1027079"/>
              </a:xfrm>
              <a:custGeom>
                <a:avLst/>
                <a:gdLst/>
                <a:ahLst/>
                <a:cxnLst/>
                <a:rect l="l" t="t" r="r" b="b"/>
                <a:pathLst>
                  <a:path w="38324" h="32293" extrusionOk="0">
                    <a:moveTo>
                      <a:pt x="16668" y="0"/>
                    </a:moveTo>
                    <a:cubicBezTo>
                      <a:pt x="11229" y="0"/>
                      <a:pt x="6159" y="1118"/>
                      <a:pt x="1541" y="3624"/>
                    </a:cubicBezTo>
                    <a:cubicBezTo>
                      <a:pt x="1028" y="3898"/>
                      <a:pt x="514" y="4189"/>
                      <a:pt x="17" y="4497"/>
                    </a:cubicBezTo>
                    <a:cubicBezTo>
                      <a:pt x="1" y="8143"/>
                      <a:pt x="1455" y="11788"/>
                      <a:pt x="3869" y="15366"/>
                    </a:cubicBezTo>
                    <a:cubicBezTo>
                      <a:pt x="4622" y="14819"/>
                      <a:pt x="5460" y="14408"/>
                      <a:pt x="6334" y="14100"/>
                    </a:cubicBezTo>
                    <a:cubicBezTo>
                      <a:pt x="8062" y="13466"/>
                      <a:pt x="9962" y="13210"/>
                      <a:pt x="11742" y="12970"/>
                    </a:cubicBezTo>
                    <a:lnTo>
                      <a:pt x="11742" y="12970"/>
                    </a:lnTo>
                    <a:cubicBezTo>
                      <a:pt x="12222" y="15725"/>
                      <a:pt x="11588" y="19799"/>
                      <a:pt x="10835" y="23206"/>
                    </a:cubicBezTo>
                    <a:cubicBezTo>
                      <a:pt x="10047" y="26697"/>
                      <a:pt x="9141" y="29487"/>
                      <a:pt x="9141" y="29487"/>
                    </a:cubicBezTo>
                    <a:cubicBezTo>
                      <a:pt x="11889" y="31715"/>
                      <a:pt x="16440" y="32292"/>
                      <a:pt x="20417" y="32292"/>
                    </a:cubicBezTo>
                    <a:cubicBezTo>
                      <a:pt x="24686" y="32292"/>
                      <a:pt x="28293" y="31627"/>
                      <a:pt x="28293" y="31627"/>
                    </a:cubicBezTo>
                    <a:cubicBezTo>
                      <a:pt x="30502" y="29196"/>
                      <a:pt x="32453" y="25653"/>
                      <a:pt x="34044" y="22179"/>
                    </a:cubicBezTo>
                    <a:cubicBezTo>
                      <a:pt x="35242" y="19559"/>
                      <a:pt x="36235" y="16957"/>
                      <a:pt x="36972" y="14903"/>
                    </a:cubicBezTo>
                    <a:cubicBezTo>
                      <a:pt x="37844" y="12439"/>
                      <a:pt x="38323" y="10761"/>
                      <a:pt x="38323" y="10761"/>
                    </a:cubicBezTo>
                    <a:lnTo>
                      <a:pt x="36680" y="5181"/>
                    </a:lnTo>
                    <a:cubicBezTo>
                      <a:pt x="34524" y="3846"/>
                      <a:pt x="32385" y="2769"/>
                      <a:pt x="30313" y="2032"/>
                    </a:cubicBezTo>
                    <a:cubicBezTo>
                      <a:pt x="29270" y="1655"/>
                      <a:pt x="28225" y="1365"/>
                      <a:pt x="27216" y="1176"/>
                    </a:cubicBezTo>
                    <a:cubicBezTo>
                      <a:pt x="26855" y="1091"/>
                      <a:pt x="26497" y="1039"/>
                      <a:pt x="26137" y="989"/>
                    </a:cubicBezTo>
                    <a:cubicBezTo>
                      <a:pt x="24648" y="697"/>
                      <a:pt x="23176" y="457"/>
                      <a:pt x="21738" y="304"/>
                    </a:cubicBezTo>
                    <a:cubicBezTo>
                      <a:pt x="20016" y="104"/>
                      <a:pt x="18324" y="0"/>
                      <a:pt x="166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9"/>
              <p:cNvSpPr/>
              <p:nvPr/>
            </p:nvSpPr>
            <p:spPr>
              <a:xfrm>
                <a:off x="2965768" y="2034578"/>
                <a:ext cx="137716" cy="137207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4314" extrusionOk="0">
                    <a:moveTo>
                      <a:pt x="2157" y="0"/>
                    </a:moveTo>
                    <a:cubicBezTo>
                      <a:pt x="975" y="0"/>
                      <a:pt x="0" y="959"/>
                      <a:pt x="0" y="2157"/>
                    </a:cubicBezTo>
                    <a:cubicBezTo>
                      <a:pt x="0" y="3355"/>
                      <a:pt x="975" y="4314"/>
                      <a:pt x="2157" y="4314"/>
                    </a:cubicBezTo>
                    <a:cubicBezTo>
                      <a:pt x="3355" y="4314"/>
                      <a:pt x="4330" y="3355"/>
                      <a:pt x="4330" y="2157"/>
                    </a:cubicBezTo>
                    <a:cubicBezTo>
                      <a:pt x="4330" y="959"/>
                      <a:pt x="3355" y="0"/>
                      <a:pt x="21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>
                <a:off x="2156196" y="1666769"/>
                <a:ext cx="743887" cy="156163"/>
              </a:xfrm>
              <a:custGeom>
                <a:avLst/>
                <a:gdLst/>
                <a:ahLst/>
                <a:cxnLst/>
                <a:rect l="l" t="t" r="r" b="b"/>
                <a:pathLst>
                  <a:path w="23389" h="4910" extrusionOk="0">
                    <a:moveTo>
                      <a:pt x="17156" y="0"/>
                    </a:moveTo>
                    <a:cubicBezTo>
                      <a:pt x="11347" y="0"/>
                      <a:pt x="5628" y="1403"/>
                      <a:pt x="395" y="4136"/>
                    </a:cubicBezTo>
                    <a:cubicBezTo>
                      <a:pt x="0" y="4354"/>
                      <a:pt x="241" y="4909"/>
                      <a:pt x="617" y="4909"/>
                    </a:cubicBezTo>
                    <a:cubicBezTo>
                      <a:pt x="682" y="4909"/>
                      <a:pt x="751" y="4893"/>
                      <a:pt x="822" y="4855"/>
                    </a:cubicBezTo>
                    <a:cubicBezTo>
                      <a:pt x="5911" y="2187"/>
                      <a:pt x="11510" y="813"/>
                      <a:pt x="17180" y="813"/>
                    </a:cubicBezTo>
                    <a:cubicBezTo>
                      <a:pt x="19005" y="813"/>
                      <a:pt x="20837" y="955"/>
                      <a:pt x="22662" y="1243"/>
                    </a:cubicBezTo>
                    <a:cubicBezTo>
                      <a:pt x="22690" y="1247"/>
                      <a:pt x="22717" y="1249"/>
                      <a:pt x="22742" y="1249"/>
                    </a:cubicBezTo>
                    <a:cubicBezTo>
                      <a:pt x="23215" y="1249"/>
                      <a:pt x="23388" y="537"/>
                      <a:pt x="22886" y="455"/>
                    </a:cubicBezTo>
                    <a:cubicBezTo>
                      <a:pt x="20975" y="151"/>
                      <a:pt x="19061" y="0"/>
                      <a:pt x="171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9"/>
              <p:cNvSpPr/>
              <p:nvPr/>
            </p:nvSpPr>
            <p:spPr>
              <a:xfrm>
                <a:off x="2144778" y="1748734"/>
                <a:ext cx="201453" cy="374059"/>
              </a:xfrm>
              <a:custGeom>
                <a:avLst/>
                <a:gdLst/>
                <a:ahLst/>
                <a:cxnLst/>
                <a:rect l="l" t="t" r="r" b="b"/>
                <a:pathLst>
                  <a:path w="6334" h="11761" extrusionOk="0">
                    <a:moveTo>
                      <a:pt x="1541" y="1"/>
                    </a:moveTo>
                    <a:cubicBezTo>
                      <a:pt x="1028" y="292"/>
                      <a:pt x="514" y="583"/>
                      <a:pt x="17" y="891"/>
                    </a:cubicBezTo>
                    <a:cubicBezTo>
                      <a:pt x="1" y="4537"/>
                      <a:pt x="1455" y="8182"/>
                      <a:pt x="3869" y="11760"/>
                    </a:cubicBezTo>
                    <a:cubicBezTo>
                      <a:pt x="4622" y="11213"/>
                      <a:pt x="5460" y="10802"/>
                      <a:pt x="6334" y="10494"/>
                    </a:cubicBezTo>
                    <a:cubicBezTo>
                      <a:pt x="4022" y="7378"/>
                      <a:pt x="2379" y="3784"/>
                      <a:pt x="15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9"/>
              <p:cNvSpPr/>
              <p:nvPr/>
            </p:nvSpPr>
            <p:spPr>
              <a:xfrm>
                <a:off x="2277602" y="2571884"/>
                <a:ext cx="879758" cy="557796"/>
              </a:xfrm>
              <a:custGeom>
                <a:avLst/>
                <a:gdLst/>
                <a:ahLst/>
                <a:cxnLst/>
                <a:rect l="l" t="t" r="r" b="b"/>
                <a:pathLst>
                  <a:path w="27661" h="17538" extrusionOk="0">
                    <a:moveTo>
                      <a:pt x="4965" y="1"/>
                    </a:moveTo>
                    <a:cubicBezTo>
                      <a:pt x="1541" y="2449"/>
                      <a:pt x="1" y="7395"/>
                      <a:pt x="1352" y="11349"/>
                    </a:cubicBezTo>
                    <a:cubicBezTo>
                      <a:pt x="1797" y="12684"/>
                      <a:pt x="2568" y="13848"/>
                      <a:pt x="3561" y="14823"/>
                    </a:cubicBezTo>
                    <a:cubicBezTo>
                      <a:pt x="5391" y="16618"/>
                      <a:pt x="7839" y="17537"/>
                      <a:pt x="10338" y="17537"/>
                    </a:cubicBezTo>
                    <a:cubicBezTo>
                      <a:pt x="11440" y="17537"/>
                      <a:pt x="12552" y="17359"/>
                      <a:pt x="13626" y="16998"/>
                    </a:cubicBezTo>
                    <a:lnTo>
                      <a:pt x="20112" y="14823"/>
                    </a:lnTo>
                    <a:lnTo>
                      <a:pt x="21036" y="14515"/>
                    </a:lnTo>
                    <a:lnTo>
                      <a:pt x="27182" y="12445"/>
                    </a:lnTo>
                    <a:cubicBezTo>
                      <a:pt x="26839" y="11247"/>
                      <a:pt x="26650" y="10014"/>
                      <a:pt x="26566" y="8833"/>
                    </a:cubicBezTo>
                    <a:cubicBezTo>
                      <a:pt x="26548" y="8542"/>
                      <a:pt x="26548" y="8268"/>
                      <a:pt x="26548" y="7995"/>
                    </a:cubicBezTo>
                    <a:cubicBezTo>
                      <a:pt x="26479" y="3887"/>
                      <a:pt x="27661" y="498"/>
                      <a:pt x="27661" y="498"/>
                    </a:cubicBezTo>
                    <a:lnTo>
                      <a:pt x="27661" y="498"/>
                    </a:lnTo>
                    <a:cubicBezTo>
                      <a:pt x="22873" y="1419"/>
                      <a:pt x="18912" y="1741"/>
                      <a:pt x="15713" y="1741"/>
                    </a:cubicBezTo>
                    <a:cubicBezTo>
                      <a:pt x="8278" y="1741"/>
                      <a:pt x="4965" y="1"/>
                      <a:pt x="49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9"/>
              <p:cNvSpPr/>
              <p:nvPr/>
            </p:nvSpPr>
            <p:spPr>
              <a:xfrm>
                <a:off x="2236254" y="2126562"/>
                <a:ext cx="978831" cy="572999"/>
              </a:xfrm>
              <a:custGeom>
                <a:avLst/>
                <a:gdLst/>
                <a:ahLst/>
                <a:cxnLst/>
                <a:rect l="l" t="t" r="r" b="b"/>
                <a:pathLst>
                  <a:path w="30776" h="18016" extrusionOk="0">
                    <a:moveTo>
                      <a:pt x="25006" y="0"/>
                    </a:moveTo>
                    <a:cubicBezTo>
                      <a:pt x="18688" y="6792"/>
                      <a:pt x="8420" y="9999"/>
                      <a:pt x="6813" y="9999"/>
                    </a:cubicBezTo>
                    <a:cubicBezTo>
                      <a:pt x="6788" y="9999"/>
                      <a:pt x="6765" y="9998"/>
                      <a:pt x="6744" y="9996"/>
                    </a:cubicBezTo>
                    <a:cubicBezTo>
                      <a:pt x="5991" y="9939"/>
                      <a:pt x="4627" y="9786"/>
                      <a:pt x="3587" y="9786"/>
                    </a:cubicBezTo>
                    <a:cubicBezTo>
                      <a:pt x="2760" y="9786"/>
                      <a:pt x="2138" y="9883"/>
                      <a:pt x="2191" y="10202"/>
                    </a:cubicBezTo>
                    <a:cubicBezTo>
                      <a:pt x="2294" y="10921"/>
                      <a:pt x="4074" y="11247"/>
                      <a:pt x="4074" y="11247"/>
                    </a:cubicBezTo>
                    <a:cubicBezTo>
                      <a:pt x="4074" y="11247"/>
                      <a:pt x="0" y="13146"/>
                      <a:pt x="462" y="13677"/>
                    </a:cubicBezTo>
                    <a:cubicBezTo>
                      <a:pt x="537" y="13764"/>
                      <a:pt x="694" y="13800"/>
                      <a:pt x="902" y="13800"/>
                    </a:cubicBezTo>
                    <a:cubicBezTo>
                      <a:pt x="1965" y="13800"/>
                      <a:pt x="4381" y="12856"/>
                      <a:pt x="4382" y="12855"/>
                    </a:cubicBezTo>
                    <a:lnTo>
                      <a:pt x="4382" y="12855"/>
                    </a:lnTo>
                    <a:cubicBezTo>
                      <a:pt x="4381" y="12856"/>
                      <a:pt x="651" y="14807"/>
                      <a:pt x="993" y="15389"/>
                    </a:cubicBezTo>
                    <a:cubicBezTo>
                      <a:pt x="1046" y="15482"/>
                      <a:pt x="1182" y="15521"/>
                      <a:pt x="1373" y="15521"/>
                    </a:cubicBezTo>
                    <a:cubicBezTo>
                      <a:pt x="2362" y="15521"/>
                      <a:pt x="4841" y="14466"/>
                      <a:pt x="5066" y="14369"/>
                    </a:cubicBezTo>
                    <a:lnTo>
                      <a:pt x="5066" y="14369"/>
                    </a:lnTo>
                    <a:cubicBezTo>
                      <a:pt x="4817" y="14477"/>
                      <a:pt x="1812" y="15797"/>
                      <a:pt x="2173" y="16518"/>
                    </a:cubicBezTo>
                    <a:cubicBezTo>
                      <a:pt x="2242" y="16653"/>
                      <a:pt x="2417" y="16708"/>
                      <a:pt x="2658" y="16708"/>
                    </a:cubicBezTo>
                    <a:cubicBezTo>
                      <a:pt x="3733" y="16708"/>
                      <a:pt x="6109" y="15611"/>
                      <a:pt x="6110" y="15611"/>
                    </a:cubicBezTo>
                    <a:lnTo>
                      <a:pt x="6110" y="15611"/>
                    </a:lnTo>
                    <a:cubicBezTo>
                      <a:pt x="6110" y="15611"/>
                      <a:pt x="3885" y="17169"/>
                      <a:pt x="4211" y="17870"/>
                    </a:cubicBezTo>
                    <a:cubicBezTo>
                      <a:pt x="4262" y="17972"/>
                      <a:pt x="4383" y="18016"/>
                      <a:pt x="4553" y="18016"/>
                    </a:cubicBezTo>
                    <a:cubicBezTo>
                      <a:pt x="5522" y="18016"/>
                      <a:pt x="8061" y="16603"/>
                      <a:pt x="8061" y="16603"/>
                    </a:cubicBezTo>
                    <a:cubicBezTo>
                      <a:pt x="19718" y="15919"/>
                      <a:pt x="30775" y="5546"/>
                      <a:pt x="30775" y="5546"/>
                    </a:cubicBezTo>
                    <a:lnTo>
                      <a:pt x="30244" y="4451"/>
                    </a:lnTo>
                    <a:lnTo>
                      <a:pt x="2500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9"/>
              <p:cNvSpPr/>
              <p:nvPr/>
            </p:nvSpPr>
            <p:spPr>
              <a:xfrm>
                <a:off x="2995666" y="1668741"/>
                <a:ext cx="445906" cy="691409"/>
              </a:xfrm>
              <a:custGeom>
                <a:avLst/>
                <a:gdLst/>
                <a:ahLst/>
                <a:cxnLst/>
                <a:rect l="l" t="t" r="r" b="b"/>
                <a:pathLst>
                  <a:path w="14020" h="21739" extrusionOk="0">
                    <a:moveTo>
                      <a:pt x="206" y="0"/>
                    </a:moveTo>
                    <a:cubicBezTo>
                      <a:pt x="292" y="34"/>
                      <a:pt x="377" y="51"/>
                      <a:pt x="464" y="85"/>
                    </a:cubicBezTo>
                    <a:cubicBezTo>
                      <a:pt x="1456" y="377"/>
                      <a:pt x="2381" y="1027"/>
                      <a:pt x="3065" y="1865"/>
                    </a:cubicBezTo>
                    <a:cubicBezTo>
                      <a:pt x="3835" y="2773"/>
                      <a:pt x="4332" y="3919"/>
                      <a:pt x="4435" y="5049"/>
                    </a:cubicBezTo>
                    <a:cubicBezTo>
                      <a:pt x="4571" y="6487"/>
                      <a:pt x="4143" y="7908"/>
                      <a:pt x="3613" y="9243"/>
                    </a:cubicBezTo>
                    <a:cubicBezTo>
                      <a:pt x="3013" y="10732"/>
                      <a:pt x="2141" y="12256"/>
                      <a:pt x="1217" y="13659"/>
                    </a:cubicBezTo>
                    <a:cubicBezTo>
                      <a:pt x="822" y="14275"/>
                      <a:pt x="412" y="14874"/>
                      <a:pt x="1" y="15456"/>
                    </a:cubicBezTo>
                    <a:cubicBezTo>
                      <a:pt x="2123" y="17715"/>
                      <a:pt x="4554" y="19650"/>
                      <a:pt x="7292" y="21088"/>
                    </a:cubicBezTo>
                    <a:cubicBezTo>
                      <a:pt x="7721" y="21309"/>
                      <a:pt x="8148" y="21533"/>
                      <a:pt x="8593" y="21738"/>
                    </a:cubicBezTo>
                    <a:cubicBezTo>
                      <a:pt x="9141" y="21019"/>
                      <a:pt x="9672" y="20300"/>
                      <a:pt x="10168" y="19547"/>
                    </a:cubicBezTo>
                    <a:cubicBezTo>
                      <a:pt x="11521" y="17562"/>
                      <a:pt x="12667" y="15439"/>
                      <a:pt x="13232" y="13111"/>
                    </a:cubicBezTo>
                    <a:cubicBezTo>
                      <a:pt x="14020" y="9928"/>
                      <a:pt x="13575" y="6281"/>
                      <a:pt x="11384" y="3817"/>
                    </a:cubicBezTo>
                    <a:cubicBezTo>
                      <a:pt x="10049" y="2310"/>
                      <a:pt x="8166" y="1370"/>
                      <a:pt x="6215" y="838"/>
                    </a:cubicBezTo>
                    <a:cubicBezTo>
                      <a:pt x="5393" y="599"/>
                      <a:pt x="4571" y="445"/>
                      <a:pt x="3750" y="343"/>
                    </a:cubicBezTo>
                    <a:cubicBezTo>
                      <a:pt x="2586" y="171"/>
                      <a:pt x="1388" y="85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3058198" y="1664606"/>
                <a:ext cx="423102" cy="631870"/>
              </a:xfrm>
              <a:custGeom>
                <a:avLst/>
                <a:gdLst/>
                <a:ahLst/>
                <a:cxnLst/>
                <a:rect l="l" t="t" r="r" b="b"/>
                <a:pathLst>
                  <a:path w="13303" h="19867" extrusionOk="0">
                    <a:moveTo>
                      <a:pt x="616" y="1"/>
                    </a:moveTo>
                    <a:cubicBezTo>
                      <a:pt x="168" y="1"/>
                      <a:pt x="0" y="717"/>
                      <a:pt x="483" y="797"/>
                    </a:cubicBezTo>
                    <a:cubicBezTo>
                      <a:pt x="9332" y="2390"/>
                      <a:pt x="12259" y="13413"/>
                      <a:pt x="5361" y="19180"/>
                    </a:cubicBezTo>
                    <a:cubicBezTo>
                      <a:pt x="5038" y="19449"/>
                      <a:pt x="5328" y="19866"/>
                      <a:pt x="5667" y="19866"/>
                    </a:cubicBezTo>
                    <a:cubicBezTo>
                      <a:pt x="5759" y="19866"/>
                      <a:pt x="5855" y="19835"/>
                      <a:pt x="5942" y="19762"/>
                    </a:cubicBezTo>
                    <a:cubicBezTo>
                      <a:pt x="13303" y="13618"/>
                      <a:pt x="10153" y="1705"/>
                      <a:pt x="705" y="10"/>
                    </a:cubicBezTo>
                    <a:cubicBezTo>
                      <a:pt x="674" y="4"/>
                      <a:pt x="645" y="1"/>
                      <a:pt x="6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>
                <a:off x="2835107" y="1643677"/>
                <a:ext cx="279820" cy="14528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4568" extrusionOk="0">
                    <a:moveTo>
                      <a:pt x="34" y="1"/>
                    </a:moveTo>
                    <a:lnTo>
                      <a:pt x="34" y="1"/>
                    </a:lnTo>
                    <a:cubicBezTo>
                      <a:pt x="0" y="1489"/>
                      <a:pt x="753" y="2996"/>
                      <a:pt x="2002" y="3835"/>
                    </a:cubicBezTo>
                    <a:cubicBezTo>
                      <a:pt x="2736" y="4320"/>
                      <a:pt x="3612" y="4567"/>
                      <a:pt x="4487" y="4567"/>
                    </a:cubicBezTo>
                    <a:cubicBezTo>
                      <a:pt x="5185" y="4567"/>
                      <a:pt x="5882" y="4410"/>
                      <a:pt x="6504" y="4091"/>
                    </a:cubicBezTo>
                    <a:cubicBezTo>
                      <a:pt x="7155" y="3766"/>
                      <a:pt x="7702" y="3253"/>
                      <a:pt x="8113" y="2653"/>
                    </a:cubicBezTo>
                    <a:cubicBezTo>
                      <a:pt x="8319" y="2363"/>
                      <a:pt x="8490" y="2055"/>
                      <a:pt x="8609" y="1729"/>
                    </a:cubicBezTo>
                    <a:cubicBezTo>
                      <a:pt x="8695" y="1541"/>
                      <a:pt x="8746" y="1336"/>
                      <a:pt x="8798" y="1131"/>
                    </a:cubicBezTo>
                    <a:cubicBezTo>
                      <a:pt x="7634" y="959"/>
                      <a:pt x="6436" y="873"/>
                      <a:pt x="5254" y="788"/>
                    </a:cubicBezTo>
                    <a:lnTo>
                      <a:pt x="5254" y="788"/>
                    </a:lnTo>
                    <a:cubicBezTo>
                      <a:pt x="5340" y="822"/>
                      <a:pt x="5425" y="839"/>
                      <a:pt x="5512" y="873"/>
                    </a:cubicBezTo>
                    <a:cubicBezTo>
                      <a:pt x="5151" y="788"/>
                      <a:pt x="4793" y="736"/>
                      <a:pt x="4433" y="686"/>
                    </a:cubicBezTo>
                    <a:cubicBezTo>
                      <a:pt x="2944" y="394"/>
                      <a:pt x="1489" y="154"/>
                      <a:pt x="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>
                <a:off x="2879159" y="1468901"/>
                <a:ext cx="165545" cy="269325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8468" extrusionOk="0">
                    <a:moveTo>
                      <a:pt x="2021" y="1"/>
                    </a:moveTo>
                    <a:lnTo>
                      <a:pt x="309" y="5872"/>
                    </a:lnTo>
                    <a:cubicBezTo>
                      <a:pt x="309" y="5872"/>
                      <a:pt x="1" y="7858"/>
                      <a:pt x="2808" y="8388"/>
                    </a:cubicBezTo>
                    <a:cubicBezTo>
                      <a:pt x="3083" y="8443"/>
                      <a:pt x="3325" y="8467"/>
                      <a:pt x="3538" y="8467"/>
                    </a:cubicBezTo>
                    <a:cubicBezTo>
                      <a:pt x="4644" y="8467"/>
                      <a:pt x="4947" y="7814"/>
                      <a:pt x="5033" y="7498"/>
                    </a:cubicBezTo>
                    <a:cubicBezTo>
                      <a:pt x="5051" y="7395"/>
                      <a:pt x="5067" y="7327"/>
                      <a:pt x="5067" y="7327"/>
                    </a:cubicBezTo>
                    <a:lnTo>
                      <a:pt x="5204" y="3818"/>
                    </a:lnTo>
                    <a:lnTo>
                      <a:pt x="2534" y="617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>
                <a:off x="2934184" y="1488526"/>
                <a:ext cx="110522" cy="219423"/>
              </a:xfrm>
              <a:custGeom>
                <a:avLst/>
                <a:gdLst/>
                <a:ahLst/>
                <a:cxnLst/>
                <a:rect l="l" t="t" r="r" b="b"/>
                <a:pathLst>
                  <a:path w="3475" h="6899" extrusionOk="0">
                    <a:moveTo>
                      <a:pt x="804" y="0"/>
                    </a:moveTo>
                    <a:cubicBezTo>
                      <a:pt x="343" y="1284"/>
                      <a:pt x="0" y="2654"/>
                      <a:pt x="240" y="3989"/>
                    </a:cubicBezTo>
                    <a:cubicBezTo>
                      <a:pt x="496" y="5461"/>
                      <a:pt x="1660" y="6847"/>
                      <a:pt x="3150" y="6899"/>
                    </a:cubicBezTo>
                    <a:cubicBezTo>
                      <a:pt x="3200" y="6899"/>
                      <a:pt x="3252" y="6899"/>
                      <a:pt x="3303" y="6881"/>
                    </a:cubicBezTo>
                    <a:cubicBezTo>
                      <a:pt x="3321" y="6778"/>
                      <a:pt x="3337" y="6710"/>
                      <a:pt x="3337" y="6710"/>
                    </a:cubicBezTo>
                    <a:lnTo>
                      <a:pt x="3474" y="3201"/>
                    </a:lnTo>
                    <a:lnTo>
                      <a:pt x="804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9"/>
              <p:cNvSpPr/>
              <p:nvPr/>
            </p:nvSpPr>
            <p:spPr>
              <a:xfrm>
                <a:off x="2822034" y="1176600"/>
                <a:ext cx="450200" cy="330422"/>
              </a:xfrm>
              <a:custGeom>
                <a:avLst/>
                <a:gdLst/>
                <a:ahLst/>
                <a:cxnLst/>
                <a:rect l="l" t="t" r="r" b="b"/>
                <a:pathLst>
                  <a:path w="14155" h="10389" extrusionOk="0">
                    <a:moveTo>
                      <a:pt x="9864" y="0"/>
                    </a:moveTo>
                    <a:cubicBezTo>
                      <a:pt x="9634" y="0"/>
                      <a:pt x="9401" y="25"/>
                      <a:pt x="9175" y="69"/>
                    </a:cubicBezTo>
                    <a:cubicBezTo>
                      <a:pt x="8216" y="256"/>
                      <a:pt x="7308" y="856"/>
                      <a:pt x="6589" y="1541"/>
                    </a:cubicBezTo>
                    <a:cubicBezTo>
                      <a:pt x="6418" y="1096"/>
                      <a:pt x="5923" y="822"/>
                      <a:pt x="5443" y="770"/>
                    </a:cubicBezTo>
                    <a:cubicBezTo>
                      <a:pt x="5402" y="767"/>
                      <a:pt x="5361" y="765"/>
                      <a:pt x="5320" y="765"/>
                    </a:cubicBezTo>
                    <a:cubicBezTo>
                      <a:pt x="4882" y="765"/>
                      <a:pt x="4449" y="926"/>
                      <a:pt x="4074" y="1130"/>
                    </a:cubicBezTo>
                    <a:cubicBezTo>
                      <a:pt x="2807" y="1814"/>
                      <a:pt x="2002" y="3269"/>
                      <a:pt x="1746" y="4690"/>
                    </a:cubicBezTo>
                    <a:cubicBezTo>
                      <a:pt x="1096" y="4809"/>
                      <a:pt x="514" y="5254"/>
                      <a:pt x="256" y="5870"/>
                    </a:cubicBezTo>
                    <a:cubicBezTo>
                      <a:pt x="0" y="6486"/>
                      <a:pt x="69" y="7223"/>
                      <a:pt x="445" y="7771"/>
                    </a:cubicBezTo>
                    <a:cubicBezTo>
                      <a:pt x="633" y="8045"/>
                      <a:pt x="873" y="8335"/>
                      <a:pt x="1181" y="8404"/>
                    </a:cubicBezTo>
                    <a:cubicBezTo>
                      <a:pt x="993" y="8883"/>
                      <a:pt x="1130" y="9448"/>
                      <a:pt x="1489" y="9825"/>
                    </a:cubicBezTo>
                    <a:cubicBezTo>
                      <a:pt x="1831" y="10201"/>
                      <a:pt x="2345" y="10389"/>
                      <a:pt x="2858" y="10389"/>
                    </a:cubicBezTo>
                    <a:cubicBezTo>
                      <a:pt x="3355" y="10389"/>
                      <a:pt x="3869" y="10218"/>
                      <a:pt x="4296" y="9962"/>
                    </a:cubicBezTo>
                    <a:cubicBezTo>
                      <a:pt x="5597" y="9209"/>
                      <a:pt x="7103" y="8780"/>
                      <a:pt x="8575" y="8540"/>
                    </a:cubicBezTo>
                    <a:cubicBezTo>
                      <a:pt x="9620" y="8387"/>
                      <a:pt x="10629" y="7976"/>
                      <a:pt x="11674" y="7822"/>
                    </a:cubicBezTo>
                    <a:cubicBezTo>
                      <a:pt x="12529" y="7086"/>
                      <a:pt x="13231" y="6162"/>
                      <a:pt x="13710" y="5135"/>
                    </a:cubicBezTo>
                    <a:cubicBezTo>
                      <a:pt x="13967" y="4604"/>
                      <a:pt x="14155" y="4040"/>
                      <a:pt x="14138" y="3458"/>
                    </a:cubicBezTo>
                    <a:cubicBezTo>
                      <a:pt x="14138" y="2876"/>
                      <a:pt x="13915" y="2276"/>
                      <a:pt x="13454" y="1917"/>
                    </a:cubicBezTo>
                    <a:cubicBezTo>
                      <a:pt x="13222" y="1746"/>
                      <a:pt x="12879" y="1656"/>
                      <a:pt x="12539" y="1656"/>
                    </a:cubicBezTo>
                    <a:cubicBezTo>
                      <a:pt x="12199" y="1656"/>
                      <a:pt x="11862" y="1745"/>
                      <a:pt x="11639" y="1934"/>
                    </a:cubicBezTo>
                    <a:cubicBezTo>
                      <a:pt x="11913" y="1352"/>
                      <a:pt x="11571" y="616"/>
                      <a:pt x="11023" y="290"/>
                    </a:cubicBezTo>
                    <a:cubicBezTo>
                      <a:pt x="10682" y="82"/>
                      <a:pt x="10277" y="0"/>
                      <a:pt x="98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9"/>
              <p:cNvSpPr/>
              <p:nvPr/>
            </p:nvSpPr>
            <p:spPr>
              <a:xfrm>
                <a:off x="2891723" y="1323323"/>
                <a:ext cx="302147" cy="332712"/>
              </a:xfrm>
              <a:custGeom>
                <a:avLst/>
                <a:gdLst/>
                <a:ahLst/>
                <a:cxnLst/>
                <a:rect l="l" t="t" r="r" b="b"/>
                <a:pathLst>
                  <a:path w="9500" h="10461" extrusionOk="0">
                    <a:moveTo>
                      <a:pt x="6081" y="1"/>
                    </a:moveTo>
                    <a:cubicBezTo>
                      <a:pt x="5080" y="1"/>
                      <a:pt x="3931" y="123"/>
                      <a:pt x="2739" y="488"/>
                    </a:cubicBezTo>
                    <a:lnTo>
                      <a:pt x="1849" y="3003"/>
                    </a:lnTo>
                    <a:cubicBezTo>
                      <a:pt x="1670" y="2882"/>
                      <a:pt x="1456" y="2823"/>
                      <a:pt x="1241" y="2823"/>
                    </a:cubicBezTo>
                    <a:cubicBezTo>
                      <a:pt x="940" y="2823"/>
                      <a:pt x="637" y="2938"/>
                      <a:pt x="427" y="3158"/>
                    </a:cubicBezTo>
                    <a:cubicBezTo>
                      <a:pt x="69" y="3517"/>
                      <a:pt x="0" y="4151"/>
                      <a:pt x="290" y="4578"/>
                    </a:cubicBezTo>
                    <a:cubicBezTo>
                      <a:pt x="502" y="4888"/>
                      <a:pt x="874" y="5072"/>
                      <a:pt x="1245" y="5072"/>
                    </a:cubicBezTo>
                    <a:cubicBezTo>
                      <a:pt x="1386" y="5072"/>
                      <a:pt x="1527" y="5045"/>
                      <a:pt x="1660" y="4989"/>
                    </a:cubicBezTo>
                    <a:lnTo>
                      <a:pt x="1951" y="7163"/>
                    </a:lnTo>
                    <a:cubicBezTo>
                      <a:pt x="2195" y="9052"/>
                      <a:pt x="3819" y="10461"/>
                      <a:pt x="5701" y="10461"/>
                    </a:cubicBezTo>
                    <a:cubicBezTo>
                      <a:pt x="5797" y="10461"/>
                      <a:pt x="5894" y="10457"/>
                      <a:pt x="5991" y="10449"/>
                    </a:cubicBezTo>
                    <a:cubicBezTo>
                      <a:pt x="7976" y="10313"/>
                      <a:pt x="9499" y="8652"/>
                      <a:pt x="9499" y="6666"/>
                    </a:cubicBezTo>
                    <a:lnTo>
                      <a:pt x="9499" y="488"/>
                    </a:lnTo>
                    <a:cubicBezTo>
                      <a:pt x="9499" y="488"/>
                      <a:pt x="8084" y="1"/>
                      <a:pt x="60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9"/>
              <p:cNvSpPr/>
              <p:nvPr/>
            </p:nvSpPr>
            <p:spPr>
              <a:xfrm>
                <a:off x="3175882" y="1326281"/>
                <a:ext cx="38675" cy="236279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7429" extrusionOk="0">
                    <a:moveTo>
                      <a:pt x="257" y="0"/>
                    </a:moveTo>
                    <a:lnTo>
                      <a:pt x="257" y="0"/>
                    </a:lnTo>
                    <a:cubicBezTo>
                      <a:pt x="1" y="566"/>
                      <a:pt x="69" y="1285"/>
                      <a:pt x="446" y="1780"/>
                    </a:cubicBezTo>
                    <a:cubicBezTo>
                      <a:pt x="446" y="1780"/>
                      <a:pt x="377" y="7173"/>
                      <a:pt x="104" y="7241"/>
                    </a:cubicBezTo>
                    <a:lnTo>
                      <a:pt x="565" y="7429"/>
                    </a:lnTo>
                    <a:lnTo>
                      <a:pt x="1028" y="1079"/>
                    </a:lnTo>
                    <a:cubicBezTo>
                      <a:pt x="1216" y="240"/>
                      <a:pt x="720" y="137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9"/>
              <p:cNvSpPr/>
              <p:nvPr/>
            </p:nvSpPr>
            <p:spPr>
              <a:xfrm>
                <a:off x="2931449" y="1303985"/>
                <a:ext cx="271678" cy="371005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11665" extrusionOk="0">
                    <a:moveTo>
                      <a:pt x="1609" y="0"/>
                    </a:moveTo>
                    <a:lnTo>
                      <a:pt x="548" y="616"/>
                    </a:lnTo>
                    <a:lnTo>
                      <a:pt x="479" y="2876"/>
                    </a:lnTo>
                    <a:cubicBezTo>
                      <a:pt x="0" y="9260"/>
                      <a:pt x="1319" y="9620"/>
                      <a:pt x="1319" y="9620"/>
                    </a:cubicBezTo>
                    <a:cubicBezTo>
                      <a:pt x="1301" y="9996"/>
                      <a:pt x="1472" y="10389"/>
                      <a:pt x="1780" y="10647"/>
                    </a:cubicBezTo>
                    <a:cubicBezTo>
                      <a:pt x="2017" y="10854"/>
                      <a:pt x="2365" y="10995"/>
                      <a:pt x="2688" y="10995"/>
                    </a:cubicBezTo>
                    <a:cubicBezTo>
                      <a:pt x="2764" y="10995"/>
                      <a:pt x="2838" y="10988"/>
                      <a:pt x="2910" y="10971"/>
                    </a:cubicBezTo>
                    <a:cubicBezTo>
                      <a:pt x="3115" y="11263"/>
                      <a:pt x="3423" y="11485"/>
                      <a:pt x="3783" y="11571"/>
                    </a:cubicBezTo>
                    <a:cubicBezTo>
                      <a:pt x="3894" y="11592"/>
                      <a:pt x="4009" y="11603"/>
                      <a:pt x="4123" y="11603"/>
                    </a:cubicBezTo>
                    <a:cubicBezTo>
                      <a:pt x="4379" y="11603"/>
                      <a:pt x="4637" y="11547"/>
                      <a:pt x="4861" y="11416"/>
                    </a:cubicBezTo>
                    <a:cubicBezTo>
                      <a:pt x="5068" y="11584"/>
                      <a:pt x="5332" y="11665"/>
                      <a:pt x="5605" y="11665"/>
                    </a:cubicBezTo>
                    <a:cubicBezTo>
                      <a:pt x="5693" y="11665"/>
                      <a:pt x="5783" y="11656"/>
                      <a:pt x="5872" y="11639"/>
                    </a:cubicBezTo>
                    <a:cubicBezTo>
                      <a:pt x="6214" y="11553"/>
                      <a:pt x="6522" y="11297"/>
                      <a:pt x="6675" y="10971"/>
                    </a:cubicBezTo>
                    <a:cubicBezTo>
                      <a:pt x="7001" y="10971"/>
                      <a:pt x="7344" y="10834"/>
                      <a:pt x="7565" y="10612"/>
                    </a:cubicBezTo>
                    <a:cubicBezTo>
                      <a:pt x="7805" y="10373"/>
                      <a:pt x="7994" y="9894"/>
                      <a:pt x="7976" y="9568"/>
                    </a:cubicBezTo>
                    <a:cubicBezTo>
                      <a:pt x="8336" y="9294"/>
                      <a:pt x="8542" y="8867"/>
                      <a:pt x="8524" y="8422"/>
                    </a:cubicBezTo>
                    <a:cubicBezTo>
                      <a:pt x="8524" y="7977"/>
                      <a:pt x="8268" y="7479"/>
                      <a:pt x="7908" y="7223"/>
                    </a:cubicBezTo>
                    <a:cubicBezTo>
                      <a:pt x="7740" y="6739"/>
                      <a:pt x="6895" y="6637"/>
                      <a:pt x="6210" y="6637"/>
                    </a:cubicBezTo>
                    <a:cubicBezTo>
                      <a:pt x="5707" y="6637"/>
                      <a:pt x="5290" y="6692"/>
                      <a:pt x="5290" y="6692"/>
                    </a:cubicBezTo>
                    <a:cubicBezTo>
                      <a:pt x="2585" y="6726"/>
                      <a:pt x="3065" y="8901"/>
                      <a:pt x="2328" y="8935"/>
                    </a:cubicBezTo>
                    <a:cubicBezTo>
                      <a:pt x="1130" y="8901"/>
                      <a:pt x="1232" y="3971"/>
                      <a:pt x="1232" y="3971"/>
                    </a:cubicBezTo>
                    <a:cubicBezTo>
                      <a:pt x="1627" y="3697"/>
                      <a:pt x="1917" y="3269"/>
                      <a:pt x="2003" y="2790"/>
                    </a:cubicBezTo>
                    <a:cubicBezTo>
                      <a:pt x="2088" y="2310"/>
                      <a:pt x="1951" y="1438"/>
                      <a:pt x="1661" y="1044"/>
                    </a:cubicBezTo>
                    <a:lnTo>
                      <a:pt x="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>
                <a:off x="2995666" y="2103185"/>
                <a:ext cx="323393" cy="256984"/>
              </a:xfrm>
              <a:custGeom>
                <a:avLst/>
                <a:gdLst/>
                <a:ahLst/>
                <a:cxnLst/>
                <a:rect l="l" t="t" r="r" b="b"/>
                <a:pathLst>
                  <a:path w="10168" h="8080" extrusionOk="0">
                    <a:moveTo>
                      <a:pt x="1217" y="0"/>
                    </a:moveTo>
                    <a:cubicBezTo>
                      <a:pt x="822" y="616"/>
                      <a:pt x="412" y="1215"/>
                      <a:pt x="1" y="1797"/>
                    </a:cubicBezTo>
                    <a:cubicBezTo>
                      <a:pt x="2449" y="4398"/>
                      <a:pt x="5325" y="6589"/>
                      <a:pt x="8593" y="8079"/>
                    </a:cubicBezTo>
                    <a:cubicBezTo>
                      <a:pt x="9141" y="7360"/>
                      <a:pt x="9672" y="6641"/>
                      <a:pt x="10168" y="5888"/>
                    </a:cubicBezTo>
                    <a:cubicBezTo>
                      <a:pt x="6813" y="4622"/>
                      <a:pt x="3732" y="2584"/>
                      <a:pt x="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>
                <a:off x="2405528" y="3740420"/>
                <a:ext cx="363149" cy="610084"/>
              </a:xfrm>
              <a:custGeom>
                <a:avLst/>
                <a:gdLst/>
                <a:ahLst/>
                <a:cxnLst/>
                <a:rect l="l" t="t" r="r" b="b"/>
                <a:pathLst>
                  <a:path w="11418" h="19182" extrusionOk="0">
                    <a:moveTo>
                      <a:pt x="4753" y="0"/>
                    </a:moveTo>
                    <a:cubicBezTo>
                      <a:pt x="4323" y="0"/>
                      <a:pt x="3914" y="17"/>
                      <a:pt x="3527" y="45"/>
                    </a:cubicBezTo>
                    <a:cubicBezTo>
                      <a:pt x="1507" y="2766"/>
                      <a:pt x="343" y="6139"/>
                      <a:pt x="309" y="9528"/>
                    </a:cubicBezTo>
                    <a:cubicBezTo>
                      <a:pt x="292" y="10777"/>
                      <a:pt x="411" y="12043"/>
                      <a:pt x="343" y="13293"/>
                    </a:cubicBezTo>
                    <a:cubicBezTo>
                      <a:pt x="258" y="14542"/>
                      <a:pt x="326" y="16306"/>
                      <a:pt x="1" y="18052"/>
                    </a:cubicBezTo>
                    <a:cubicBezTo>
                      <a:pt x="1329" y="18992"/>
                      <a:pt x="2444" y="19181"/>
                      <a:pt x="3128" y="19181"/>
                    </a:cubicBezTo>
                    <a:cubicBezTo>
                      <a:pt x="3588" y="19181"/>
                      <a:pt x="3852" y="19095"/>
                      <a:pt x="3852" y="19095"/>
                    </a:cubicBezTo>
                    <a:cubicBezTo>
                      <a:pt x="6694" y="13875"/>
                      <a:pt x="9330" y="7216"/>
                      <a:pt x="11418" y="1278"/>
                    </a:cubicBezTo>
                    <a:cubicBezTo>
                      <a:pt x="8922" y="315"/>
                      <a:pt x="6642" y="0"/>
                      <a:pt x="47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9"/>
              <p:cNvSpPr/>
              <p:nvPr/>
            </p:nvSpPr>
            <p:spPr>
              <a:xfrm>
                <a:off x="2494300" y="3740420"/>
                <a:ext cx="274382" cy="82534"/>
              </a:xfrm>
              <a:custGeom>
                <a:avLst/>
                <a:gdLst/>
                <a:ahLst/>
                <a:cxnLst/>
                <a:rect l="l" t="t" r="r" b="b"/>
                <a:pathLst>
                  <a:path w="8627" h="2595" extrusionOk="0">
                    <a:moveTo>
                      <a:pt x="1962" y="0"/>
                    </a:moveTo>
                    <a:cubicBezTo>
                      <a:pt x="1532" y="0"/>
                      <a:pt x="1123" y="17"/>
                      <a:pt x="736" y="45"/>
                    </a:cubicBezTo>
                    <a:cubicBezTo>
                      <a:pt x="480" y="388"/>
                      <a:pt x="240" y="746"/>
                      <a:pt x="0" y="1123"/>
                    </a:cubicBezTo>
                    <a:cubicBezTo>
                      <a:pt x="308" y="1106"/>
                      <a:pt x="627" y="1097"/>
                      <a:pt x="959" y="1097"/>
                    </a:cubicBezTo>
                    <a:cubicBezTo>
                      <a:pt x="2990" y="1097"/>
                      <a:pt x="5457" y="1447"/>
                      <a:pt x="8164" y="2595"/>
                    </a:cubicBezTo>
                    <a:cubicBezTo>
                      <a:pt x="8319" y="2150"/>
                      <a:pt x="8472" y="1705"/>
                      <a:pt x="8627" y="1278"/>
                    </a:cubicBezTo>
                    <a:cubicBezTo>
                      <a:pt x="6131" y="315"/>
                      <a:pt x="3851" y="0"/>
                      <a:pt x="1962" y="0"/>
                    </a:cubicBezTo>
                    <a:close/>
                  </a:path>
                </a:pathLst>
              </a:custGeom>
              <a:solidFill>
                <a:srgbClr val="BDE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9"/>
              <p:cNvSpPr/>
              <p:nvPr/>
            </p:nvSpPr>
            <p:spPr>
              <a:xfrm>
                <a:off x="3012587" y="1387190"/>
                <a:ext cx="72833" cy="28688"/>
              </a:xfrm>
              <a:custGeom>
                <a:avLst/>
                <a:gdLst/>
                <a:ahLst/>
                <a:cxnLst/>
                <a:rect l="l" t="t" r="r" b="b"/>
                <a:pathLst>
                  <a:path w="2290" h="902" extrusionOk="0">
                    <a:moveTo>
                      <a:pt x="951" y="1"/>
                    </a:moveTo>
                    <a:cubicBezTo>
                      <a:pt x="925" y="1"/>
                      <a:pt x="899" y="1"/>
                      <a:pt x="872" y="2"/>
                    </a:cubicBezTo>
                    <a:cubicBezTo>
                      <a:pt x="564" y="20"/>
                      <a:pt x="153" y="105"/>
                      <a:pt x="16" y="413"/>
                    </a:cubicBezTo>
                    <a:cubicBezTo>
                      <a:pt x="0" y="447"/>
                      <a:pt x="34" y="516"/>
                      <a:pt x="68" y="534"/>
                    </a:cubicBezTo>
                    <a:cubicBezTo>
                      <a:pt x="184" y="601"/>
                      <a:pt x="315" y="608"/>
                      <a:pt x="447" y="608"/>
                    </a:cubicBezTo>
                    <a:cubicBezTo>
                      <a:pt x="488" y="608"/>
                      <a:pt x="528" y="608"/>
                      <a:pt x="568" y="608"/>
                    </a:cubicBezTo>
                    <a:cubicBezTo>
                      <a:pt x="631" y="608"/>
                      <a:pt x="693" y="609"/>
                      <a:pt x="753" y="619"/>
                    </a:cubicBezTo>
                    <a:cubicBezTo>
                      <a:pt x="1061" y="636"/>
                      <a:pt x="1352" y="721"/>
                      <a:pt x="1609" y="858"/>
                    </a:cubicBezTo>
                    <a:cubicBezTo>
                      <a:pt x="1666" y="888"/>
                      <a:pt x="1723" y="901"/>
                      <a:pt x="1776" y="901"/>
                    </a:cubicBezTo>
                    <a:cubicBezTo>
                      <a:pt x="2087" y="901"/>
                      <a:pt x="2289" y="452"/>
                      <a:pt x="1968" y="276"/>
                    </a:cubicBezTo>
                    <a:cubicBezTo>
                      <a:pt x="1649" y="102"/>
                      <a:pt x="1301" y="1"/>
                      <a:pt x="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3027250" y="1416134"/>
                <a:ext cx="34858" cy="27257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857" extrusionOk="0">
                    <a:moveTo>
                      <a:pt x="548" y="0"/>
                    </a:moveTo>
                    <a:cubicBezTo>
                      <a:pt x="0" y="0"/>
                      <a:pt x="0" y="856"/>
                      <a:pt x="548" y="856"/>
                    </a:cubicBezTo>
                    <a:cubicBezTo>
                      <a:pt x="1096" y="856"/>
                      <a:pt x="1096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>
                <a:off x="3106862" y="1387190"/>
                <a:ext cx="72865" cy="28688"/>
              </a:xfrm>
              <a:custGeom>
                <a:avLst/>
                <a:gdLst/>
                <a:ahLst/>
                <a:cxnLst/>
                <a:rect l="l" t="t" r="r" b="b"/>
                <a:pathLst>
                  <a:path w="2291" h="902" extrusionOk="0">
                    <a:moveTo>
                      <a:pt x="1339" y="1"/>
                    </a:moveTo>
                    <a:cubicBezTo>
                      <a:pt x="989" y="1"/>
                      <a:pt x="641" y="102"/>
                      <a:pt x="322" y="276"/>
                    </a:cubicBezTo>
                    <a:cubicBezTo>
                      <a:pt x="1" y="452"/>
                      <a:pt x="203" y="901"/>
                      <a:pt x="514" y="901"/>
                    </a:cubicBezTo>
                    <a:cubicBezTo>
                      <a:pt x="567" y="901"/>
                      <a:pt x="624" y="888"/>
                      <a:pt x="681" y="858"/>
                    </a:cubicBezTo>
                    <a:cubicBezTo>
                      <a:pt x="939" y="721"/>
                      <a:pt x="1229" y="636"/>
                      <a:pt x="1537" y="619"/>
                    </a:cubicBezTo>
                    <a:cubicBezTo>
                      <a:pt x="1597" y="609"/>
                      <a:pt x="1659" y="608"/>
                      <a:pt x="1722" y="608"/>
                    </a:cubicBezTo>
                    <a:cubicBezTo>
                      <a:pt x="1762" y="608"/>
                      <a:pt x="1803" y="608"/>
                      <a:pt x="1843" y="608"/>
                    </a:cubicBezTo>
                    <a:cubicBezTo>
                      <a:pt x="1975" y="608"/>
                      <a:pt x="2106" y="601"/>
                      <a:pt x="2222" y="534"/>
                    </a:cubicBezTo>
                    <a:cubicBezTo>
                      <a:pt x="2256" y="516"/>
                      <a:pt x="2290" y="447"/>
                      <a:pt x="2274" y="413"/>
                    </a:cubicBezTo>
                    <a:cubicBezTo>
                      <a:pt x="2137" y="105"/>
                      <a:pt x="1726" y="20"/>
                      <a:pt x="1418" y="2"/>
                    </a:cubicBezTo>
                    <a:cubicBezTo>
                      <a:pt x="1392" y="1"/>
                      <a:pt x="1365" y="1"/>
                      <a:pt x="1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9"/>
              <p:cNvSpPr/>
              <p:nvPr/>
            </p:nvSpPr>
            <p:spPr>
              <a:xfrm>
                <a:off x="3130176" y="1416134"/>
                <a:ext cx="34858" cy="27257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857" extrusionOk="0">
                    <a:moveTo>
                      <a:pt x="548" y="0"/>
                    </a:moveTo>
                    <a:cubicBezTo>
                      <a:pt x="0" y="0"/>
                      <a:pt x="0" y="856"/>
                      <a:pt x="548" y="856"/>
                    </a:cubicBezTo>
                    <a:cubicBezTo>
                      <a:pt x="1096" y="856"/>
                      <a:pt x="1096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9"/>
              <p:cNvSpPr/>
              <p:nvPr/>
            </p:nvSpPr>
            <p:spPr>
              <a:xfrm>
                <a:off x="3095316" y="1429715"/>
                <a:ext cx="44114" cy="68699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160" extrusionOk="0">
                    <a:moveTo>
                      <a:pt x="1" y="0"/>
                    </a:moveTo>
                    <a:lnTo>
                      <a:pt x="120" y="2038"/>
                    </a:lnTo>
                    <a:cubicBezTo>
                      <a:pt x="120" y="2038"/>
                      <a:pt x="310" y="2160"/>
                      <a:pt x="559" y="2160"/>
                    </a:cubicBezTo>
                    <a:cubicBezTo>
                      <a:pt x="683" y="2160"/>
                      <a:pt x="822" y="2129"/>
                      <a:pt x="959" y="2038"/>
                    </a:cubicBezTo>
                    <a:cubicBezTo>
                      <a:pt x="1386" y="1746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3060997" y="1544505"/>
                <a:ext cx="65932" cy="60111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1890" extrusionOk="0">
                    <a:moveTo>
                      <a:pt x="618" y="1"/>
                    </a:moveTo>
                    <a:cubicBezTo>
                      <a:pt x="430" y="1"/>
                      <a:pt x="242" y="35"/>
                      <a:pt x="69" y="106"/>
                    </a:cubicBezTo>
                    <a:cubicBezTo>
                      <a:pt x="1" y="791"/>
                      <a:pt x="429" y="1526"/>
                      <a:pt x="1080" y="1800"/>
                    </a:cubicBezTo>
                    <a:cubicBezTo>
                      <a:pt x="1206" y="1856"/>
                      <a:pt x="1346" y="1889"/>
                      <a:pt x="1481" y="1889"/>
                    </a:cubicBezTo>
                    <a:cubicBezTo>
                      <a:pt x="1639" y="1889"/>
                      <a:pt x="1790" y="1843"/>
                      <a:pt x="1901" y="1732"/>
                    </a:cubicBezTo>
                    <a:cubicBezTo>
                      <a:pt x="2055" y="1561"/>
                      <a:pt x="2072" y="1287"/>
                      <a:pt x="2004" y="1065"/>
                    </a:cubicBezTo>
                    <a:cubicBezTo>
                      <a:pt x="1901" y="671"/>
                      <a:pt x="1610" y="328"/>
                      <a:pt x="1251" y="141"/>
                    </a:cubicBezTo>
                    <a:cubicBezTo>
                      <a:pt x="1056" y="48"/>
                      <a:pt x="837" y="1"/>
                      <a:pt x="6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22" name="Google Shape;222;p19"/>
          <p:cNvCxnSpPr>
            <a:stCxn id="164" idx="2"/>
          </p:cNvCxnSpPr>
          <p:nvPr/>
        </p:nvCxnSpPr>
        <p:spPr>
          <a:xfrm flipH="1">
            <a:off x="1969200" y="4080175"/>
            <a:ext cx="2602800" cy="431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21"/>
          <p:cNvCxnSpPr/>
          <p:nvPr/>
        </p:nvCxnSpPr>
        <p:spPr>
          <a:xfrm>
            <a:off x="3901575" y="2133600"/>
            <a:ext cx="0" cy="1707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8" name="Google Shape;338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Environment Changes</a:t>
            </a:r>
            <a:endParaRPr dirty="0"/>
          </a:p>
        </p:txBody>
      </p:sp>
      <p:grpSp>
        <p:nvGrpSpPr>
          <p:cNvPr id="339" name="Google Shape;339;p21"/>
          <p:cNvGrpSpPr/>
          <p:nvPr/>
        </p:nvGrpSpPr>
        <p:grpSpPr>
          <a:xfrm>
            <a:off x="3670920" y="2528204"/>
            <a:ext cx="461303" cy="405487"/>
            <a:chOff x="4182481" y="2340959"/>
            <a:chExt cx="368218" cy="323665"/>
          </a:xfrm>
        </p:grpSpPr>
        <p:sp>
          <p:nvSpPr>
            <p:cNvPr id="340" name="Google Shape;340;p21"/>
            <p:cNvSpPr/>
            <p:nvPr/>
          </p:nvSpPr>
          <p:spPr>
            <a:xfrm>
              <a:off x="4182481" y="2340959"/>
              <a:ext cx="368218" cy="323466"/>
            </a:xfrm>
            <a:custGeom>
              <a:avLst/>
              <a:gdLst/>
              <a:ahLst/>
              <a:cxnLst/>
              <a:rect l="l" t="t" r="r" b="b"/>
              <a:pathLst>
                <a:path w="20414" h="17933" extrusionOk="0">
                  <a:moveTo>
                    <a:pt x="10192" y="0"/>
                  </a:moveTo>
                  <a:cubicBezTo>
                    <a:pt x="8484" y="0"/>
                    <a:pt x="6757" y="487"/>
                    <a:pt x="5229" y="1506"/>
                  </a:cubicBezTo>
                  <a:cubicBezTo>
                    <a:pt x="1106" y="4255"/>
                    <a:pt x="0" y="9819"/>
                    <a:pt x="2731" y="13942"/>
                  </a:cubicBezTo>
                  <a:cubicBezTo>
                    <a:pt x="4459" y="16533"/>
                    <a:pt x="7305" y="17933"/>
                    <a:pt x="10201" y="17933"/>
                  </a:cubicBezTo>
                  <a:cubicBezTo>
                    <a:pt x="11913" y="17933"/>
                    <a:pt x="13642" y="17443"/>
                    <a:pt x="15167" y="16422"/>
                  </a:cubicBezTo>
                  <a:cubicBezTo>
                    <a:pt x="19290" y="13674"/>
                    <a:pt x="20413" y="8109"/>
                    <a:pt x="17665" y="3987"/>
                  </a:cubicBezTo>
                  <a:cubicBezTo>
                    <a:pt x="15935" y="1403"/>
                    <a:pt x="13090" y="0"/>
                    <a:pt x="10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4205134" y="2346658"/>
              <a:ext cx="325000" cy="317965"/>
            </a:xfrm>
            <a:custGeom>
              <a:avLst/>
              <a:gdLst/>
              <a:ahLst/>
              <a:cxnLst/>
              <a:rect l="l" t="t" r="r" b="b"/>
              <a:pathLst>
                <a:path w="18018" h="17628" extrusionOk="0">
                  <a:moveTo>
                    <a:pt x="9537" y="593"/>
                  </a:moveTo>
                  <a:cubicBezTo>
                    <a:pt x="10272" y="593"/>
                    <a:pt x="11431" y="634"/>
                    <a:pt x="12503" y="839"/>
                  </a:cubicBezTo>
                  <a:cubicBezTo>
                    <a:pt x="12822" y="1123"/>
                    <a:pt x="13124" y="1409"/>
                    <a:pt x="13408" y="1677"/>
                  </a:cubicBezTo>
                  <a:cubicBezTo>
                    <a:pt x="13978" y="2280"/>
                    <a:pt x="14465" y="2933"/>
                    <a:pt x="14816" y="3738"/>
                  </a:cubicBezTo>
                  <a:cubicBezTo>
                    <a:pt x="14682" y="4057"/>
                    <a:pt x="14246" y="5096"/>
                    <a:pt x="13643" y="6017"/>
                  </a:cubicBezTo>
                  <a:cubicBezTo>
                    <a:pt x="12252" y="5800"/>
                    <a:pt x="10040" y="5749"/>
                    <a:pt x="9620" y="5749"/>
                  </a:cubicBezTo>
                  <a:cubicBezTo>
                    <a:pt x="9453" y="5481"/>
                    <a:pt x="8548" y="4157"/>
                    <a:pt x="7493" y="3018"/>
                  </a:cubicBezTo>
                  <a:cubicBezTo>
                    <a:pt x="7627" y="2749"/>
                    <a:pt x="8380" y="1257"/>
                    <a:pt x="8900" y="604"/>
                  </a:cubicBezTo>
                  <a:cubicBezTo>
                    <a:pt x="9027" y="599"/>
                    <a:pt x="9250" y="593"/>
                    <a:pt x="9537" y="593"/>
                  </a:cubicBezTo>
                  <a:close/>
                  <a:moveTo>
                    <a:pt x="7426" y="3051"/>
                  </a:moveTo>
                  <a:cubicBezTo>
                    <a:pt x="8481" y="4191"/>
                    <a:pt x="9386" y="5532"/>
                    <a:pt x="9553" y="5782"/>
                  </a:cubicBezTo>
                  <a:cubicBezTo>
                    <a:pt x="9386" y="6202"/>
                    <a:pt x="8465" y="8397"/>
                    <a:pt x="8112" y="9688"/>
                  </a:cubicBezTo>
                  <a:lnTo>
                    <a:pt x="4458" y="10576"/>
                  </a:lnTo>
                  <a:cubicBezTo>
                    <a:pt x="3721" y="9755"/>
                    <a:pt x="2565" y="8012"/>
                    <a:pt x="2264" y="7576"/>
                  </a:cubicBezTo>
                  <a:cubicBezTo>
                    <a:pt x="2347" y="7123"/>
                    <a:pt x="2682" y="5280"/>
                    <a:pt x="3453" y="4090"/>
                  </a:cubicBezTo>
                  <a:cubicBezTo>
                    <a:pt x="3805" y="3956"/>
                    <a:pt x="5615" y="3235"/>
                    <a:pt x="7426" y="3051"/>
                  </a:cubicBezTo>
                  <a:close/>
                  <a:moveTo>
                    <a:pt x="8112" y="9771"/>
                  </a:moveTo>
                  <a:cubicBezTo>
                    <a:pt x="9185" y="10694"/>
                    <a:pt x="10912" y="12017"/>
                    <a:pt x="11296" y="12319"/>
                  </a:cubicBezTo>
                  <a:cubicBezTo>
                    <a:pt x="11213" y="12671"/>
                    <a:pt x="10794" y="14347"/>
                    <a:pt x="10391" y="15520"/>
                  </a:cubicBezTo>
                  <a:cubicBezTo>
                    <a:pt x="10074" y="15621"/>
                    <a:pt x="8599" y="16039"/>
                    <a:pt x="7325" y="16207"/>
                  </a:cubicBezTo>
                  <a:cubicBezTo>
                    <a:pt x="7090" y="16240"/>
                    <a:pt x="6872" y="16258"/>
                    <a:pt x="6671" y="16258"/>
                  </a:cubicBezTo>
                  <a:cubicBezTo>
                    <a:pt x="6554" y="16207"/>
                    <a:pt x="5347" y="15536"/>
                    <a:pt x="3687" y="13961"/>
                  </a:cubicBezTo>
                  <a:cubicBezTo>
                    <a:pt x="3772" y="13509"/>
                    <a:pt x="4174" y="11682"/>
                    <a:pt x="4476" y="10643"/>
                  </a:cubicBezTo>
                  <a:lnTo>
                    <a:pt x="8112" y="9771"/>
                  </a:lnTo>
                  <a:close/>
                  <a:moveTo>
                    <a:pt x="6554" y="1"/>
                  </a:moveTo>
                  <a:cubicBezTo>
                    <a:pt x="6201" y="101"/>
                    <a:pt x="5833" y="236"/>
                    <a:pt x="5481" y="386"/>
                  </a:cubicBezTo>
                  <a:lnTo>
                    <a:pt x="5464" y="386"/>
                  </a:lnTo>
                  <a:cubicBezTo>
                    <a:pt x="5381" y="419"/>
                    <a:pt x="5280" y="470"/>
                    <a:pt x="5180" y="520"/>
                  </a:cubicBezTo>
                  <a:cubicBezTo>
                    <a:pt x="5162" y="520"/>
                    <a:pt x="5146" y="537"/>
                    <a:pt x="5129" y="537"/>
                  </a:cubicBezTo>
                  <a:cubicBezTo>
                    <a:pt x="5046" y="571"/>
                    <a:pt x="4961" y="620"/>
                    <a:pt x="4878" y="654"/>
                  </a:cubicBezTo>
                  <a:lnTo>
                    <a:pt x="4777" y="705"/>
                  </a:lnTo>
                  <a:cubicBezTo>
                    <a:pt x="4710" y="754"/>
                    <a:pt x="4643" y="788"/>
                    <a:pt x="4576" y="821"/>
                  </a:cubicBezTo>
                  <a:cubicBezTo>
                    <a:pt x="4525" y="855"/>
                    <a:pt x="4476" y="888"/>
                    <a:pt x="4425" y="906"/>
                  </a:cubicBezTo>
                  <a:lnTo>
                    <a:pt x="4275" y="1006"/>
                  </a:lnTo>
                  <a:cubicBezTo>
                    <a:pt x="4174" y="1056"/>
                    <a:pt x="4074" y="1123"/>
                    <a:pt x="3973" y="1190"/>
                  </a:cubicBezTo>
                  <a:cubicBezTo>
                    <a:pt x="3906" y="1224"/>
                    <a:pt x="3855" y="1275"/>
                    <a:pt x="3805" y="1308"/>
                  </a:cubicBezTo>
                  <a:cubicBezTo>
                    <a:pt x="3788" y="1308"/>
                    <a:pt x="3788" y="1324"/>
                    <a:pt x="3772" y="1324"/>
                  </a:cubicBezTo>
                  <a:cubicBezTo>
                    <a:pt x="3754" y="1342"/>
                    <a:pt x="3721" y="1358"/>
                    <a:pt x="3705" y="1375"/>
                  </a:cubicBezTo>
                  <a:cubicBezTo>
                    <a:pt x="3671" y="1391"/>
                    <a:pt x="3638" y="1425"/>
                    <a:pt x="3604" y="1442"/>
                  </a:cubicBezTo>
                  <a:cubicBezTo>
                    <a:pt x="3537" y="1492"/>
                    <a:pt x="3470" y="1559"/>
                    <a:pt x="3403" y="1610"/>
                  </a:cubicBezTo>
                  <a:cubicBezTo>
                    <a:pt x="3386" y="1626"/>
                    <a:pt x="3370" y="1643"/>
                    <a:pt x="3336" y="1643"/>
                  </a:cubicBezTo>
                  <a:cubicBezTo>
                    <a:pt x="3151" y="1811"/>
                    <a:pt x="2950" y="1979"/>
                    <a:pt x="2766" y="2146"/>
                  </a:cubicBezTo>
                  <a:cubicBezTo>
                    <a:pt x="2833" y="2363"/>
                    <a:pt x="3151" y="3335"/>
                    <a:pt x="3403" y="4023"/>
                  </a:cubicBezTo>
                  <a:cubicBezTo>
                    <a:pt x="2632" y="5196"/>
                    <a:pt x="2280" y="7023"/>
                    <a:pt x="2196" y="7543"/>
                  </a:cubicBezTo>
                  <a:cubicBezTo>
                    <a:pt x="1944" y="7726"/>
                    <a:pt x="923" y="8497"/>
                    <a:pt x="436" y="9085"/>
                  </a:cubicBezTo>
                  <a:cubicBezTo>
                    <a:pt x="302" y="8866"/>
                    <a:pt x="67" y="8363"/>
                    <a:pt x="34" y="7576"/>
                  </a:cubicBezTo>
                  <a:cubicBezTo>
                    <a:pt x="18" y="7693"/>
                    <a:pt x="0" y="7860"/>
                    <a:pt x="0" y="7995"/>
                  </a:cubicBezTo>
                  <a:cubicBezTo>
                    <a:pt x="85" y="8631"/>
                    <a:pt x="302" y="9018"/>
                    <a:pt x="403" y="9185"/>
                  </a:cubicBezTo>
                  <a:cubicBezTo>
                    <a:pt x="470" y="11263"/>
                    <a:pt x="1325" y="12788"/>
                    <a:pt x="1493" y="13090"/>
                  </a:cubicBezTo>
                  <a:cubicBezTo>
                    <a:pt x="1459" y="13174"/>
                    <a:pt x="1426" y="13324"/>
                    <a:pt x="1408" y="13509"/>
                  </a:cubicBezTo>
                  <a:cubicBezTo>
                    <a:pt x="1442" y="13559"/>
                    <a:pt x="1459" y="13592"/>
                    <a:pt x="1475" y="13626"/>
                  </a:cubicBezTo>
                  <a:lnTo>
                    <a:pt x="1493" y="13626"/>
                  </a:lnTo>
                  <a:cubicBezTo>
                    <a:pt x="1475" y="13425"/>
                    <a:pt x="1526" y="13257"/>
                    <a:pt x="1560" y="13140"/>
                  </a:cubicBezTo>
                  <a:lnTo>
                    <a:pt x="3587" y="13978"/>
                  </a:lnTo>
                  <a:cubicBezTo>
                    <a:pt x="5196" y="15503"/>
                    <a:pt x="6386" y="16191"/>
                    <a:pt x="6604" y="16307"/>
                  </a:cubicBezTo>
                  <a:cubicBezTo>
                    <a:pt x="6688" y="16626"/>
                    <a:pt x="6822" y="17129"/>
                    <a:pt x="6889" y="17380"/>
                  </a:cubicBezTo>
                  <a:cubicBezTo>
                    <a:pt x="7006" y="17413"/>
                    <a:pt x="7124" y="17431"/>
                    <a:pt x="7240" y="17447"/>
                  </a:cubicBezTo>
                  <a:cubicBezTo>
                    <a:pt x="7624" y="17526"/>
                    <a:pt x="8214" y="17627"/>
                    <a:pt x="8964" y="17627"/>
                  </a:cubicBezTo>
                  <a:cubicBezTo>
                    <a:pt x="9494" y="17627"/>
                    <a:pt x="10104" y="17576"/>
                    <a:pt x="10777" y="17431"/>
                  </a:cubicBezTo>
                  <a:lnTo>
                    <a:pt x="10794" y="17431"/>
                  </a:lnTo>
                  <a:cubicBezTo>
                    <a:pt x="10878" y="17413"/>
                    <a:pt x="10945" y="17397"/>
                    <a:pt x="11028" y="17380"/>
                  </a:cubicBezTo>
                  <a:cubicBezTo>
                    <a:pt x="11381" y="17297"/>
                    <a:pt x="11716" y="17179"/>
                    <a:pt x="12067" y="17062"/>
                  </a:cubicBezTo>
                  <a:cubicBezTo>
                    <a:pt x="12353" y="16844"/>
                    <a:pt x="12604" y="16626"/>
                    <a:pt x="12738" y="16508"/>
                  </a:cubicBezTo>
                  <a:cubicBezTo>
                    <a:pt x="13057" y="16392"/>
                    <a:pt x="13911" y="16039"/>
                    <a:pt x="14849" y="15386"/>
                  </a:cubicBezTo>
                  <a:cubicBezTo>
                    <a:pt x="15001" y="15252"/>
                    <a:pt x="15151" y="15118"/>
                    <a:pt x="15303" y="14967"/>
                  </a:cubicBezTo>
                  <a:lnTo>
                    <a:pt x="15303" y="14967"/>
                  </a:lnTo>
                  <a:cubicBezTo>
                    <a:pt x="14213" y="15822"/>
                    <a:pt x="13106" y="16291"/>
                    <a:pt x="12738" y="16441"/>
                  </a:cubicBezTo>
                  <a:lnTo>
                    <a:pt x="10476" y="15520"/>
                  </a:lnTo>
                  <a:cubicBezTo>
                    <a:pt x="10861" y="14363"/>
                    <a:pt x="11280" y="12738"/>
                    <a:pt x="11363" y="12352"/>
                  </a:cubicBezTo>
                  <a:cubicBezTo>
                    <a:pt x="11632" y="12218"/>
                    <a:pt x="13459" y="11212"/>
                    <a:pt x="14632" y="10073"/>
                  </a:cubicBezTo>
                  <a:lnTo>
                    <a:pt x="16659" y="11096"/>
                  </a:lnTo>
                  <a:cubicBezTo>
                    <a:pt x="16559" y="12336"/>
                    <a:pt x="15906" y="13978"/>
                    <a:pt x="15336" y="14933"/>
                  </a:cubicBezTo>
                  <a:cubicBezTo>
                    <a:pt x="17113" y="13140"/>
                    <a:pt x="18018" y="10694"/>
                    <a:pt x="17900" y="8247"/>
                  </a:cubicBezTo>
                  <a:lnTo>
                    <a:pt x="17900" y="8247"/>
                  </a:lnTo>
                  <a:cubicBezTo>
                    <a:pt x="17732" y="8884"/>
                    <a:pt x="17330" y="10006"/>
                    <a:pt x="16677" y="11029"/>
                  </a:cubicBezTo>
                  <a:lnTo>
                    <a:pt x="14666" y="10006"/>
                  </a:lnTo>
                  <a:cubicBezTo>
                    <a:pt x="14648" y="9671"/>
                    <a:pt x="14532" y="8046"/>
                    <a:pt x="13710" y="6050"/>
                  </a:cubicBezTo>
                  <a:cubicBezTo>
                    <a:pt x="14297" y="5163"/>
                    <a:pt x="14733" y="4157"/>
                    <a:pt x="14867" y="3789"/>
                  </a:cubicBezTo>
                  <a:cubicBezTo>
                    <a:pt x="15754" y="4006"/>
                    <a:pt x="16509" y="4358"/>
                    <a:pt x="17095" y="4928"/>
                  </a:cubicBezTo>
                  <a:cubicBezTo>
                    <a:pt x="17095" y="4895"/>
                    <a:pt x="17079" y="4877"/>
                    <a:pt x="17062" y="4861"/>
                  </a:cubicBezTo>
                  <a:lnTo>
                    <a:pt x="17062" y="4844"/>
                  </a:lnTo>
                  <a:cubicBezTo>
                    <a:pt x="17012" y="4743"/>
                    <a:pt x="16961" y="4643"/>
                    <a:pt x="16912" y="4560"/>
                  </a:cubicBezTo>
                  <a:lnTo>
                    <a:pt x="16912" y="4542"/>
                  </a:lnTo>
                  <a:cubicBezTo>
                    <a:pt x="16861" y="4459"/>
                    <a:pt x="16811" y="4358"/>
                    <a:pt x="16760" y="4258"/>
                  </a:cubicBezTo>
                  <a:cubicBezTo>
                    <a:pt x="16744" y="4240"/>
                    <a:pt x="16744" y="4224"/>
                    <a:pt x="16726" y="4207"/>
                  </a:cubicBezTo>
                  <a:cubicBezTo>
                    <a:pt x="16677" y="4124"/>
                    <a:pt x="16643" y="4039"/>
                    <a:pt x="16592" y="3972"/>
                  </a:cubicBezTo>
                  <a:cubicBezTo>
                    <a:pt x="16525" y="3872"/>
                    <a:pt x="16476" y="3771"/>
                    <a:pt x="16409" y="3671"/>
                  </a:cubicBezTo>
                  <a:cubicBezTo>
                    <a:pt x="16342" y="3587"/>
                    <a:pt x="16291" y="3503"/>
                    <a:pt x="16224" y="3420"/>
                  </a:cubicBezTo>
                  <a:cubicBezTo>
                    <a:pt x="16208" y="3402"/>
                    <a:pt x="16190" y="3369"/>
                    <a:pt x="16174" y="3335"/>
                  </a:cubicBezTo>
                  <a:cubicBezTo>
                    <a:pt x="16123" y="3286"/>
                    <a:pt x="16090" y="3235"/>
                    <a:pt x="16056" y="3185"/>
                  </a:cubicBezTo>
                  <a:cubicBezTo>
                    <a:pt x="16023" y="3152"/>
                    <a:pt x="15989" y="3118"/>
                    <a:pt x="15973" y="3085"/>
                  </a:cubicBezTo>
                  <a:cubicBezTo>
                    <a:pt x="15939" y="3034"/>
                    <a:pt x="15906" y="3000"/>
                    <a:pt x="15872" y="2951"/>
                  </a:cubicBezTo>
                  <a:cubicBezTo>
                    <a:pt x="15839" y="2917"/>
                    <a:pt x="15805" y="2884"/>
                    <a:pt x="15772" y="2833"/>
                  </a:cubicBezTo>
                  <a:lnTo>
                    <a:pt x="15671" y="2732"/>
                  </a:lnTo>
                  <a:cubicBezTo>
                    <a:pt x="15638" y="2682"/>
                    <a:pt x="15604" y="2649"/>
                    <a:pt x="15571" y="2615"/>
                  </a:cubicBezTo>
                  <a:lnTo>
                    <a:pt x="15470" y="2515"/>
                  </a:lnTo>
                  <a:cubicBezTo>
                    <a:pt x="15437" y="2464"/>
                    <a:pt x="15403" y="2430"/>
                    <a:pt x="15370" y="2397"/>
                  </a:cubicBezTo>
                  <a:lnTo>
                    <a:pt x="15269" y="2296"/>
                  </a:lnTo>
                  <a:lnTo>
                    <a:pt x="15151" y="2180"/>
                  </a:lnTo>
                  <a:cubicBezTo>
                    <a:pt x="15118" y="2146"/>
                    <a:pt x="15084" y="2129"/>
                    <a:pt x="15068" y="2095"/>
                  </a:cubicBezTo>
                  <a:cubicBezTo>
                    <a:pt x="15017" y="2062"/>
                    <a:pt x="14983" y="2012"/>
                    <a:pt x="14934" y="1979"/>
                  </a:cubicBezTo>
                  <a:lnTo>
                    <a:pt x="14849" y="1894"/>
                  </a:lnTo>
                  <a:cubicBezTo>
                    <a:pt x="14800" y="1861"/>
                    <a:pt x="14749" y="1827"/>
                    <a:pt x="14715" y="1777"/>
                  </a:cubicBezTo>
                  <a:cubicBezTo>
                    <a:pt x="14682" y="1760"/>
                    <a:pt x="14648" y="1744"/>
                    <a:pt x="14632" y="1710"/>
                  </a:cubicBezTo>
                  <a:cubicBezTo>
                    <a:pt x="14581" y="1677"/>
                    <a:pt x="14532" y="1643"/>
                    <a:pt x="14481" y="1592"/>
                  </a:cubicBezTo>
                  <a:cubicBezTo>
                    <a:pt x="14465" y="1576"/>
                    <a:pt x="14431" y="1559"/>
                    <a:pt x="14414" y="1543"/>
                  </a:cubicBezTo>
                  <a:cubicBezTo>
                    <a:pt x="14347" y="1509"/>
                    <a:pt x="14297" y="1458"/>
                    <a:pt x="14246" y="1425"/>
                  </a:cubicBezTo>
                  <a:cubicBezTo>
                    <a:pt x="14230" y="1409"/>
                    <a:pt x="14196" y="1391"/>
                    <a:pt x="14179" y="1375"/>
                  </a:cubicBezTo>
                  <a:cubicBezTo>
                    <a:pt x="14129" y="1324"/>
                    <a:pt x="14062" y="1291"/>
                    <a:pt x="14011" y="1257"/>
                  </a:cubicBezTo>
                  <a:cubicBezTo>
                    <a:pt x="13995" y="1241"/>
                    <a:pt x="13978" y="1224"/>
                    <a:pt x="13944" y="1208"/>
                  </a:cubicBezTo>
                  <a:cubicBezTo>
                    <a:pt x="13895" y="1174"/>
                    <a:pt x="13828" y="1141"/>
                    <a:pt x="13777" y="1090"/>
                  </a:cubicBezTo>
                  <a:cubicBezTo>
                    <a:pt x="13761" y="1090"/>
                    <a:pt x="13743" y="1074"/>
                    <a:pt x="13710" y="1056"/>
                  </a:cubicBezTo>
                  <a:cubicBezTo>
                    <a:pt x="13660" y="1023"/>
                    <a:pt x="13593" y="989"/>
                    <a:pt x="13526" y="939"/>
                  </a:cubicBezTo>
                  <a:cubicBezTo>
                    <a:pt x="13509" y="939"/>
                    <a:pt x="13493" y="922"/>
                    <a:pt x="13475" y="922"/>
                  </a:cubicBezTo>
                  <a:cubicBezTo>
                    <a:pt x="13408" y="872"/>
                    <a:pt x="13341" y="839"/>
                    <a:pt x="13274" y="805"/>
                  </a:cubicBezTo>
                  <a:cubicBezTo>
                    <a:pt x="13274" y="805"/>
                    <a:pt x="13258" y="788"/>
                    <a:pt x="13240" y="788"/>
                  </a:cubicBezTo>
                  <a:cubicBezTo>
                    <a:pt x="13173" y="738"/>
                    <a:pt x="13106" y="705"/>
                    <a:pt x="13023" y="671"/>
                  </a:cubicBezTo>
                  <a:lnTo>
                    <a:pt x="12822" y="571"/>
                  </a:lnTo>
                  <a:lnTo>
                    <a:pt x="12503" y="772"/>
                  </a:lnTo>
                  <a:cubicBezTo>
                    <a:pt x="11435" y="560"/>
                    <a:pt x="10294" y="515"/>
                    <a:pt x="9559" y="515"/>
                  </a:cubicBezTo>
                  <a:cubicBezTo>
                    <a:pt x="9129" y="515"/>
                    <a:pt x="8838" y="531"/>
                    <a:pt x="8782" y="537"/>
                  </a:cubicBezTo>
                  <a:cubicBezTo>
                    <a:pt x="8699" y="504"/>
                    <a:pt x="8380" y="370"/>
                    <a:pt x="7962" y="269"/>
                  </a:cubicBezTo>
                  <a:cubicBezTo>
                    <a:pt x="7526" y="135"/>
                    <a:pt x="7023" y="17"/>
                    <a:pt x="6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21"/>
          <p:cNvGrpSpPr/>
          <p:nvPr/>
        </p:nvGrpSpPr>
        <p:grpSpPr>
          <a:xfrm>
            <a:off x="5406531" y="3380225"/>
            <a:ext cx="2766801" cy="1227927"/>
            <a:chOff x="5646625" y="3380225"/>
            <a:chExt cx="2286613" cy="1227927"/>
          </a:xfrm>
        </p:grpSpPr>
        <p:sp>
          <p:nvSpPr>
            <p:cNvPr id="343" name="Google Shape;343;p21"/>
            <p:cNvSpPr txBox="1"/>
            <p:nvPr/>
          </p:nvSpPr>
          <p:spPr>
            <a:xfrm>
              <a:off x="5646625" y="3380225"/>
              <a:ext cx="2286600" cy="461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Increased Vision</a:t>
              </a:r>
              <a:endParaRPr sz="18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5646638" y="3829052"/>
              <a:ext cx="22866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Increased number and length of cast rays to give the players better vision for better decisions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5" name="Google Shape;345;p21"/>
          <p:cNvGrpSpPr/>
          <p:nvPr/>
        </p:nvGrpSpPr>
        <p:grpSpPr>
          <a:xfrm>
            <a:off x="970606" y="3380225"/>
            <a:ext cx="2766801" cy="1217058"/>
            <a:chOff x="1210700" y="3380225"/>
            <a:chExt cx="2286613" cy="1217058"/>
          </a:xfrm>
        </p:grpSpPr>
        <p:sp>
          <p:nvSpPr>
            <p:cNvPr id="346" name="Google Shape;346;p21"/>
            <p:cNvSpPr txBox="1"/>
            <p:nvPr/>
          </p:nvSpPr>
          <p:spPr>
            <a:xfrm>
              <a:off x="1210700" y="3380225"/>
              <a:ext cx="2286600" cy="46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5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Duplicated Players</a:t>
              </a:r>
              <a:endParaRPr sz="1800" dirty="0">
                <a:solidFill>
                  <a:schemeClr val="accent5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1210713" y="3911183"/>
              <a:ext cx="2286600" cy="68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Increased the size of the team to 4 from 2 for more teamwork potential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8" name="Google Shape;348;p21"/>
          <p:cNvGrpSpPr/>
          <p:nvPr/>
        </p:nvGrpSpPr>
        <p:grpSpPr>
          <a:xfrm>
            <a:off x="1480700" y="906948"/>
            <a:ext cx="1679106" cy="2151950"/>
            <a:chOff x="1480700" y="906948"/>
            <a:chExt cx="1679106" cy="2151950"/>
          </a:xfrm>
        </p:grpSpPr>
        <p:sp>
          <p:nvSpPr>
            <p:cNvPr id="349" name="Google Shape;349;p21"/>
            <p:cNvSpPr/>
            <p:nvPr/>
          </p:nvSpPr>
          <p:spPr>
            <a:xfrm>
              <a:off x="1480700" y="2777499"/>
              <a:ext cx="1542300" cy="281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" name="Google Shape;350;p21"/>
            <p:cNvGrpSpPr/>
            <p:nvPr/>
          </p:nvGrpSpPr>
          <p:grpSpPr>
            <a:xfrm>
              <a:off x="1576564" y="906948"/>
              <a:ext cx="1583243" cy="2129343"/>
              <a:chOff x="1809036" y="968809"/>
              <a:chExt cx="1579610" cy="2124457"/>
            </a:xfrm>
          </p:grpSpPr>
          <p:sp>
            <p:nvSpPr>
              <p:cNvPr id="351" name="Google Shape;351;p21"/>
              <p:cNvSpPr/>
              <p:nvPr/>
            </p:nvSpPr>
            <p:spPr>
              <a:xfrm rot="-1133541">
                <a:off x="2841544" y="1008275"/>
                <a:ext cx="54907" cy="58767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786" extrusionOk="0">
                    <a:moveTo>
                      <a:pt x="876" y="0"/>
                    </a:moveTo>
                    <a:cubicBezTo>
                      <a:pt x="650" y="0"/>
                      <a:pt x="426" y="48"/>
                      <a:pt x="223" y="150"/>
                    </a:cubicBezTo>
                    <a:cubicBezTo>
                      <a:pt x="104" y="355"/>
                      <a:pt x="1" y="578"/>
                      <a:pt x="86" y="800"/>
                    </a:cubicBezTo>
                    <a:cubicBezTo>
                      <a:pt x="412" y="1708"/>
                      <a:pt x="1165" y="2358"/>
                      <a:pt x="2037" y="2785"/>
                    </a:cubicBezTo>
                    <a:lnTo>
                      <a:pt x="2037" y="2666"/>
                    </a:lnTo>
                    <a:cubicBezTo>
                      <a:pt x="2550" y="2135"/>
                      <a:pt x="2602" y="1229"/>
                      <a:pt x="2174" y="647"/>
                    </a:cubicBezTo>
                    <a:cubicBezTo>
                      <a:pt x="1880" y="234"/>
                      <a:pt x="1375" y="0"/>
                      <a:pt x="8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 rot="-1133541">
                <a:off x="2850511" y="1033240"/>
                <a:ext cx="79439" cy="148606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7045" extrusionOk="0">
                    <a:moveTo>
                      <a:pt x="2157" y="0"/>
                    </a:moveTo>
                    <a:cubicBezTo>
                      <a:pt x="1712" y="119"/>
                      <a:pt x="1335" y="343"/>
                      <a:pt x="1079" y="701"/>
                    </a:cubicBezTo>
                    <a:cubicBezTo>
                      <a:pt x="806" y="1061"/>
                      <a:pt x="651" y="1472"/>
                      <a:pt x="514" y="1900"/>
                    </a:cubicBezTo>
                    <a:cubicBezTo>
                      <a:pt x="0" y="3577"/>
                      <a:pt x="189" y="5357"/>
                      <a:pt x="874" y="6966"/>
                    </a:cubicBezTo>
                    <a:cubicBezTo>
                      <a:pt x="1054" y="7019"/>
                      <a:pt x="1240" y="7045"/>
                      <a:pt x="1426" y="7045"/>
                    </a:cubicBezTo>
                    <a:cubicBezTo>
                      <a:pt x="1664" y="7045"/>
                      <a:pt x="1902" y="7002"/>
                      <a:pt x="2123" y="6915"/>
                    </a:cubicBezTo>
                    <a:cubicBezTo>
                      <a:pt x="2499" y="6744"/>
                      <a:pt x="2825" y="6402"/>
                      <a:pt x="2944" y="6007"/>
                    </a:cubicBezTo>
                    <a:cubicBezTo>
                      <a:pt x="3047" y="5597"/>
                      <a:pt x="2876" y="5117"/>
                      <a:pt x="2551" y="4844"/>
                    </a:cubicBezTo>
                    <a:cubicBezTo>
                      <a:pt x="3047" y="4827"/>
                      <a:pt x="3476" y="4451"/>
                      <a:pt x="3595" y="3971"/>
                    </a:cubicBezTo>
                    <a:cubicBezTo>
                      <a:pt x="3732" y="3508"/>
                      <a:pt x="3595" y="2995"/>
                      <a:pt x="3304" y="2602"/>
                    </a:cubicBezTo>
                    <a:cubicBezTo>
                      <a:pt x="3681" y="2157"/>
                      <a:pt x="3766" y="1489"/>
                      <a:pt x="3526" y="941"/>
                    </a:cubicBezTo>
                    <a:cubicBezTo>
                      <a:pt x="3287" y="411"/>
                      <a:pt x="2739" y="35"/>
                      <a:pt x="21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 rot="-1133541">
                <a:off x="2266313" y="2304465"/>
                <a:ext cx="605858" cy="515133"/>
              </a:xfrm>
              <a:custGeom>
                <a:avLst/>
                <a:gdLst/>
                <a:ahLst/>
                <a:cxnLst/>
                <a:rect l="l" t="t" r="r" b="b"/>
                <a:pathLst>
                  <a:path w="28722" h="24421" extrusionOk="0">
                    <a:moveTo>
                      <a:pt x="19290" y="0"/>
                    </a:moveTo>
                    <a:lnTo>
                      <a:pt x="14224" y="8712"/>
                    </a:lnTo>
                    <a:cubicBezTo>
                      <a:pt x="13881" y="8780"/>
                      <a:pt x="13539" y="8883"/>
                      <a:pt x="13197" y="8986"/>
                    </a:cubicBezTo>
                    <a:cubicBezTo>
                      <a:pt x="10476" y="9825"/>
                      <a:pt x="8027" y="11485"/>
                      <a:pt x="6247" y="13728"/>
                    </a:cubicBezTo>
                    <a:cubicBezTo>
                      <a:pt x="5204" y="15028"/>
                      <a:pt x="4417" y="16517"/>
                      <a:pt x="3458" y="17870"/>
                    </a:cubicBezTo>
                    <a:cubicBezTo>
                      <a:pt x="2499" y="19239"/>
                      <a:pt x="1507" y="20762"/>
                      <a:pt x="1" y="21789"/>
                    </a:cubicBezTo>
                    <a:cubicBezTo>
                      <a:pt x="709" y="24194"/>
                      <a:pt x="2039" y="24420"/>
                      <a:pt x="2513" y="24420"/>
                    </a:cubicBezTo>
                    <a:cubicBezTo>
                      <a:pt x="2623" y="24420"/>
                      <a:pt x="2687" y="24408"/>
                      <a:pt x="2687" y="24408"/>
                    </a:cubicBezTo>
                    <a:cubicBezTo>
                      <a:pt x="8388" y="22918"/>
                      <a:pt x="14823" y="18999"/>
                      <a:pt x="19890" y="15439"/>
                    </a:cubicBezTo>
                    <a:cubicBezTo>
                      <a:pt x="25025" y="11810"/>
                      <a:pt x="28722" y="8558"/>
                      <a:pt x="28722" y="8558"/>
                    </a:cubicBezTo>
                    <a:lnTo>
                      <a:pt x="28379" y="6265"/>
                    </a:lnTo>
                    <a:lnTo>
                      <a:pt x="19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 rot="-1133541">
                <a:off x="2311337" y="2836251"/>
                <a:ext cx="146602" cy="221338"/>
              </a:xfrm>
              <a:custGeom>
                <a:avLst/>
                <a:gdLst/>
                <a:ahLst/>
                <a:cxnLst/>
                <a:rect l="l" t="t" r="r" b="b"/>
                <a:pathLst>
                  <a:path w="6950" h="10493" extrusionOk="0">
                    <a:moveTo>
                      <a:pt x="3852" y="1"/>
                    </a:moveTo>
                    <a:lnTo>
                      <a:pt x="2225" y="1078"/>
                    </a:lnTo>
                    <a:lnTo>
                      <a:pt x="0" y="2550"/>
                    </a:lnTo>
                    <a:lnTo>
                      <a:pt x="5923" y="10492"/>
                    </a:lnTo>
                    <a:cubicBezTo>
                      <a:pt x="6385" y="9910"/>
                      <a:pt x="6676" y="9260"/>
                      <a:pt x="6830" y="8575"/>
                    </a:cubicBezTo>
                    <a:cubicBezTo>
                      <a:pt x="6881" y="8336"/>
                      <a:pt x="6915" y="8096"/>
                      <a:pt x="6933" y="7856"/>
                    </a:cubicBezTo>
                    <a:cubicBezTo>
                      <a:pt x="6950" y="7548"/>
                      <a:pt x="6933" y="7240"/>
                      <a:pt x="6881" y="6932"/>
                    </a:cubicBezTo>
                    <a:cubicBezTo>
                      <a:pt x="6847" y="6727"/>
                      <a:pt x="6796" y="6505"/>
                      <a:pt x="6728" y="6299"/>
                    </a:cubicBezTo>
                    <a:cubicBezTo>
                      <a:pt x="6659" y="6060"/>
                      <a:pt x="6573" y="5837"/>
                      <a:pt x="6470" y="5615"/>
                    </a:cubicBezTo>
                    <a:cubicBezTo>
                      <a:pt x="6436" y="5529"/>
                      <a:pt x="6402" y="5444"/>
                      <a:pt x="6351" y="5375"/>
                    </a:cubicBezTo>
                    <a:cubicBezTo>
                      <a:pt x="6128" y="4947"/>
                      <a:pt x="6009" y="4485"/>
                      <a:pt x="5975" y="4022"/>
                    </a:cubicBezTo>
                    <a:cubicBezTo>
                      <a:pt x="5957" y="3783"/>
                      <a:pt x="5975" y="3561"/>
                      <a:pt x="6009" y="3321"/>
                    </a:cubicBezTo>
                    <a:lnTo>
                      <a:pt x="6060" y="2961"/>
                    </a:lnTo>
                    <a:lnTo>
                      <a:pt x="38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 rot="-1133541">
                <a:off x="2298758" y="2874355"/>
                <a:ext cx="66825" cy="84882"/>
              </a:xfrm>
              <a:custGeom>
                <a:avLst/>
                <a:gdLst/>
                <a:ahLst/>
                <a:cxnLst/>
                <a:rect l="l" t="t" r="r" b="b"/>
                <a:pathLst>
                  <a:path w="3168" h="4024" extrusionOk="0">
                    <a:moveTo>
                      <a:pt x="2225" y="0"/>
                    </a:moveTo>
                    <a:lnTo>
                      <a:pt x="0" y="1472"/>
                    </a:lnTo>
                    <a:lnTo>
                      <a:pt x="1901" y="4023"/>
                    </a:lnTo>
                    <a:cubicBezTo>
                      <a:pt x="2996" y="2979"/>
                      <a:pt x="3168" y="1267"/>
                      <a:pt x="2243" y="18"/>
                    </a:cubicBezTo>
                    <a:lnTo>
                      <a:pt x="22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 rot="-1133541">
                <a:off x="2400764" y="2905877"/>
                <a:ext cx="41534" cy="35606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688" extrusionOk="0">
                    <a:moveTo>
                      <a:pt x="770" y="0"/>
                    </a:moveTo>
                    <a:cubicBezTo>
                      <a:pt x="405" y="0"/>
                      <a:pt x="81" y="273"/>
                      <a:pt x="35" y="643"/>
                    </a:cubicBezTo>
                    <a:cubicBezTo>
                      <a:pt x="1" y="848"/>
                      <a:pt x="51" y="1054"/>
                      <a:pt x="172" y="1209"/>
                    </a:cubicBezTo>
                    <a:cubicBezTo>
                      <a:pt x="291" y="1362"/>
                      <a:pt x="462" y="1465"/>
                      <a:pt x="668" y="1499"/>
                    </a:cubicBezTo>
                    <a:lnTo>
                      <a:pt x="1968" y="1688"/>
                    </a:lnTo>
                    <a:cubicBezTo>
                      <a:pt x="1934" y="1602"/>
                      <a:pt x="1900" y="1517"/>
                      <a:pt x="1849" y="1448"/>
                    </a:cubicBezTo>
                    <a:cubicBezTo>
                      <a:pt x="1626" y="1020"/>
                      <a:pt x="1507" y="558"/>
                      <a:pt x="1473" y="95"/>
                    </a:cubicBezTo>
                    <a:lnTo>
                      <a:pt x="891" y="10"/>
                    </a:lnTo>
                    <a:cubicBezTo>
                      <a:pt x="850" y="4"/>
                      <a:pt x="810" y="0"/>
                      <a:pt x="7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 rot="-1133541">
                <a:off x="2409089" y="2947653"/>
                <a:ext cx="58135" cy="38053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1804" extrusionOk="0">
                    <a:moveTo>
                      <a:pt x="790" y="1"/>
                    </a:moveTo>
                    <a:cubicBezTo>
                      <a:pt x="418" y="1"/>
                      <a:pt x="81" y="262"/>
                      <a:pt x="35" y="639"/>
                    </a:cubicBezTo>
                    <a:cubicBezTo>
                      <a:pt x="1" y="845"/>
                      <a:pt x="51" y="1050"/>
                      <a:pt x="172" y="1205"/>
                    </a:cubicBezTo>
                    <a:cubicBezTo>
                      <a:pt x="291" y="1358"/>
                      <a:pt x="462" y="1479"/>
                      <a:pt x="667" y="1495"/>
                    </a:cubicBezTo>
                    <a:lnTo>
                      <a:pt x="2739" y="1803"/>
                    </a:lnTo>
                    <a:cubicBezTo>
                      <a:pt x="2756" y="1495"/>
                      <a:pt x="2739" y="1187"/>
                      <a:pt x="2687" y="879"/>
                    </a:cubicBezTo>
                    <a:cubicBezTo>
                      <a:pt x="2653" y="674"/>
                      <a:pt x="2602" y="452"/>
                      <a:pt x="2534" y="246"/>
                    </a:cubicBezTo>
                    <a:lnTo>
                      <a:pt x="891" y="7"/>
                    </a:lnTo>
                    <a:cubicBezTo>
                      <a:pt x="857" y="3"/>
                      <a:pt x="824" y="1"/>
                      <a:pt x="7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 rot="-1133541">
                <a:off x="2305864" y="2894552"/>
                <a:ext cx="142278" cy="180542"/>
              </a:xfrm>
              <a:custGeom>
                <a:avLst/>
                <a:gdLst/>
                <a:ahLst/>
                <a:cxnLst/>
                <a:rect l="l" t="t" r="r" b="b"/>
                <a:pathLst>
                  <a:path w="6745" h="8559" extrusionOk="0">
                    <a:moveTo>
                      <a:pt x="822" y="0"/>
                    </a:moveTo>
                    <a:lnTo>
                      <a:pt x="1" y="616"/>
                    </a:lnTo>
                    <a:lnTo>
                      <a:pt x="5923" y="8558"/>
                    </a:lnTo>
                    <a:lnTo>
                      <a:pt x="6745" y="794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 rot="-1133541">
                <a:off x="2424535" y="3029315"/>
                <a:ext cx="29257" cy="32168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525" extrusionOk="0">
                    <a:moveTo>
                      <a:pt x="377" y="0"/>
                    </a:moveTo>
                    <a:lnTo>
                      <a:pt x="0" y="737"/>
                    </a:lnTo>
                    <a:lnTo>
                      <a:pt x="582" y="1524"/>
                    </a:lnTo>
                    <a:lnTo>
                      <a:pt x="1386" y="1369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 rot="-1133541">
                <a:off x="2358281" y="2984061"/>
                <a:ext cx="29278" cy="32168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1525" extrusionOk="0">
                    <a:moveTo>
                      <a:pt x="377" y="0"/>
                    </a:moveTo>
                    <a:lnTo>
                      <a:pt x="0" y="737"/>
                    </a:lnTo>
                    <a:lnTo>
                      <a:pt x="582" y="1524"/>
                    </a:lnTo>
                    <a:lnTo>
                      <a:pt x="1387" y="1370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 rot="-1133541">
                <a:off x="2302025" y="2519033"/>
                <a:ext cx="419557" cy="325605"/>
              </a:xfrm>
              <a:custGeom>
                <a:avLst/>
                <a:gdLst/>
                <a:ahLst/>
                <a:cxnLst/>
                <a:rect l="l" t="t" r="r" b="b"/>
                <a:pathLst>
                  <a:path w="19890" h="15436" extrusionOk="0">
                    <a:moveTo>
                      <a:pt x="13197" y="1"/>
                    </a:moveTo>
                    <a:cubicBezTo>
                      <a:pt x="10476" y="840"/>
                      <a:pt x="8027" y="2500"/>
                      <a:pt x="6247" y="4743"/>
                    </a:cubicBezTo>
                    <a:cubicBezTo>
                      <a:pt x="5204" y="6043"/>
                      <a:pt x="4417" y="7532"/>
                      <a:pt x="3458" y="8885"/>
                    </a:cubicBezTo>
                    <a:cubicBezTo>
                      <a:pt x="2499" y="10254"/>
                      <a:pt x="1507" y="11777"/>
                      <a:pt x="1" y="12804"/>
                    </a:cubicBezTo>
                    <a:cubicBezTo>
                      <a:pt x="709" y="15209"/>
                      <a:pt x="2039" y="15435"/>
                      <a:pt x="2513" y="15435"/>
                    </a:cubicBezTo>
                    <a:cubicBezTo>
                      <a:pt x="2623" y="15435"/>
                      <a:pt x="2687" y="15423"/>
                      <a:pt x="2687" y="15423"/>
                    </a:cubicBezTo>
                    <a:cubicBezTo>
                      <a:pt x="8388" y="13933"/>
                      <a:pt x="14823" y="10014"/>
                      <a:pt x="19890" y="6454"/>
                    </a:cubicBezTo>
                    <a:cubicBezTo>
                      <a:pt x="17681" y="2328"/>
                      <a:pt x="14892" y="651"/>
                      <a:pt x="131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 rot="-1133541">
                <a:off x="2506580" y="2484984"/>
                <a:ext cx="180922" cy="154934"/>
              </a:xfrm>
              <a:custGeom>
                <a:avLst/>
                <a:gdLst/>
                <a:ahLst/>
                <a:cxnLst/>
                <a:rect l="l" t="t" r="r" b="b"/>
                <a:pathLst>
                  <a:path w="8577" h="7345" extrusionOk="0">
                    <a:moveTo>
                      <a:pt x="1884" y="1"/>
                    </a:moveTo>
                    <a:cubicBezTo>
                      <a:pt x="1233" y="206"/>
                      <a:pt x="600" y="446"/>
                      <a:pt x="1" y="737"/>
                    </a:cubicBezTo>
                    <a:cubicBezTo>
                      <a:pt x="1525" y="1199"/>
                      <a:pt x="4777" y="2705"/>
                      <a:pt x="7276" y="7344"/>
                    </a:cubicBezTo>
                    <a:cubicBezTo>
                      <a:pt x="7721" y="7053"/>
                      <a:pt x="8148" y="6744"/>
                      <a:pt x="8577" y="6454"/>
                    </a:cubicBezTo>
                    <a:cubicBezTo>
                      <a:pt x="6368" y="2328"/>
                      <a:pt x="3579" y="651"/>
                      <a:pt x="1884" y="1"/>
                    </a:cubicBezTo>
                    <a:close/>
                  </a:path>
                </a:pathLst>
              </a:custGeom>
              <a:solidFill>
                <a:srgbClr val="BDE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 rot="-1133541">
                <a:off x="2250060" y="2163700"/>
                <a:ext cx="280190" cy="267639"/>
              </a:xfrm>
              <a:custGeom>
                <a:avLst/>
                <a:gdLst/>
                <a:ahLst/>
                <a:cxnLst/>
                <a:rect l="l" t="t" r="r" b="b"/>
                <a:pathLst>
                  <a:path w="13283" h="12688" extrusionOk="0">
                    <a:moveTo>
                      <a:pt x="4366" y="0"/>
                    </a:moveTo>
                    <a:cubicBezTo>
                      <a:pt x="3236" y="1421"/>
                      <a:pt x="0" y="9619"/>
                      <a:pt x="3903" y="12273"/>
                    </a:cubicBezTo>
                    <a:cubicBezTo>
                      <a:pt x="4330" y="12564"/>
                      <a:pt x="4841" y="12688"/>
                      <a:pt x="5401" y="12688"/>
                    </a:cubicBezTo>
                    <a:cubicBezTo>
                      <a:pt x="8563" y="12688"/>
                      <a:pt x="13283" y="8747"/>
                      <a:pt x="13283" y="8747"/>
                    </a:cubicBezTo>
                    <a:lnTo>
                      <a:pt x="10955" y="4998"/>
                    </a:lnTo>
                    <a:lnTo>
                      <a:pt x="43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 rot="-1133541">
                <a:off x="2534462" y="1933442"/>
                <a:ext cx="452400" cy="468326"/>
              </a:xfrm>
              <a:custGeom>
                <a:avLst/>
                <a:gdLst/>
                <a:ahLst/>
                <a:cxnLst/>
                <a:rect l="l" t="t" r="r" b="b"/>
                <a:pathLst>
                  <a:path w="21447" h="22202" extrusionOk="0">
                    <a:moveTo>
                      <a:pt x="8575" y="1"/>
                    </a:moveTo>
                    <a:lnTo>
                      <a:pt x="1" y="14070"/>
                    </a:lnTo>
                    <a:cubicBezTo>
                      <a:pt x="1044" y="16485"/>
                      <a:pt x="3458" y="18452"/>
                      <a:pt x="5700" y="19839"/>
                    </a:cubicBezTo>
                    <a:cubicBezTo>
                      <a:pt x="5957" y="19993"/>
                      <a:pt x="6213" y="20147"/>
                      <a:pt x="6453" y="20284"/>
                    </a:cubicBezTo>
                    <a:cubicBezTo>
                      <a:pt x="8610" y="21533"/>
                      <a:pt x="10442" y="22201"/>
                      <a:pt x="10442" y="22201"/>
                    </a:cubicBezTo>
                    <a:cubicBezTo>
                      <a:pt x="11743" y="20866"/>
                      <a:pt x="12872" y="19616"/>
                      <a:pt x="13881" y="18418"/>
                    </a:cubicBezTo>
                    <a:cubicBezTo>
                      <a:pt x="14087" y="18178"/>
                      <a:pt x="14292" y="17939"/>
                      <a:pt x="14481" y="17699"/>
                    </a:cubicBezTo>
                    <a:cubicBezTo>
                      <a:pt x="21241" y="9467"/>
                      <a:pt x="21447" y="4896"/>
                      <a:pt x="21447" y="4896"/>
                    </a:cubicBezTo>
                    <a:lnTo>
                      <a:pt x="19838" y="2637"/>
                    </a:lnTo>
                    <a:lnTo>
                      <a:pt x="857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 rot="-1133541">
                <a:off x="2708343" y="2296354"/>
                <a:ext cx="185267" cy="60455"/>
              </a:xfrm>
              <a:custGeom>
                <a:avLst/>
                <a:gdLst/>
                <a:ahLst/>
                <a:cxnLst/>
                <a:rect l="l" t="t" r="r" b="b"/>
                <a:pathLst>
                  <a:path w="8783" h="2866" extrusionOk="0">
                    <a:moveTo>
                      <a:pt x="6440" y="1"/>
                    </a:moveTo>
                    <a:cubicBezTo>
                      <a:pt x="4096" y="1"/>
                      <a:pt x="1826" y="839"/>
                      <a:pt x="1" y="2420"/>
                    </a:cubicBezTo>
                    <a:cubicBezTo>
                      <a:pt x="258" y="2574"/>
                      <a:pt x="514" y="2728"/>
                      <a:pt x="754" y="2865"/>
                    </a:cubicBezTo>
                    <a:cubicBezTo>
                      <a:pt x="2396" y="1530"/>
                      <a:pt x="4382" y="830"/>
                      <a:pt x="6435" y="830"/>
                    </a:cubicBezTo>
                    <a:cubicBezTo>
                      <a:pt x="7014" y="830"/>
                      <a:pt x="7599" y="886"/>
                      <a:pt x="8182" y="999"/>
                    </a:cubicBezTo>
                    <a:cubicBezTo>
                      <a:pt x="8388" y="759"/>
                      <a:pt x="8593" y="520"/>
                      <a:pt x="8782" y="280"/>
                    </a:cubicBezTo>
                    <a:cubicBezTo>
                      <a:pt x="8002" y="93"/>
                      <a:pt x="7217" y="1"/>
                      <a:pt x="64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 rot="-1133541">
                <a:off x="2265779" y="1847108"/>
                <a:ext cx="427172" cy="459994"/>
              </a:xfrm>
              <a:custGeom>
                <a:avLst/>
                <a:gdLst/>
                <a:ahLst/>
                <a:cxnLst/>
                <a:rect l="l" t="t" r="r" b="b"/>
                <a:pathLst>
                  <a:path w="20251" h="21807" extrusionOk="0">
                    <a:moveTo>
                      <a:pt x="11640" y="0"/>
                    </a:moveTo>
                    <a:cubicBezTo>
                      <a:pt x="8611" y="1883"/>
                      <a:pt x="5615" y="5238"/>
                      <a:pt x="3408" y="8045"/>
                    </a:cubicBezTo>
                    <a:cubicBezTo>
                      <a:pt x="3202" y="8319"/>
                      <a:pt x="2997" y="8576"/>
                      <a:pt x="2791" y="8832"/>
                    </a:cubicBezTo>
                    <a:cubicBezTo>
                      <a:pt x="1096" y="11075"/>
                      <a:pt x="1" y="12787"/>
                      <a:pt x="1" y="12787"/>
                    </a:cubicBezTo>
                    <a:cubicBezTo>
                      <a:pt x="327" y="14309"/>
                      <a:pt x="959" y="15610"/>
                      <a:pt x="1765" y="16689"/>
                    </a:cubicBezTo>
                    <a:cubicBezTo>
                      <a:pt x="1918" y="16929"/>
                      <a:pt x="2107" y="17151"/>
                      <a:pt x="2294" y="17374"/>
                    </a:cubicBezTo>
                    <a:cubicBezTo>
                      <a:pt x="4485" y="19907"/>
                      <a:pt x="7516" y="21174"/>
                      <a:pt x="8782" y="21619"/>
                    </a:cubicBezTo>
                    <a:cubicBezTo>
                      <a:pt x="9159" y="21756"/>
                      <a:pt x="9398" y="21806"/>
                      <a:pt x="9398" y="21806"/>
                    </a:cubicBezTo>
                    <a:cubicBezTo>
                      <a:pt x="15252" y="16963"/>
                      <a:pt x="20250" y="8439"/>
                      <a:pt x="20250" y="8439"/>
                    </a:cubicBezTo>
                    <a:lnTo>
                      <a:pt x="14858" y="1079"/>
                    </a:lnTo>
                    <a:lnTo>
                      <a:pt x="14739" y="890"/>
                    </a:lnTo>
                    <a:lnTo>
                      <a:pt x="116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 rot="-1133541">
                <a:off x="2323242" y="2062300"/>
                <a:ext cx="58852" cy="196806"/>
              </a:xfrm>
              <a:custGeom>
                <a:avLst/>
                <a:gdLst/>
                <a:ahLst/>
                <a:cxnLst/>
                <a:rect l="l" t="t" r="r" b="b"/>
                <a:pathLst>
                  <a:path w="2790" h="9330" extrusionOk="0">
                    <a:moveTo>
                      <a:pt x="1644" y="1"/>
                    </a:moveTo>
                    <a:lnTo>
                      <a:pt x="1644" y="1"/>
                    </a:lnTo>
                    <a:cubicBezTo>
                      <a:pt x="1438" y="258"/>
                      <a:pt x="1233" y="532"/>
                      <a:pt x="1027" y="788"/>
                    </a:cubicBezTo>
                    <a:cubicBezTo>
                      <a:pt x="1831" y="3527"/>
                      <a:pt x="1473" y="6283"/>
                      <a:pt x="1" y="8645"/>
                    </a:cubicBezTo>
                    <a:cubicBezTo>
                      <a:pt x="154" y="8885"/>
                      <a:pt x="343" y="9107"/>
                      <a:pt x="530" y="9330"/>
                    </a:cubicBezTo>
                    <a:cubicBezTo>
                      <a:pt x="2363" y="6557"/>
                      <a:pt x="2790" y="3237"/>
                      <a:pt x="1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 rot="-1133541">
                <a:off x="2920399" y="1686257"/>
                <a:ext cx="382748" cy="591788"/>
              </a:xfrm>
              <a:custGeom>
                <a:avLst/>
                <a:gdLst/>
                <a:ahLst/>
                <a:cxnLst/>
                <a:rect l="l" t="t" r="r" b="b"/>
                <a:pathLst>
                  <a:path w="18145" h="28055" extrusionOk="0">
                    <a:moveTo>
                      <a:pt x="17014" y="1"/>
                    </a:moveTo>
                    <a:lnTo>
                      <a:pt x="10151" y="361"/>
                    </a:lnTo>
                    <a:cubicBezTo>
                      <a:pt x="10220" y="9775"/>
                      <a:pt x="4793" y="19308"/>
                      <a:pt x="3750" y="20164"/>
                    </a:cubicBezTo>
                    <a:cubicBezTo>
                      <a:pt x="2689" y="21020"/>
                      <a:pt x="1" y="23005"/>
                      <a:pt x="566" y="23450"/>
                    </a:cubicBezTo>
                    <a:cubicBezTo>
                      <a:pt x="670" y="23532"/>
                      <a:pt x="805" y="23565"/>
                      <a:pt x="957" y="23565"/>
                    </a:cubicBezTo>
                    <a:cubicBezTo>
                      <a:pt x="1637" y="23565"/>
                      <a:pt x="2654" y="22903"/>
                      <a:pt x="2654" y="22903"/>
                    </a:cubicBezTo>
                    <a:lnTo>
                      <a:pt x="2654" y="22903"/>
                    </a:lnTo>
                    <a:cubicBezTo>
                      <a:pt x="2654" y="22903"/>
                      <a:pt x="1011" y="27097"/>
                      <a:pt x="1712" y="27165"/>
                    </a:cubicBezTo>
                    <a:cubicBezTo>
                      <a:pt x="1718" y="27166"/>
                      <a:pt x="1723" y="27166"/>
                      <a:pt x="1728" y="27166"/>
                    </a:cubicBezTo>
                    <a:cubicBezTo>
                      <a:pt x="2421" y="27166"/>
                      <a:pt x="3989" y="23862"/>
                      <a:pt x="3990" y="23861"/>
                    </a:cubicBezTo>
                    <a:lnTo>
                      <a:pt x="3990" y="23861"/>
                    </a:lnTo>
                    <a:cubicBezTo>
                      <a:pt x="3989" y="23862"/>
                      <a:pt x="2603" y="27850"/>
                      <a:pt x="3271" y="28038"/>
                    </a:cubicBezTo>
                    <a:cubicBezTo>
                      <a:pt x="3287" y="28042"/>
                      <a:pt x="3303" y="28045"/>
                      <a:pt x="3321" y="28045"/>
                    </a:cubicBezTo>
                    <a:cubicBezTo>
                      <a:pt x="3984" y="28045"/>
                      <a:pt x="5461" y="24654"/>
                      <a:pt x="5528" y="24501"/>
                    </a:cubicBezTo>
                    <a:lnTo>
                      <a:pt x="5528" y="24501"/>
                    </a:lnTo>
                    <a:cubicBezTo>
                      <a:pt x="5464" y="24647"/>
                      <a:pt x="4127" y="27770"/>
                      <a:pt x="4896" y="28038"/>
                    </a:cubicBezTo>
                    <a:cubicBezTo>
                      <a:pt x="4926" y="28049"/>
                      <a:pt x="4957" y="28054"/>
                      <a:pt x="4988" y="28054"/>
                    </a:cubicBezTo>
                    <a:cubicBezTo>
                      <a:pt x="5778" y="28054"/>
                      <a:pt x="7139" y="24701"/>
                      <a:pt x="7139" y="24701"/>
                    </a:cubicBezTo>
                    <a:lnTo>
                      <a:pt x="7139" y="24701"/>
                    </a:lnTo>
                    <a:cubicBezTo>
                      <a:pt x="7139" y="24701"/>
                      <a:pt x="6574" y="27353"/>
                      <a:pt x="7310" y="27627"/>
                    </a:cubicBezTo>
                    <a:cubicBezTo>
                      <a:pt x="7335" y="27636"/>
                      <a:pt x="7360" y="27641"/>
                      <a:pt x="7386" y="27641"/>
                    </a:cubicBezTo>
                    <a:cubicBezTo>
                      <a:pt x="8111" y="27641"/>
                      <a:pt x="9227" y="24084"/>
                      <a:pt x="9227" y="24084"/>
                    </a:cubicBezTo>
                    <a:cubicBezTo>
                      <a:pt x="17238" y="15560"/>
                      <a:pt x="18144" y="430"/>
                      <a:pt x="18144" y="430"/>
                    </a:cubicBezTo>
                    <a:lnTo>
                      <a:pt x="170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 rot="-1133541">
                <a:off x="1863990" y="1537926"/>
                <a:ext cx="571538" cy="434533"/>
              </a:xfrm>
              <a:custGeom>
                <a:avLst/>
                <a:gdLst/>
                <a:ahLst/>
                <a:cxnLst/>
                <a:rect l="l" t="t" r="r" b="b"/>
                <a:pathLst>
                  <a:path w="27095" h="20600" extrusionOk="0">
                    <a:moveTo>
                      <a:pt x="25931" y="1"/>
                    </a:moveTo>
                    <a:cubicBezTo>
                      <a:pt x="25931" y="1"/>
                      <a:pt x="11074" y="2945"/>
                      <a:pt x="3732" y="12051"/>
                    </a:cubicBezTo>
                    <a:cubicBezTo>
                      <a:pt x="3732" y="12051"/>
                      <a:pt x="103" y="13762"/>
                      <a:pt x="480" y="14430"/>
                    </a:cubicBezTo>
                    <a:cubicBezTo>
                      <a:pt x="578" y="14618"/>
                      <a:pt x="840" y="14686"/>
                      <a:pt x="1170" y="14686"/>
                    </a:cubicBezTo>
                    <a:cubicBezTo>
                      <a:pt x="2044" y="14686"/>
                      <a:pt x="3389" y="14207"/>
                      <a:pt x="3389" y="14207"/>
                    </a:cubicBezTo>
                    <a:lnTo>
                      <a:pt x="3389" y="14207"/>
                    </a:lnTo>
                    <a:cubicBezTo>
                      <a:pt x="3389" y="14208"/>
                      <a:pt x="0" y="16159"/>
                      <a:pt x="377" y="16877"/>
                    </a:cubicBezTo>
                    <a:cubicBezTo>
                      <a:pt x="442" y="17000"/>
                      <a:pt x="581" y="17051"/>
                      <a:pt x="766" y="17051"/>
                    </a:cubicBezTo>
                    <a:cubicBezTo>
                      <a:pt x="1673" y="17051"/>
                      <a:pt x="3704" y="15834"/>
                      <a:pt x="3812" y="15768"/>
                    </a:cubicBezTo>
                    <a:lnTo>
                      <a:pt x="3812" y="15768"/>
                    </a:lnTo>
                    <a:cubicBezTo>
                      <a:pt x="3672" y="15853"/>
                      <a:pt x="331" y="17883"/>
                      <a:pt x="599" y="18486"/>
                    </a:cubicBezTo>
                    <a:cubicBezTo>
                      <a:pt x="640" y="18576"/>
                      <a:pt x="751" y="18615"/>
                      <a:pt x="911" y="18615"/>
                    </a:cubicBezTo>
                    <a:cubicBezTo>
                      <a:pt x="1878" y="18615"/>
                      <a:pt x="4638" y="17204"/>
                      <a:pt x="4638" y="17203"/>
                    </a:cubicBezTo>
                    <a:lnTo>
                      <a:pt x="4638" y="17203"/>
                    </a:lnTo>
                    <a:cubicBezTo>
                      <a:pt x="4638" y="17204"/>
                      <a:pt x="1541" y="19240"/>
                      <a:pt x="1694" y="19924"/>
                    </a:cubicBezTo>
                    <a:cubicBezTo>
                      <a:pt x="1715" y="20016"/>
                      <a:pt x="1804" y="20056"/>
                      <a:pt x="1941" y="20056"/>
                    </a:cubicBezTo>
                    <a:cubicBezTo>
                      <a:pt x="2831" y="20056"/>
                      <a:pt x="5768" y="18402"/>
                      <a:pt x="5768" y="18401"/>
                    </a:cubicBezTo>
                    <a:lnTo>
                      <a:pt x="5768" y="18401"/>
                    </a:lnTo>
                    <a:cubicBezTo>
                      <a:pt x="5768" y="18402"/>
                      <a:pt x="5015" y="20045"/>
                      <a:pt x="5528" y="20540"/>
                    </a:cubicBezTo>
                    <a:cubicBezTo>
                      <a:pt x="5569" y="20581"/>
                      <a:pt x="5616" y="20600"/>
                      <a:pt x="5669" y="20600"/>
                    </a:cubicBezTo>
                    <a:cubicBezTo>
                      <a:pt x="6288" y="20600"/>
                      <a:pt x="7690" y="18019"/>
                      <a:pt x="8335" y="16964"/>
                    </a:cubicBezTo>
                    <a:cubicBezTo>
                      <a:pt x="9054" y="15800"/>
                      <a:pt x="17749" y="9124"/>
                      <a:pt x="27095" y="7908"/>
                    </a:cubicBezTo>
                    <a:lnTo>
                      <a:pt x="26513" y="1062"/>
                    </a:lnTo>
                    <a:lnTo>
                      <a:pt x="259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 rot="-1133541">
                <a:off x="2386039" y="1272177"/>
                <a:ext cx="683504" cy="753852"/>
              </a:xfrm>
              <a:custGeom>
                <a:avLst/>
                <a:gdLst/>
                <a:ahLst/>
                <a:cxnLst/>
                <a:rect l="l" t="t" r="r" b="b"/>
                <a:pathLst>
                  <a:path w="32403" h="35738" extrusionOk="0">
                    <a:moveTo>
                      <a:pt x="15450" y="1"/>
                    </a:moveTo>
                    <a:cubicBezTo>
                      <a:pt x="13211" y="1"/>
                      <a:pt x="11709" y="459"/>
                      <a:pt x="11709" y="459"/>
                    </a:cubicBezTo>
                    <a:lnTo>
                      <a:pt x="9125" y="8469"/>
                    </a:lnTo>
                    <a:lnTo>
                      <a:pt x="8388" y="10745"/>
                    </a:lnTo>
                    <a:lnTo>
                      <a:pt x="7019" y="14974"/>
                    </a:lnTo>
                    <a:cubicBezTo>
                      <a:pt x="3647" y="16839"/>
                      <a:pt x="1" y="22350"/>
                      <a:pt x="1" y="22350"/>
                    </a:cubicBezTo>
                    <a:cubicBezTo>
                      <a:pt x="1275" y="29662"/>
                      <a:pt x="12015" y="35737"/>
                      <a:pt x="18278" y="35737"/>
                    </a:cubicBezTo>
                    <a:cubicBezTo>
                      <a:pt x="19081" y="35737"/>
                      <a:pt x="19811" y="35637"/>
                      <a:pt x="20438" y="35427"/>
                    </a:cubicBezTo>
                    <a:cubicBezTo>
                      <a:pt x="20798" y="34931"/>
                      <a:pt x="21157" y="34400"/>
                      <a:pt x="21483" y="33887"/>
                    </a:cubicBezTo>
                    <a:cubicBezTo>
                      <a:pt x="28603" y="23035"/>
                      <a:pt x="32403" y="7751"/>
                      <a:pt x="32403" y="7751"/>
                    </a:cubicBezTo>
                    <a:cubicBezTo>
                      <a:pt x="30862" y="6192"/>
                      <a:pt x="29288" y="5200"/>
                      <a:pt x="28038" y="4601"/>
                    </a:cubicBezTo>
                    <a:cubicBezTo>
                      <a:pt x="26566" y="3865"/>
                      <a:pt x="25556" y="3659"/>
                      <a:pt x="25556" y="3659"/>
                    </a:cubicBezTo>
                    <a:cubicBezTo>
                      <a:pt x="23810" y="2205"/>
                      <a:pt x="22013" y="1297"/>
                      <a:pt x="20319" y="749"/>
                    </a:cubicBezTo>
                    <a:cubicBezTo>
                      <a:pt x="19308" y="425"/>
                      <a:pt x="18315" y="236"/>
                      <a:pt x="17409" y="117"/>
                    </a:cubicBezTo>
                    <a:lnTo>
                      <a:pt x="17391" y="117"/>
                    </a:lnTo>
                    <a:cubicBezTo>
                      <a:pt x="16701" y="33"/>
                      <a:pt x="16049" y="1"/>
                      <a:pt x="154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 rot="-1133541">
                <a:off x="2951204" y="1320368"/>
                <a:ext cx="219545" cy="384668"/>
              </a:xfrm>
              <a:custGeom>
                <a:avLst/>
                <a:gdLst/>
                <a:ahLst/>
                <a:cxnLst/>
                <a:rect l="l" t="t" r="r" b="b"/>
                <a:pathLst>
                  <a:path w="10408" h="18236" extrusionOk="0">
                    <a:moveTo>
                      <a:pt x="4348" y="1"/>
                    </a:moveTo>
                    <a:lnTo>
                      <a:pt x="2038" y="206"/>
                    </a:lnTo>
                    <a:lnTo>
                      <a:pt x="1" y="7224"/>
                    </a:lnTo>
                    <a:lnTo>
                      <a:pt x="943" y="15901"/>
                    </a:lnTo>
                    <a:lnTo>
                      <a:pt x="1148" y="17767"/>
                    </a:lnTo>
                    <a:cubicBezTo>
                      <a:pt x="2415" y="18107"/>
                      <a:pt x="3624" y="18235"/>
                      <a:pt x="4725" y="18235"/>
                    </a:cubicBezTo>
                    <a:cubicBezTo>
                      <a:pt x="8058" y="18235"/>
                      <a:pt x="10407" y="17065"/>
                      <a:pt x="10407" y="17065"/>
                    </a:cubicBezTo>
                    <a:cubicBezTo>
                      <a:pt x="10373" y="16364"/>
                      <a:pt x="10322" y="15679"/>
                      <a:pt x="10254" y="15029"/>
                    </a:cubicBezTo>
                    <a:cubicBezTo>
                      <a:pt x="9295" y="5752"/>
                      <a:pt x="4348" y="1"/>
                      <a:pt x="43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 rot="-1133541">
                <a:off x="2278612" y="1340860"/>
                <a:ext cx="402935" cy="255932"/>
              </a:xfrm>
              <a:custGeom>
                <a:avLst/>
                <a:gdLst/>
                <a:ahLst/>
                <a:cxnLst/>
                <a:rect l="l" t="t" r="r" b="b"/>
                <a:pathLst>
                  <a:path w="19102" h="12133" extrusionOk="0">
                    <a:moveTo>
                      <a:pt x="15928" y="0"/>
                    </a:moveTo>
                    <a:cubicBezTo>
                      <a:pt x="13326" y="0"/>
                      <a:pt x="9066" y="297"/>
                      <a:pt x="2944" y="1606"/>
                    </a:cubicBezTo>
                    <a:cubicBezTo>
                      <a:pt x="2910" y="1623"/>
                      <a:pt x="2876" y="1623"/>
                      <a:pt x="2841" y="1623"/>
                    </a:cubicBezTo>
                    <a:cubicBezTo>
                      <a:pt x="2191" y="1777"/>
                      <a:pt x="1523" y="1914"/>
                      <a:pt x="838" y="2086"/>
                    </a:cubicBezTo>
                    <a:cubicBezTo>
                      <a:pt x="838" y="2086"/>
                      <a:pt x="0" y="8145"/>
                      <a:pt x="2431" y="12132"/>
                    </a:cubicBezTo>
                    <a:lnTo>
                      <a:pt x="4416" y="11790"/>
                    </a:lnTo>
                    <a:lnTo>
                      <a:pt x="10081" y="10831"/>
                    </a:lnTo>
                    <a:lnTo>
                      <a:pt x="12700" y="10386"/>
                    </a:lnTo>
                    <a:lnTo>
                      <a:pt x="13265" y="9462"/>
                    </a:lnTo>
                    <a:lnTo>
                      <a:pt x="19102" y="203"/>
                    </a:lnTo>
                    <a:lnTo>
                      <a:pt x="19084" y="203"/>
                    </a:lnTo>
                    <a:cubicBezTo>
                      <a:pt x="18972" y="180"/>
                      <a:pt x="17952" y="0"/>
                      <a:pt x="159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 rot="-1133541">
                <a:off x="2292497" y="1424299"/>
                <a:ext cx="93172" cy="221718"/>
              </a:xfrm>
              <a:custGeom>
                <a:avLst/>
                <a:gdLst/>
                <a:ahLst/>
                <a:cxnLst/>
                <a:rect l="l" t="t" r="r" b="b"/>
                <a:pathLst>
                  <a:path w="4417" h="10511" extrusionOk="0">
                    <a:moveTo>
                      <a:pt x="2841" y="1"/>
                    </a:moveTo>
                    <a:lnTo>
                      <a:pt x="2841" y="1"/>
                    </a:lnTo>
                    <a:cubicBezTo>
                      <a:pt x="2191" y="155"/>
                      <a:pt x="1523" y="292"/>
                      <a:pt x="838" y="464"/>
                    </a:cubicBezTo>
                    <a:cubicBezTo>
                      <a:pt x="838" y="464"/>
                      <a:pt x="0" y="6523"/>
                      <a:pt x="2447" y="10510"/>
                    </a:cubicBezTo>
                    <a:lnTo>
                      <a:pt x="4416" y="10168"/>
                    </a:lnTo>
                    <a:cubicBezTo>
                      <a:pt x="2978" y="7002"/>
                      <a:pt x="2431" y="3458"/>
                      <a:pt x="28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-1133541">
                <a:off x="2899090" y="1265447"/>
                <a:ext cx="238339" cy="413292"/>
              </a:xfrm>
              <a:custGeom>
                <a:avLst/>
                <a:gdLst/>
                <a:ahLst/>
                <a:cxnLst/>
                <a:rect l="l" t="t" r="r" b="b"/>
                <a:pathLst>
                  <a:path w="11299" h="19593" extrusionOk="0">
                    <a:moveTo>
                      <a:pt x="559" y="0"/>
                    </a:moveTo>
                    <a:cubicBezTo>
                      <a:pt x="220" y="0"/>
                      <a:pt x="0" y="536"/>
                      <a:pt x="369" y="777"/>
                    </a:cubicBezTo>
                    <a:cubicBezTo>
                      <a:pt x="6480" y="4937"/>
                      <a:pt x="10246" y="11817"/>
                      <a:pt x="10451" y="19194"/>
                    </a:cubicBezTo>
                    <a:cubicBezTo>
                      <a:pt x="10460" y="19460"/>
                      <a:pt x="10674" y="19592"/>
                      <a:pt x="10883" y="19592"/>
                    </a:cubicBezTo>
                    <a:cubicBezTo>
                      <a:pt x="11093" y="19592"/>
                      <a:pt x="11298" y="19460"/>
                      <a:pt x="11289" y="19194"/>
                    </a:cubicBezTo>
                    <a:cubicBezTo>
                      <a:pt x="11050" y="11509"/>
                      <a:pt x="7147" y="4389"/>
                      <a:pt x="780" y="76"/>
                    </a:cubicBezTo>
                    <a:cubicBezTo>
                      <a:pt x="704" y="23"/>
                      <a:pt x="629" y="0"/>
                      <a:pt x="5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 rot="-1133541">
                <a:off x="2268906" y="1353025"/>
                <a:ext cx="467334" cy="56278"/>
              </a:xfrm>
              <a:custGeom>
                <a:avLst/>
                <a:gdLst/>
                <a:ahLst/>
                <a:cxnLst/>
                <a:rect l="l" t="t" r="r" b="b"/>
                <a:pathLst>
                  <a:path w="22155" h="2668" extrusionOk="0">
                    <a:moveTo>
                      <a:pt x="13906" y="0"/>
                    </a:moveTo>
                    <a:cubicBezTo>
                      <a:pt x="9381" y="0"/>
                      <a:pt x="4878" y="614"/>
                      <a:pt x="473" y="1846"/>
                    </a:cubicBezTo>
                    <a:cubicBezTo>
                      <a:pt x="0" y="1988"/>
                      <a:pt x="151" y="2667"/>
                      <a:pt x="578" y="2667"/>
                    </a:cubicBezTo>
                    <a:cubicBezTo>
                      <a:pt x="615" y="2667"/>
                      <a:pt x="654" y="2662"/>
                      <a:pt x="695" y="2651"/>
                    </a:cubicBezTo>
                    <a:cubicBezTo>
                      <a:pt x="5026" y="1434"/>
                      <a:pt x="9463" y="821"/>
                      <a:pt x="13919" y="821"/>
                    </a:cubicBezTo>
                    <a:cubicBezTo>
                      <a:pt x="16419" y="821"/>
                      <a:pt x="18926" y="1014"/>
                      <a:pt x="21423" y="1401"/>
                    </a:cubicBezTo>
                    <a:cubicBezTo>
                      <a:pt x="21445" y="1404"/>
                      <a:pt x="21466" y="1405"/>
                      <a:pt x="21486" y="1405"/>
                    </a:cubicBezTo>
                    <a:cubicBezTo>
                      <a:pt x="21955" y="1405"/>
                      <a:pt x="22154" y="679"/>
                      <a:pt x="21645" y="597"/>
                    </a:cubicBezTo>
                    <a:cubicBezTo>
                      <a:pt x="19068" y="200"/>
                      <a:pt x="16483" y="0"/>
                      <a:pt x="139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-1133541">
                <a:off x="3021874" y="1625583"/>
                <a:ext cx="199674" cy="67669"/>
              </a:xfrm>
              <a:custGeom>
                <a:avLst/>
                <a:gdLst/>
                <a:ahLst/>
                <a:cxnLst/>
                <a:rect l="l" t="t" r="r" b="b"/>
                <a:pathLst>
                  <a:path w="9466" h="3208" extrusionOk="0">
                    <a:moveTo>
                      <a:pt x="9312" y="1"/>
                    </a:moveTo>
                    <a:cubicBezTo>
                      <a:pt x="7444" y="812"/>
                      <a:pt x="5402" y="1169"/>
                      <a:pt x="3337" y="1169"/>
                    </a:cubicBezTo>
                    <a:cubicBezTo>
                      <a:pt x="2224" y="1169"/>
                      <a:pt x="1104" y="1065"/>
                      <a:pt x="1" y="873"/>
                    </a:cubicBezTo>
                    <a:lnTo>
                      <a:pt x="1" y="873"/>
                    </a:lnTo>
                    <a:lnTo>
                      <a:pt x="206" y="2739"/>
                    </a:lnTo>
                    <a:cubicBezTo>
                      <a:pt x="1473" y="3079"/>
                      <a:pt x="2682" y="3207"/>
                      <a:pt x="3783" y="3207"/>
                    </a:cubicBezTo>
                    <a:cubicBezTo>
                      <a:pt x="7116" y="3207"/>
                      <a:pt x="9465" y="2037"/>
                      <a:pt x="9465" y="2037"/>
                    </a:cubicBezTo>
                    <a:cubicBezTo>
                      <a:pt x="9431" y="1336"/>
                      <a:pt x="9380" y="651"/>
                      <a:pt x="93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-1133541">
                <a:off x="2702921" y="1250545"/>
                <a:ext cx="170059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8062" h="6251" extrusionOk="0">
                    <a:moveTo>
                      <a:pt x="343" y="0"/>
                    </a:moveTo>
                    <a:lnTo>
                      <a:pt x="343" y="0"/>
                    </a:lnTo>
                    <a:cubicBezTo>
                      <a:pt x="0" y="1404"/>
                      <a:pt x="240" y="2979"/>
                      <a:pt x="993" y="4160"/>
                    </a:cubicBezTo>
                    <a:cubicBezTo>
                      <a:pt x="1807" y="5439"/>
                      <a:pt x="3202" y="6251"/>
                      <a:pt x="4630" y="6251"/>
                    </a:cubicBezTo>
                    <a:cubicBezTo>
                      <a:pt x="4673" y="6251"/>
                      <a:pt x="4716" y="6250"/>
                      <a:pt x="4759" y="6248"/>
                    </a:cubicBezTo>
                    <a:cubicBezTo>
                      <a:pt x="5597" y="6214"/>
                      <a:pt x="6453" y="5906"/>
                      <a:pt x="7103" y="5306"/>
                    </a:cubicBezTo>
                    <a:cubicBezTo>
                      <a:pt x="7532" y="4913"/>
                      <a:pt x="7874" y="4416"/>
                      <a:pt x="8062" y="3852"/>
                    </a:cubicBezTo>
                    <a:cubicBezTo>
                      <a:pt x="6590" y="3116"/>
                      <a:pt x="5580" y="2910"/>
                      <a:pt x="5580" y="2910"/>
                    </a:cubicBezTo>
                    <a:cubicBezTo>
                      <a:pt x="3834" y="1456"/>
                      <a:pt x="2037" y="548"/>
                      <a:pt x="3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 rot="-1133541">
                <a:off x="2719124" y="1188589"/>
                <a:ext cx="127470" cy="159153"/>
              </a:xfrm>
              <a:custGeom>
                <a:avLst/>
                <a:gdLst/>
                <a:ahLst/>
                <a:cxnLst/>
                <a:rect l="l" t="t" r="r" b="b"/>
                <a:pathLst>
                  <a:path w="6043" h="7545" extrusionOk="0">
                    <a:moveTo>
                      <a:pt x="2020" y="0"/>
                    </a:moveTo>
                    <a:lnTo>
                      <a:pt x="394" y="3714"/>
                    </a:lnTo>
                    <a:cubicBezTo>
                      <a:pt x="0" y="4604"/>
                      <a:pt x="34" y="5665"/>
                      <a:pt x="582" y="6470"/>
                    </a:cubicBezTo>
                    <a:cubicBezTo>
                      <a:pt x="874" y="6932"/>
                      <a:pt x="1335" y="7326"/>
                      <a:pt x="2020" y="7463"/>
                    </a:cubicBezTo>
                    <a:cubicBezTo>
                      <a:pt x="2314" y="7520"/>
                      <a:pt x="2584" y="7545"/>
                      <a:pt x="2830" y="7545"/>
                    </a:cubicBezTo>
                    <a:cubicBezTo>
                      <a:pt x="3171" y="7545"/>
                      <a:pt x="3466" y="7498"/>
                      <a:pt x="3715" y="7429"/>
                    </a:cubicBezTo>
                    <a:cubicBezTo>
                      <a:pt x="4092" y="7308"/>
                      <a:pt x="4416" y="7087"/>
                      <a:pt x="4656" y="6795"/>
                    </a:cubicBezTo>
                    <a:cubicBezTo>
                      <a:pt x="4827" y="6589"/>
                      <a:pt x="4964" y="6350"/>
                      <a:pt x="5050" y="6094"/>
                    </a:cubicBezTo>
                    <a:lnTo>
                      <a:pt x="5751" y="3919"/>
                    </a:lnTo>
                    <a:lnTo>
                      <a:pt x="6043" y="3029"/>
                    </a:lnTo>
                    <a:lnTo>
                      <a:pt x="20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 rot="-1133541">
                <a:off x="2757504" y="1222475"/>
                <a:ext cx="85957" cy="104077"/>
              </a:xfrm>
              <a:custGeom>
                <a:avLst/>
                <a:gdLst/>
                <a:ahLst/>
                <a:cxnLst/>
                <a:rect l="l" t="t" r="r" b="b"/>
                <a:pathLst>
                  <a:path w="4075" h="4934" extrusionOk="0">
                    <a:moveTo>
                      <a:pt x="781" y="0"/>
                    </a:moveTo>
                    <a:cubicBezTo>
                      <a:pt x="726" y="0"/>
                      <a:pt x="671" y="2"/>
                      <a:pt x="617" y="4"/>
                    </a:cubicBezTo>
                    <a:cubicBezTo>
                      <a:pt x="361" y="707"/>
                      <a:pt x="87" y="1426"/>
                      <a:pt x="53" y="2179"/>
                    </a:cubicBezTo>
                    <a:cubicBezTo>
                      <a:pt x="1" y="2932"/>
                      <a:pt x="206" y="3736"/>
                      <a:pt x="754" y="4249"/>
                    </a:cubicBezTo>
                    <a:cubicBezTo>
                      <a:pt x="1080" y="4557"/>
                      <a:pt x="1525" y="4746"/>
                      <a:pt x="1970" y="4831"/>
                    </a:cubicBezTo>
                    <a:cubicBezTo>
                      <a:pt x="2312" y="4917"/>
                      <a:pt x="2636" y="4934"/>
                      <a:pt x="2979" y="4934"/>
                    </a:cubicBezTo>
                    <a:cubicBezTo>
                      <a:pt x="3150" y="4728"/>
                      <a:pt x="3287" y="4489"/>
                      <a:pt x="3373" y="4233"/>
                    </a:cubicBezTo>
                    <a:lnTo>
                      <a:pt x="4074" y="2058"/>
                    </a:lnTo>
                    <a:cubicBezTo>
                      <a:pt x="3921" y="1734"/>
                      <a:pt x="3715" y="1442"/>
                      <a:pt x="3476" y="1168"/>
                    </a:cubicBezTo>
                    <a:cubicBezTo>
                      <a:pt x="2794" y="438"/>
                      <a:pt x="1788" y="0"/>
                      <a:pt x="781" y="0"/>
                    </a:cubicBezTo>
                    <a:close/>
                  </a:path>
                </a:pathLst>
              </a:custGeom>
              <a:solidFill>
                <a:srgbClr val="E689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-1133541">
                <a:off x="2657666" y="1003926"/>
                <a:ext cx="248422" cy="189402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8979" extrusionOk="0">
                    <a:moveTo>
                      <a:pt x="5523" y="0"/>
                    </a:moveTo>
                    <a:cubicBezTo>
                      <a:pt x="5508" y="0"/>
                      <a:pt x="5493" y="0"/>
                      <a:pt x="5477" y="1"/>
                    </a:cubicBezTo>
                    <a:cubicBezTo>
                      <a:pt x="5032" y="35"/>
                      <a:pt x="4605" y="395"/>
                      <a:pt x="4416" y="823"/>
                    </a:cubicBezTo>
                    <a:cubicBezTo>
                      <a:pt x="4332" y="807"/>
                      <a:pt x="4246" y="800"/>
                      <a:pt x="4161" y="800"/>
                    </a:cubicBezTo>
                    <a:cubicBezTo>
                      <a:pt x="3867" y="800"/>
                      <a:pt x="3577" y="890"/>
                      <a:pt x="3338" y="1062"/>
                    </a:cubicBezTo>
                    <a:cubicBezTo>
                      <a:pt x="3030" y="1268"/>
                      <a:pt x="2841" y="1644"/>
                      <a:pt x="2773" y="2021"/>
                    </a:cubicBezTo>
                    <a:cubicBezTo>
                      <a:pt x="2653" y="1957"/>
                      <a:pt x="2515" y="1927"/>
                      <a:pt x="2376" y="1927"/>
                    </a:cubicBezTo>
                    <a:cubicBezTo>
                      <a:pt x="2219" y="1927"/>
                      <a:pt x="2062" y="1966"/>
                      <a:pt x="1935" y="2039"/>
                    </a:cubicBezTo>
                    <a:cubicBezTo>
                      <a:pt x="1677" y="2192"/>
                      <a:pt x="1404" y="2552"/>
                      <a:pt x="1404" y="2842"/>
                    </a:cubicBezTo>
                    <a:cubicBezTo>
                      <a:pt x="1011" y="2929"/>
                      <a:pt x="685" y="3237"/>
                      <a:pt x="548" y="3613"/>
                    </a:cubicBezTo>
                    <a:cubicBezTo>
                      <a:pt x="429" y="4006"/>
                      <a:pt x="411" y="4572"/>
                      <a:pt x="685" y="4880"/>
                    </a:cubicBezTo>
                    <a:cubicBezTo>
                      <a:pt x="292" y="5085"/>
                      <a:pt x="18" y="5512"/>
                      <a:pt x="18" y="5957"/>
                    </a:cubicBezTo>
                    <a:cubicBezTo>
                      <a:pt x="0" y="6386"/>
                      <a:pt x="223" y="6831"/>
                      <a:pt x="600" y="7053"/>
                    </a:cubicBezTo>
                    <a:cubicBezTo>
                      <a:pt x="326" y="7293"/>
                      <a:pt x="257" y="7703"/>
                      <a:pt x="394" y="8046"/>
                    </a:cubicBezTo>
                    <a:cubicBezTo>
                      <a:pt x="514" y="8388"/>
                      <a:pt x="822" y="8628"/>
                      <a:pt x="1147" y="8765"/>
                    </a:cubicBezTo>
                    <a:cubicBezTo>
                      <a:pt x="1406" y="8874"/>
                      <a:pt x="1688" y="8907"/>
                      <a:pt x="1974" y="8907"/>
                    </a:cubicBezTo>
                    <a:cubicBezTo>
                      <a:pt x="2046" y="8907"/>
                      <a:pt x="2118" y="8905"/>
                      <a:pt x="2191" y="8902"/>
                    </a:cubicBezTo>
                    <a:cubicBezTo>
                      <a:pt x="2678" y="8952"/>
                      <a:pt x="3163" y="8978"/>
                      <a:pt x="3648" y="8978"/>
                    </a:cubicBezTo>
                    <a:cubicBezTo>
                      <a:pt x="5974" y="8978"/>
                      <a:pt x="8271" y="8370"/>
                      <a:pt x="10509" y="6882"/>
                    </a:cubicBezTo>
                    <a:cubicBezTo>
                      <a:pt x="10573" y="6901"/>
                      <a:pt x="10639" y="6910"/>
                      <a:pt x="10706" y="6910"/>
                    </a:cubicBezTo>
                    <a:cubicBezTo>
                      <a:pt x="10943" y="6910"/>
                      <a:pt x="11184" y="6795"/>
                      <a:pt x="11331" y="6608"/>
                    </a:cubicBezTo>
                    <a:cubicBezTo>
                      <a:pt x="11502" y="6352"/>
                      <a:pt x="11502" y="5992"/>
                      <a:pt x="11349" y="5736"/>
                    </a:cubicBezTo>
                    <a:cubicBezTo>
                      <a:pt x="11571" y="5581"/>
                      <a:pt x="11725" y="5325"/>
                      <a:pt x="11742" y="5067"/>
                    </a:cubicBezTo>
                    <a:cubicBezTo>
                      <a:pt x="11776" y="4794"/>
                      <a:pt x="11588" y="4451"/>
                      <a:pt x="11383" y="4264"/>
                    </a:cubicBezTo>
                    <a:cubicBezTo>
                      <a:pt x="11486" y="3921"/>
                      <a:pt x="11434" y="3545"/>
                      <a:pt x="11263" y="3253"/>
                    </a:cubicBezTo>
                    <a:cubicBezTo>
                      <a:pt x="11075" y="2963"/>
                      <a:pt x="10681" y="2671"/>
                      <a:pt x="10338" y="2620"/>
                    </a:cubicBezTo>
                    <a:cubicBezTo>
                      <a:pt x="10407" y="2089"/>
                      <a:pt x="10167" y="1525"/>
                      <a:pt x="9740" y="1199"/>
                    </a:cubicBezTo>
                    <a:cubicBezTo>
                      <a:pt x="9508" y="1024"/>
                      <a:pt x="9206" y="948"/>
                      <a:pt x="8899" y="948"/>
                    </a:cubicBezTo>
                    <a:cubicBezTo>
                      <a:pt x="8639" y="948"/>
                      <a:pt x="8375" y="1002"/>
                      <a:pt x="8147" y="1096"/>
                    </a:cubicBezTo>
                    <a:cubicBezTo>
                      <a:pt x="8062" y="788"/>
                      <a:pt x="7805" y="549"/>
                      <a:pt x="7497" y="446"/>
                    </a:cubicBezTo>
                    <a:cubicBezTo>
                      <a:pt x="7408" y="420"/>
                      <a:pt x="7312" y="407"/>
                      <a:pt x="7216" y="407"/>
                    </a:cubicBezTo>
                    <a:cubicBezTo>
                      <a:pt x="6997" y="407"/>
                      <a:pt x="6773" y="475"/>
                      <a:pt x="6607" y="617"/>
                    </a:cubicBezTo>
                    <a:cubicBezTo>
                      <a:pt x="6376" y="238"/>
                      <a:pt x="5953" y="0"/>
                      <a:pt x="55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 rot="-1133541">
                <a:off x="2735162" y="1109653"/>
                <a:ext cx="196426" cy="191891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9097" extrusionOk="0">
                    <a:moveTo>
                      <a:pt x="4964" y="0"/>
                    </a:moveTo>
                    <a:cubicBezTo>
                      <a:pt x="4912" y="343"/>
                      <a:pt x="4604" y="616"/>
                      <a:pt x="4330" y="838"/>
                    </a:cubicBezTo>
                    <a:cubicBezTo>
                      <a:pt x="4103" y="1009"/>
                      <a:pt x="3817" y="1109"/>
                      <a:pt x="3521" y="1109"/>
                    </a:cubicBezTo>
                    <a:cubicBezTo>
                      <a:pt x="3460" y="1109"/>
                      <a:pt x="3399" y="1104"/>
                      <a:pt x="3338" y="1096"/>
                    </a:cubicBezTo>
                    <a:cubicBezTo>
                      <a:pt x="3218" y="1438"/>
                      <a:pt x="3047" y="1831"/>
                      <a:pt x="2927" y="2191"/>
                    </a:cubicBezTo>
                    <a:cubicBezTo>
                      <a:pt x="2858" y="2362"/>
                      <a:pt x="2790" y="2533"/>
                      <a:pt x="2671" y="2687"/>
                    </a:cubicBezTo>
                    <a:cubicBezTo>
                      <a:pt x="2568" y="2824"/>
                      <a:pt x="2294" y="2910"/>
                      <a:pt x="2105" y="2910"/>
                    </a:cubicBezTo>
                    <a:cubicBezTo>
                      <a:pt x="1968" y="2516"/>
                      <a:pt x="1746" y="2123"/>
                      <a:pt x="1370" y="1899"/>
                    </a:cubicBezTo>
                    <a:cubicBezTo>
                      <a:pt x="1213" y="1803"/>
                      <a:pt x="1023" y="1751"/>
                      <a:pt x="836" y="1751"/>
                    </a:cubicBezTo>
                    <a:cubicBezTo>
                      <a:pt x="596" y="1751"/>
                      <a:pt x="360" y="1837"/>
                      <a:pt x="206" y="2020"/>
                    </a:cubicBezTo>
                    <a:cubicBezTo>
                      <a:pt x="51" y="2208"/>
                      <a:pt x="1" y="2465"/>
                      <a:pt x="17" y="2721"/>
                    </a:cubicBezTo>
                    <a:cubicBezTo>
                      <a:pt x="35" y="3269"/>
                      <a:pt x="377" y="3885"/>
                      <a:pt x="822" y="4193"/>
                    </a:cubicBezTo>
                    <a:cubicBezTo>
                      <a:pt x="822" y="4193"/>
                      <a:pt x="633" y="4964"/>
                      <a:pt x="633" y="6333"/>
                    </a:cubicBezTo>
                    <a:cubicBezTo>
                      <a:pt x="651" y="8506"/>
                      <a:pt x="3766" y="9020"/>
                      <a:pt x="3766" y="9020"/>
                    </a:cubicBezTo>
                    <a:cubicBezTo>
                      <a:pt x="4065" y="9072"/>
                      <a:pt x="4331" y="9097"/>
                      <a:pt x="4570" y="9097"/>
                    </a:cubicBezTo>
                    <a:cubicBezTo>
                      <a:pt x="5422" y="9097"/>
                      <a:pt x="5926" y="8783"/>
                      <a:pt x="6368" y="8301"/>
                    </a:cubicBezTo>
                    <a:cubicBezTo>
                      <a:pt x="6761" y="7874"/>
                      <a:pt x="7035" y="7360"/>
                      <a:pt x="7240" y="6829"/>
                    </a:cubicBezTo>
                    <a:lnTo>
                      <a:pt x="9312" y="1215"/>
                    </a:lnTo>
                    <a:lnTo>
                      <a:pt x="9312" y="1215"/>
                    </a:lnTo>
                    <a:cubicBezTo>
                      <a:pt x="9187" y="1232"/>
                      <a:pt x="9059" y="1240"/>
                      <a:pt x="8929" y="1240"/>
                    </a:cubicBezTo>
                    <a:cubicBezTo>
                      <a:pt x="8279" y="1240"/>
                      <a:pt x="7600" y="1024"/>
                      <a:pt x="7172" y="582"/>
                    </a:cubicBezTo>
                    <a:cubicBezTo>
                      <a:pt x="6965" y="651"/>
                      <a:pt x="6749" y="684"/>
                      <a:pt x="6533" y="684"/>
                    </a:cubicBezTo>
                    <a:cubicBezTo>
                      <a:pt x="5942" y="684"/>
                      <a:pt x="5352" y="438"/>
                      <a:pt x="49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 rot="-1133541">
                <a:off x="2802130" y="1160098"/>
                <a:ext cx="39129" cy="17866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847" extrusionOk="0">
                    <a:moveTo>
                      <a:pt x="559" y="1"/>
                    </a:moveTo>
                    <a:cubicBezTo>
                      <a:pt x="371" y="1"/>
                      <a:pt x="182" y="42"/>
                      <a:pt x="69" y="175"/>
                    </a:cubicBezTo>
                    <a:cubicBezTo>
                      <a:pt x="17" y="227"/>
                      <a:pt x="0" y="330"/>
                      <a:pt x="69" y="399"/>
                    </a:cubicBezTo>
                    <a:cubicBezTo>
                      <a:pt x="240" y="536"/>
                      <a:pt x="462" y="536"/>
                      <a:pt x="651" y="586"/>
                    </a:cubicBezTo>
                    <a:cubicBezTo>
                      <a:pt x="924" y="638"/>
                      <a:pt x="1164" y="809"/>
                      <a:pt x="1420" y="844"/>
                    </a:cubicBezTo>
                    <a:cubicBezTo>
                      <a:pt x="1437" y="846"/>
                      <a:pt x="1453" y="847"/>
                      <a:pt x="1469" y="847"/>
                    </a:cubicBezTo>
                    <a:cubicBezTo>
                      <a:pt x="1714" y="847"/>
                      <a:pt x="1855" y="607"/>
                      <a:pt x="1694" y="399"/>
                    </a:cubicBezTo>
                    <a:cubicBezTo>
                      <a:pt x="1523" y="175"/>
                      <a:pt x="1164" y="91"/>
                      <a:pt x="907" y="39"/>
                    </a:cubicBezTo>
                    <a:cubicBezTo>
                      <a:pt x="805" y="18"/>
                      <a:pt x="682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 rot="-1133541">
                <a:off x="2811509" y="1175369"/>
                <a:ext cx="23140" cy="18077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857" extrusionOk="0">
                    <a:moveTo>
                      <a:pt x="548" y="1"/>
                    </a:moveTo>
                    <a:cubicBezTo>
                      <a:pt x="1" y="1"/>
                      <a:pt x="1" y="857"/>
                      <a:pt x="548" y="857"/>
                    </a:cubicBezTo>
                    <a:cubicBezTo>
                      <a:pt x="1096" y="857"/>
                      <a:pt x="1096" y="1"/>
                      <a:pt x="5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 rot="-1133541">
                <a:off x="2857683" y="1157282"/>
                <a:ext cx="37568" cy="18394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872" extrusionOk="0">
                    <a:moveTo>
                      <a:pt x="515" y="0"/>
                    </a:moveTo>
                    <a:cubicBezTo>
                      <a:pt x="426" y="0"/>
                      <a:pt x="338" y="13"/>
                      <a:pt x="256" y="43"/>
                    </a:cubicBezTo>
                    <a:cubicBezTo>
                      <a:pt x="0" y="146"/>
                      <a:pt x="0" y="454"/>
                      <a:pt x="256" y="557"/>
                    </a:cubicBezTo>
                    <a:cubicBezTo>
                      <a:pt x="514" y="660"/>
                      <a:pt x="804" y="625"/>
                      <a:pt x="1062" y="728"/>
                    </a:cubicBezTo>
                    <a:cubicBezTo>
                      <a:pt x="1224" y="787"/>
                      <a:pt x="1387" y="872"/>
                      <a:pt x="1571" y="872"/>
                    </a:cubicBezTo>
                    <a:cubicBezTo>
                      <a:pt x="1600" y="872"/>
                      <a:pt x="1630" y="870"/>
                      <a:pt x="1660" y="865"/>
                    </a:cubicBezTo>
                    <a:cubicBezTo>
                      <a:pt x="1746" y="849"/>
                      <a:pt x="1781" y="746"/>
                      <a:pt x="1781" y="660"/>
                    </a:cubicBezTo>
                    <a:cubicBezTo>
                      <a:pt x="1728" y="386"/>
                      <a:pt x="1370" y="232"/>
                      <a:pt x="1130" y="130"/>
                    </a:cubicBezTo>
                    <a:cubicBezTo>
                      <a:pt x="949" y="69"/>
                      <a:pt x="727" y="0"/>
                      <a:pt x="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1"/>
              <p:cNvSpPr/>
              <p:nvPr/>
            </p:nvSpPr>
            <p:spPr>
              <a:xfrm rot="-1133541">
                <a:off x="2864450" y="1173213"/>
                <a:ext cx="26135" cy="1820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863" extrusionOk="0">
                    <a:moveTo>
                      <a:pt x="613" y="0"/>
                    </a:moveTo>
                    <a:cubicBezTo>
                      <a:pt x="241" y="0"/>
                      <a:pt x="1" y="571"/>
                      <a:pt x="405" y="802"/>
                    </a:cubicBezTo>
                    <a:cubicBezTo>
                      <a:pt x="478" y="844"/>
                      <a:pt x="550" y="862"/>
                      <a:pt x="617" y="862"/>
                    </a:cubicBezTo>
                    <a:cubicBezTo>
                      <a:pt x="993" y="862"/>
                      <a:pt x="1238" y="298"/>
                      <a:pt x="832" y="66"/>
                    </a:cubicBezTo>
                    <a:cubicBezTo>
                      <a:pt x="757" y="20"/>
                      <a:pt x="683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1"/>
              <p:cNvSpPr/>
              <p:nvPr/>
            </p:nvSpPr>
            <p:spPr>
              <a:xfrm rot="-1133541">
                <a:off x="2841679" y="1186733"/>
                <a:ext cx="26009" cy="46238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2192" extrusionOk="0">
                    <a:moveTo>
                      <a:pt x="753" y="0"/>
                    </a:moveTo>
                    <a:lnTo>
                      <a:pt x="0" y="1952"/>
                    </a:lnTo>
                    <a:cubicBezTo>
                      <a:pt x="0" y="1952"/>
                      <a:pt x="240" y="2191"/>
                      <a:pt x="735" y="2191"/>
                    </a:cubicBezTo>
                    <a:cubicBezTo>
                      <a:pt x="1232" y="2191"/>
                      <a:pt x="753" y="1"/>
                      <a:pt x="753" y="0"/>
                    </a:cubicBezTo>
                    <a:close/>
                  </a:path>
                </a:pathLst>
              </a:custGeom>
              <a:solidFill>
                <a:srgbClr val="E689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 rot="-1133541">
                <a:off x="2800552" y="1224913"/>
                <a:ext cx="47335" cy="53895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555" extrusionOk="0">
                    <a:moveTo>
                      <a:pt x="704" y="0"/>
                    </a:moveTo>
                    <a:cubicBezTo>
                      <a:pt x="583" y="0"/>
                      <a:pt x="461" y="39"/>
                      <a:pt x="360" y="117"/>
                    </a:cubicBezTo>
                    <a:cubicBezTo>
                      <a:pt x="189" y="254"/>
                      <a:pt x="103" y="493"/>
                      <a:pt x="69" y="717"/>
                    </a:cubicBezTo>
                    <a:cubicBezTo>
                      <a:pt x="0" y="1162"/>
                      <a:pt x="69" y="1623"/>
                      <a:pt x="308" y="2000"/>
                    </a:cubicBezTo>
                    <a:cubicBezTo>
                      <a:pt x="542" y="2327"/>
                      <a:pt x="931" y="2554"/>
                      <a:pt x="1334" y="2554"/>
                    </a:cubicBezTo>
                    <a:cubicBezTo>
                      <a:pt x="1374" y="2554"/>
                      <a:pt x="1415" y="2552"/>
                      <a:pt x="1456" y="2547"/>
                    </a:cubicBezTo>
                    <a:cubicBezTo>
                      <a:pt x="1678" y="2513"/>
                      <a:pt x="1883" y="2394"/>
                      <a:pt x="2038" y="2223"/>
                    </a:cubicBezTo>
                    <a:cubicBezTo>
                      <a:pt x="2243" y="2017"/>
                      <a:pt x="2157" y="1675"/>
                      <a:pt x="1901" y="1538"/>
                    </a:cubicBezTo>
                    <a:cubicBezTo>
                      <a:pt x="1696" y="1435"/>
                      <a:pt x="1541" y="1264"/>
                      <a:pt x="1456" y="1059"/>
                    </a:cubicBezTo>
                    <a:cubicBezTo>
                      <a:pt x="1319" y="767"/>
                      <a:pt x="1335" y="391"/>
                      <a:pt x="1096" y="169"/>
                    </a:cubicBezTo>
                    <a:cubicBezTo>
                      <a:pt x="993" y="57"/>
                      <a:pt x="850" y="0"/>
                      <a:pt x="7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 rot="-1133541">
                <a:off x="2865954" y="1589358"/>
                <a:ext cx="86295" cy="86337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4093" extrusionOk="0">
                    <a:moveTo>
                      <a:pt x="2037" y="1"/>
                    </a:moveTo>
                    <a:cubicBezTo>
                      <a:pt x="907" y="1"/>
                      <a:pt x="1" y="925"/>
                      <a:pt x="1" y="2055"/>
                    </a:cubicBezTo>
                    <a:cubicBezTo>
                      <a:pt x="1" y="3184"/>
                      <a:pt x="907" y="4092"/>
                      <a:pt x="2037" y="4092"/>
                    </a:cubicBezTo>
                    <a:cubicBezTo>
                      <a:pt x="3167" y="4092"/>
                      <a:pt x="4091" y="3184"/>
                      <a:pt x="4091" y="2055"/>
                    </a:cubicBezTo>
                    <a:cubicBezTo>
                      <a:pt x="4091" y="925"/>
                      <a:pt x="3167" y="1"/>
                      <a:pt x="2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89" name="Google Shape;389;p21"/>
          <p:cNvCxnSpPr/>
          <p:nvPr/>
        </p:nvCxnSpPr>
        <p:spPr>
          <a:xfrm>
            <a:off x="5242375" y="2133600"/>
            <a:ext cx="0" cy="1707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90" name="Google Shape;390;p21"/>
          <p:cNvGrpSpPr/>
          <p:nvPr/>
        </p:nvGrpSpPr>
        <p:grpSpPr>
          <a:xfrm>
            <a:off x="5011720" y="2540329"/>
            <a:ext cx="461303" cy="405487"/>
            <a:chOff x="4182481" y="2340959"/>
            <a:chExt cx="368218" cy="323665"/>
          </a:xfrm>
        </p:grpSpPr>
        <p:sp>
          <p:nvSpPr>
            <p:cNvPr id="391" name="Google Shape;391;p21"/>
            <p:cNvSpPr/>
            <p:nvPr/>
          </p:nvSpPr>
          <p:spPr>
            <a:xfrm>
              <a:off x="4182481" y="2340959"/>
              <a:ext cx="368218" cy="323466"/>
            </a:xfrm>
            <a:custGeom>
              <a:avLst/>
              <a:gdLst/>
              <a:ahLst/>
              <a:cxnLst/>
              <a:rect l="l" t="t" r="r" b="b"/>
              <a:pathLst>
                <a:path w="20414" h="17933" extrusionOk="0">
                  <a:moveTo>
                    <a:pt x="10192" y="0"/>
                  </a:moveTo>
                  <a:cubicBezTo>
                    <a:pt x="8484" y="0"/>
                    <a:pt x="6757" y="487"/>
                    <a:pt x="5229" y="1506"/>
                  </a:cubicBezTo>
                  <a:cubicBezTo>
                    <a:pt x="1106" y="4255"/>
                    <a:pt x="0" y="9819"/>
                    <a:pt x="2731" y="13942"/>
                  </a:cubicBezTo>
                  <a:cubicBezTo>
                    <a:pt x="4459" y="16533"/>
                    <a:pt x="7305" y="17933"/>
                    <a:pt x="10201" y="17933"/>
                  </a:cubicBezTo>
                  <a:cubicBezTo>
                    <a:pt x="11913" y="17933"/>
                    <a:pt x="13642" y="17443"/>
                    <a:pt x="15167" y="16422"/>
                  </a:cubicBezTo>
                  <a:cubicBezTo>
                    <a:pt x="19290" y="13674"/>
                    <a:pt x="20413" y="8109"/>
                    <a:pt x="17665" y="3987"/>
                  </a:cubicBezTo>
                  <a:cubicBezTo>
                    <a:pt x="15935" y="1403"/>
                    <a:pt x="13090" y="0"/>
                    <a:pt x="10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4205134" y="2346658"/>
              <a:ext cx="325000" cy="317965"/>
            </a:xfrm>
            <a:custGeom>
              <a:avLst/>
              <a:gdLst/>
              <a:ahLst/>
              <a:cxnLst/>
              <a:rect l="l" t="t" r="r" b="b"/>
              <a:pathLst>
                <a:path w="18018" h="17628" extrusionOk="0">
                  <a:moveTo>
                    <a:pt x="9537" y="593"/>
                  </a:moveTo>
                  <a:cubicBezTo>
                    <a:pt x="10272" y="593"/>
                    <a:pt x="11431" y="634"/>
                    <a:pt x="12503" y="839"/>
                  </a:cubicBezTo>
                  <a:cubicBezTo>
                    <a:pt x="12822" y="1123"/>
                    <a:pt x="13124" y="1409"/>
                    <a:pt x="13408" y="1677"/>
                  </a:cubicBezTo>
                  <a:cubicBezTo>
                    <a:pt x="13978" y="2280"/>
                    <a:pt x="14465" y="2933"/>
                    <a:pt x="14816" y="3738"/>
                  </a:cubicBezTo>
                  <a:cubicBezTo>
                    <a:pt x="14682" y="4057"/>
                    <a:pt x="14246" y="5096"/>
                    <a:pt x="13643" y="6017"/>
                  </a:cubicBezTo>
                  <a:cubicBezTo>
                    <a:pt x="12252" y="5800"/>
                    <a:pt x="10040" y="5749"/>
                    <a:pt x="9620" y="5749"/>
                  </a:cubicBezTo>
                  <a:cubicBezTo>
                    <a:pt x="9453" y="5481"/>
                    <a:pt x="8548" y="4157"/>
                    <a:pt x="7493" y="3018"/>
                  </a:cubicBezTo>
                  <a:cubicBezTo>
                    <a:pt x="7627" y="2749"/>
                    <a:pt x="8380" y="1257"/>
                    <a:pt x="8900" y="604"/>
                  </a:cubicBezTo>
                  <a:cubicBezTo>
                    <a:pt x="9027" y="599"/>
                    <a:pt x="9250" y="593"/>
                    <a:pt x="9537" y="593"/>
                  </a:cubicBezTo>
                  <a:close/>
                  <a:moveTo>
                    <a:pt x="7426" y="3051"/>
                  </a:moveTo>
                  <a:cubicBezTo>
                    <a:pt x="8481" y="4191"/>
                    <a:pt x="9386" y="5532"/>
                    <a:pt x="9553" y="5782"/>
                  </a:cubicBezTo>
                  <a:cubicBezTo>
                    <a:pt x="9386" y="6202"/>
                    <a:pt x="8465" y="8397"/>
                    <a:pt x="8112" y="9688"/>
                  </a:cubicBezTo>
                  <a:lnTo>
                    <a:pt x="4458" y="10576"/>
                  </a:lnTo>
                  <a:cubicBezTo>
                    <a:pt x="3721" y="9755"/>
                    <a:pt x="2565" y="8012"/>
                    <a:pt x="2264" y="7576"/>
                  </a:cubicBezTo>
                  <a:cubicBezTo>
                    <a:pt x="2347" y="7123"/>
                    <a:pt x="2682" y="5280"/>
                    <a:pt x="3453" y="4090"/>
                  </a:cubicBezTo>
                  <a:cubicBezTo>
                    <a:pt x="3805" y="3956"/>
                    <a:pt x="5615" y="3235"/>
                    <a:pt x="7426" y="3051"/>
                  </a:cubicBezTo>
                  <a:close/>
                  <a:moveTo>
                    <a:pt x="8112" y="9771"/>
                  </a:moveTo>
                  <a:cubicBezTo>
                    <a:pt x="9185" y="10694"/>
                    <a:pt x="10912" y="12017"/>
                    <a:pt x="11296" y="12319"/>
                  </a:cubicBezTo>
                  <a:cubicBezTo>
                    <a:pt x="11213" y="12671"/>
                    <a:pt x="10794" y="14347"/>
                    <a:pt x="10391" y="15520"/>
                  </a:cubicBezTo>
                  <a:cubicBezTo>
                    <a:pt x="10074" y="15621"/>
                    <a:pt x="8599" y="16039"/>
                    <a:pt x="7325" y="16207"/>
                  </a:cubicBezTo>
                  <a:cubicBezTo>
                    <a:pt x="7090" y="16240"/>
                    <a:pt x="6872" y="16258"/>
                    <a:pt x="6671" y="16258"/>
                  </a:cubicBezTo>
                  <a:cubicBezTo>
                    <a:pt x="6554" y="16207"/>
                    <a:pt x="5347" y="15536"/>
                    <a:pt x="3687" y="13961"/>
                  </a:cubicBezTo>
                  <a:cubicBezTo>
                    <a:pt x="3772" y="13509"/>
                    <a:pt x="4174" y="11682"/>
                    <a:pt x="4476" y="10643"/>
                  </a:cubicBezTo>
                  <a:lnTo>
                    <a:pt x="8112" y="9771"/>
                  </a:lnTo>
                  <a:close/>
                  <a:moveTo>
                    <a:pt x="6554" y="1"/>
                  </a:moveTo>
                  <a:cubicBezTo>
                    <a:pt x="6201" y="101"/>
                    <a:pt x="5833" y="236"/>
                    <a:pt x="5481" y="386"/>
                  </a:cubicBezTo>
                  <a:lnTo>
                    <a:pt x="5464" y="386"/>
                  </a:lnTo>
                  <a:cubicBezTo>
                    <a:pt x="5381" y="419"/>
                    <a:pt x="5280" y="470"/>
                    <a:pt x="5180" y="520"/>
                  </a:cubicBezTo>
                  <a:cubicBezTo>
                    <a:pt x="5162" y="520"/>
                    <a:pt x="5146" y="537"/>
                    <a:pt x="5129" y="537"/>
                  </a:cubicBezTo>
                  <a:cubicBezTo>
                    <a:pt x="5046" y="571"/>
                    <a:pt x="4961" y="620"/>
                    <a:pt x="4878" y="654"/>
                  </a:cubicBezTo>
                  <a:lnTo>
                    <a:pt x="4777" y="705"/>
                  </a:lnTo>
                  <a:cubicBezTo>
                    <a:pt x="4710" y="754"/>
                    <a:pt x="4643" y="788"/>
                    <a:pt x="4576" y="821"/>
                  </a:cubicBezTo>
                  <a:cubicBezTo>
                    <a:pt x="4525" y="855"/>
                    <a:pt x="4476" y="888"/>
                    <a:pt x="4425" y="906"/>
                  </a:cubicBezTo>
                  <a:lnTo>
                    <a:pt x="4275" y="1006"/>
                  </a:lnTo>
                  <a:cubicBezTo>
                    <a:pt x="4174" y="1056"/>
                    <a:pt x="4074" y="1123"/>
                    <a:pt x="3973" y="1190"/>
                  </a:cubicBezTo>
                  <a:cubicBezTo>
                    <a:pt x="3906" y="1224"/>
                    <a:pt x="3855" y="1275"/>
                    <a:pt x="3805" y="1308"/>
                  </a:cubicBezTo>
                  <a:cubicBezTo>
                    <a:pt x="3788" y="1308"/>
                    <a:pt x="3788" y="1324"/>
                    <a:pt x="3772" y="1324"/>
                  </a:cubicBezTo>
                  <a:cubicBezTo>
                    <a:pt x="3754" y="1342"/>
                    <a:pt x="3721" y="1358"/>
                    <a:pt x="3705" y="1375"/>
                  </a:cubicBezTo>
                  <a:cubicBezTo>
                    <a:pt x="3671" y="1391"/>
                    <a:pt x="3638" y="1425"/>
                    <a:pt x="3604" y="1442"/>
                  </a:cubicBezTo>
                  <a:cubicBezTo>
                    <a:pt x="3537" y="1492"/>
                    <a:pt x="3470" y="1559"/>
                    <a:pt x="3403" y="1610"/>
                  </a:cubicBezTo>
                  <a:cubicBezTo>
                    <a:pt x="3386" y="1626"/>
                    <a:pt x="3370" y="1643"/>
                    <a:pt x="3336" y="1643"/>
                  </a:cubicBezTo>
                  <a:cubicBezTo>
                    <a:pt x="3151" y="1811"/>
                    <a:pt x="2950" y="1979"/>
                    <a:pt x="2766" y="2146"/>
                  </a:cubicBezTo>
                  <a:cubicBezTo>
                    <a:pt x="2833" y="2363"/>
                    <a:pt x="3151" y="3335"/>
                    <a:pt x="3403" y="4023"/>
                  </a:cubicBezTo>
                  <a:cubicBezTo>
                    <a:pt x="2632" y="5196"/>
                    <a:pt x="2280" y="7023"/>
                    <a:pt x="2196" y="7543"/>
                  </a:cubicBezTo>
                  <a:cubicBezTo>
                    <a:pt x="1944" y="7726"/>
                    <a:pt x="923" y="8497"/>
                    <a:pt x="436" y="9085"/>
                  </a:cubicBezTo>
                  <a:cubicBezTo>
                    <a:pt x="302" y="8866"/>
                    <a:pt x="67" y="8363"/>
                    <a:pt x="34" y="7576"/>
                  </a:cubicBezTo>
                  <a:cubicBezTo>
                    <a:pt x="18" y="7693"/>
                    <a:pt x="0" y="7860"/>
                    <a:pt x="0" y="7995"/>
                  </a:cubicBezTo>
                  <a:cubicBezTo>
                    <a:pt x="85" y="8631"/>
                    <a:pt x="302" y="9018"/>
                    <a:pt x="403" y="9185"/>
                  </a:cubicBezTo>
                  <a:cubicBezTo>
                    <a:pt x="470" y="11263"/>
                    <a:pt x="1325" y="12788"/>
                    <a:pt x="1493" y="13090"/>
                  </a:cubicBezTo>
                  <a:cubicBezTo>
                    <a:pt x="1459" y="13174"/>
                    <a:pt x="1426" y="13324"/>
                    <a:pt x="1408" y="13509"/>
                  </a:cubicBezTo>
                  <a:cubicBezTo>
                    <a:pt x="1442" y="13559"/>
                    <a:pt x="1459" y="13592"/>
                    <a:pt x="1475" y="13626"/>
                  </a:cubicBezTo>
                  <a:lnTo>
                    <a:pt x="1493" y="13626"/>
                  </a:lnTo>
                  <a:cubicBezTo>
                    <a:pt x="1475" y="13425"/>
                    <a:pt x="1526" y="13257"/>
                    <a:pt x="1560" y="13140"/>
                  </a:cubicBezTo>
                  <a:lnTo>
                    <a:pt x="3587" y="13978"/>
                  </a:lnTo>
                  <a:cubicBezTo>
                    <a:pt x="5196" y="15503"/>
                    <a:pt x="6386" y="16191"/>
                    <a:pt x="6604" y="16307"/>
                  </a:cubicBezTo>
                  <a:cubicBezTo>
                    <a:pt x="6688" y="16626"/>
                    <a:pt x="6822" y="17129"/>
                    <a:pt x="6889" y="17380"/>
                  </a:cubicBezTo>
                  <a:cubicBezTo>
                    <a:pt x="7006" y="17413"/>
                    <a:pt x="7124" y="17431"/>
                    <a:pt x="7240" y="17447"/>
                  </a:cubicBezTo>
                  <a:cubicBezTo>
                    <a:pt x="7624" y="17526"/>
                    <a:pt x="8214" y="17627"/>
                    <a:pt x="8964" y="17627"/>
                  </a:cubicBezTo>
                  <a:cubicBezTo>
                    <a:pt x="9494" y="17627"/>
                    <a:pt x="10104" y="17576"/>
                    <a:pt x="10777" y="17431"/>
                  </a:cubicBezTo>
                  <a:lnTo>
                    <a:pt x="10794" y="17431"/>
                  </a:lnTo>
                  <a:cubicBezTo>
                    <a:pt x="10878" y="17413"/>
                    <a:pt x="10945" y="17397"/>
                    <a:pt x="11028" y="17380"/>
                  </a:cubicBezTo>
                  <a:cubicBezTo>
                    <a:pt x="11381" y="17297"/>
                    <a:pt x="11716" y="17179"/>
                    <a:pt x="12067" y="17062"/>
                  </a:cubicBezTo>
                  <a:cubicBezTo>
                    <a:pt x="12353" y="16844"/>
                    <a:pt x="12604" y="16626"/>
                    <a:pt x="12738" y="16508"/>
                  </a:cubicBezTo>
                  <a:cubicBezTo>
                    <a:pt x="13057" y="16392"/>
                    <a:pt x="13911" y="16039"/>
                    <a:pt x="14849" y="15386"/>
                  </a:cubicBezTo>
                  <a:cubicBezTo>
                    <a:pt x="15001" y="15252"/>
                    <a:pt x="15151" y="15118"/>
                    <a:pt x="15303" y="14967"/>
                  </a:cubicBezTo>
                  <a:lnTo>
                    <a:pt x="15303" y="14967"/>
                  </a:lnTo>
                  <a:cubicBezTo>
                    <a:pt x="14213" y="15822"/>
                    <a:pt x="13106" y="16291"/>
                    <a:pt x="12738" y="16441"/>
                  </a:cubicBezTo>
                  <a:lnTo>
                    <a:pt x="10476" y="15520"/>
                  </a:lnTo>
                  <a:cubicBezTo>
                    <a:pt x="10861" y="14363"/>
                    <a:pt x="11280" y="12738"/>
                    <a:pt x="11363" y="12352"/>
                  </a:cubicBezTo>
                  <a:cubicBezTo>
                    <a:pt x="11632" y="12218"/>
                    <a:pt x="13459" y="11212"/>
                    <a:pt x="14632" y="10073"/>
                  </a:cubicBezTo>
                  <a:lnTo>
                    <a:pt x="16659" y="11096"/>
                  </a:lnTo>
                  <a:cubicBezTo>
                    <a:pt x="16559" y="12336"/>
                    <a:pt x="15906" y="13978"/>
                    <a:pt x="15336" y="14933"/>
                  </a:cubicBezTo>
                  <a:cubicBezTo>
                    <a:pt x="17113" y="13140"/>
                    <a:pt x="18018" y="10694"/>
                    <a:pt x="17900" y="8247"/>
                  </a:cubicBezTo>
                  <a:lnTo>
                    <a:pt x="17900" y="8247"/>
                  </a:lnTo>
                  <a:cubicBezTo>
                    <a:pt x="17732" y="8884"/>
                    <a:pt x="17330" y="10006"/>
                    <a:pt x="16677" y="11029"/>
                  </a:cubicBezTo>
                  <a:lnTo>
                    <a:pt x="14666" y="10006"/>
                  </a:lnTo>
                  <a:cubicBezTo>
                    <a:pt x="14648" y="9671"/>
                    <a:pt x="14532" y="8046"/>
                    <a:pt x="13710" y="6050"/>
                  </a:cubicBezTo>
                  <a:cubicBezTo>
                    <a:pt x="14297" y="5163"/>
                    <a:pt x="14733" y="4157"/>
                    <a:pt x="14867" y="3789"/>
                  </a:cubicBezTo>
                  <a:cubicBezTo>
                    <a:pt x="15754" y="4006"/>
                    <a:pt x="16509" y="4358"/>
                    <a:pt x="17095" y="4928"/>
                  </a:cubicBezTo>
                  <a:cubicBezTo>
                    <a:pt x="17095" y="4895"/>
                    <a:pt x="17079" y="4877"/>
                    <a:pt x="17062" y="4861"/>
                  </a:cubicBezTo>
                  <a:lnTo>
                    <a:pt x="17062" y="4844"/>
                  </a:lnTo>
                  <a:cubicBezTo>
                    <a:pt x="17012" y="4743"/>
                    <a:pt x="16961" y="4643"/>
                    <a:pt x="16912" y="4560"/>
                  </a:cubicBezTo>
                  <a:lnTo>
                    <a:pt x="16912" y="4542"/>
                  </a:lnTo>
                  <a:cubicBezTo>
                    <a:pt x="16861" y="4459"/>
                    <a:pt x="16811" y="4358"/>
                    <a:pt x="16760" y="4258"/>
                  </a:cubicBezTo>
                  <a:cubicBezTo>
                    <a:pt x="16744" y="4240"/>
                    <a:pt x="16744" y="4224"/>
                    <a:pt x="16726" y="4207"/>
                  </a:cubicBezTo>
                  <a:cubicBezTo>
                    <a:pt x="16677" y="4124"/>
                    <a:pt x="16643" y="4039"/>
                    <a:pt x="16592" y="3972"/>
                  </a:cubicBezTo>
                  <a:cubicBezTo>
                    <a:pt x="16525" y="3872"/>
                    <a:pt x="16476" y="3771"/>
                    <a:pt x="16409" y="3671"/>
                  </a:cubicBezTo>
                  <a:cubicBezTo>
                    <a:pt x="16342" y="3587"/>
                    <a:pt x="16291" y="3503"/>
                    <a:pt x="16224" y="3420"/>
                  </a:cubicBezTo>
                  <a:cubicBezTo>
                    <a:pt x="16208" y="3402"/>
                    <a:pt x="16190" y="3369"/>
                    <a:pt x="16174" y="3335"/>
                  </a:cubicBezTo>
                  <a:cubicBezTo>
                    <a:pt x="16123" y="3286"/>
                    <a:pt x="16090" y="3235"/>
                    <a:pt x="16056" y="3185"/>
                  </a:cubicBezTo>
                  <a:cubicBezTo>
                    <a:pt x="16023" y="3152"/>
                    <a:pt x="15989" y="3118"/>
                    <a:pt x="15973" y="3085"/>
                  </a:cubicBezTo>
                  <a:cubicBezTo>
                    <a:pt x="15939" y="3034"/>
                    <a:pt x="15906" y="3000"/>
                    <a:pt x="15872" y="2951"/>
                  </a:cubicBezTo>
                  <a:cubicBezTo>
                    <a:pt x="15839" y="2917"/>
                    <a:pt x="15805" y="2884"/>
                    <a:pt x="15772" y="2833"/>
                  </a:cubicBezTo>
                  <a:lnTo>
                    <a:pt x="15671" y="2732"/>
                  </a:lnTo>
                  <a:cubicBezTo>
                    <a:pt x="15638" y="2682"/>
                    <a:pt x="15604" y="2649"/>
                    <a:pt x="15571" y="2615"/>
                  </a:cubicBezTo>
                  <a:lnTo>
                    <a:pt x="15470" y="2515"/>
                  </a:lnTo>
                  <a:cubicBezTo>
                    <a:pt x="15437" y="2464"/>
                    <a:pt x="15403" y="2430"/>
                    <a:pt x="15370" y="2397"/>
                  </a:cubicBezTo>
                  <a:lnTo>
                    <a:pt x="15269" y="2296"/>
                  </a:lnTo>
                  <a:lnTo>
                    <a:pt x="15151" y="2180"/>
                  </a:lnTo>
                  <a:cubicBezTo>
                    <a:pt x="15118" y="2146"/>
                    <a:pt x="15084" y="2129"/>
                    <a:pt x="15068" y="2095"/>
                  </a:cubicBezTo>
                  <a:cubicBezTo>
                    <a:pt x="15017" y="2062"/>
                    <a:pt x="14983" y="2012"/>
                    <a:pt x="14934" y="1979"/>
                  </a:cubicBezTo>
                  <a:lnTo>
                    <a:pt x="14849" y="1894"/>
                  </a:lnTo>
                  <a:cubicBezTo>
                    <a:pt x="14800" y="1861"/>
                    <a:pt x="14749" y="1827"/>
                    <a:pt x="14715" y="1777"/>
                  </a:cubicBezTo>
                  <a:cubicBezTo>
                    <a:pt x="14682" y="1760"/>
                    <a:pt x="14648" y="1744"/>
                    <a:pt x="14632" y="1710"/>
                  </a:cubicBezTo>
                  <a:cubicBezTo>
                    <a:pt x="14581" y="1677"/>
                    <a:pt x="14532" y="1643"/>
                    <a:pt x="14481" y="1592"/>
                  </a:cubicBezTo>
                  <a:cubicBezTo>
                    <a:pt x="14465" y="1576"/>
                    <a:pt x="14431" y="1559"/>
                    <a:pt x="14414" y="1543"/>
                  </a:cubicBezTo>
                  <a:cubicBezTo>
                    <a:pt x="14347" y="1509"/>
                    <a:pt x="14297" y="1458"/>
                    <a:pt x="14246" y="1425"/>
                  </a:cubicBezTo>
                  <a:cubicBezTo>
                    <a:pt x="14230" y="1409"/>
                    <a:pt x="14196" y="1391"/>
                    <a:pt x="14179" y="1375"/>
                  </a:cubicBezTo>
                  <a:cubicBezTo>
                    <a:pt x="14129" y="1324"/>
                    <a:pt x="14062" y="1291"/>
                    <a:pt x="14011" y="1257"/>
                  </a:cubicBezTo>
                  <a:cubicBezTo>
                    <a:pt x="13995" y="1241"/>
                    <a:pt x="13978" y="1224"/>
                    <a:pt x="13944" y="1208"/>
                  </a:cubicBezTo>
                  <a:cubicBezTo>
                    <a:pt x="13895" y="1174"/>
                    <a:pt x="13828" y="1141"/>
                    <a:pt x="13777" y="1090"/>
                  </a:cubicBezTo>
                  <a:cubicBezTo>
                    <a:pt x="13761" y="1090"/>
                    <a:pt x="13743" y="1074"/>
                    <a:pt x="13710" y="1056"/>
                  </a:cubicBezTo>
                  <a:cubicBezTo>
                    <a:pt x="13660" y="1023"/>
                    <a:pt x="13593" y="989"/>
                    <a:pt x="13526" y="939"/>
                  </a:cubicBezTo>
                  <a:cubicBezTo>
                    <a:pt x="13509" y="939"/>
                    <a:pt x="13493" y="922"/>
                    <a:pt x="13475" y="922"/>
                  </a:cubicBezTo>
                  <a:cubicBezTo>
                    <a:pt x="13408" y="872"/>
                    <a:pt x="13341" y="839"/>
                    <a:pt x="13274" y="805"/>
                  </a:cubicBezTo>
                  <a:cubicBezTo>
                    <a:pt x="13274" y="805"/>
                    <a:pt x="13258" y="788"/>
                    <a:pt x="13240" y="788"/>
                  </a:cubicBezTo>
                  <a:cubicBezTo>
                    <a:pt x="13173" y="738"/>
                    <a:pt x="13106" y="705"/>
                    <a:pt x="13023" y="671"/>
                  </a:cubicBezTo>
                  <a:lnTo>
                    <a:pt x="12822" y="571"/>
                  </a:lnTo>
                  <a:lnTo>
                    <a:pt x="12503" y="772"/>
                  </a:lnTo>
                  <a:cubicBezTo>
                    <a:pt x="11435" y="560"/>
                    <a:pt x="10294" y="515"/>
                    <a:pt x="9559" y="515"/>
                  </a:cubicBezTo>
                  <a:cubicBezTo>
                    <a:pt x="9129" y="515"/>
                    <a:pt x="8838" y="531"/>
                    <a:pt x="8782" y="537"/>
                  </a:cubicBezTo>
                  <a:cubicBezTo>
                    <a:pt x="8699" y="504"/>
                    <a:pt x="8380" y="370"/>
                    <a:pt x="7962" y="269"/>
                  </a:cubicBezTo>
                  <a:cubicBezTo>
                    <a:pt x="7526" y="135"/>
                    <a:pt x="7023" y="17"/>
                    <a:pt x="6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21"/>
          <p:cNvGrpSpPr/>
          <p:nvPr/>
        </p:nvGrpSpPr>
        <p:grpSpPr>
          <a:xfrm>
            <a:off x="5816032" y="1047894"/>
            <a:ext cx="1947802" cy="2082881"/>
            <a:chOff x="5816032" y="1047894"/>
            <a:chExt cx="1947802" cy="2082881"/>
          </a:xfrm>
        </p:grpSpPr>
        <p:sp>
          <p:nvSpPr>
            <p:cNvPr id="394" name="Google Shape;394;p21"/>
            <p:cNvSpPr/>
            <p:nvPr/>
          </p:nvSpPr>
          <p:spPr>
            <a:xfrm>
              <a:off x="5975225" y="2882375"/>
              <a:ext cx="1361100" cy="24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21"/>
            <p:cNvGrpSpPr/>
            <p:nvPr/>
          </p:nvGrpSpPr>
          <p:grpSpPr>
            <a:xfrm>
              <a:off x="5816032" y="1047894"/>
              <a:ext cx="1947802" cy="2006646"/>
              <a:chOff x="5884325" y="1182947"/>
              <a:chExt cx="1802185" cy="1856630"/>
            </a:xfrm>
          </p:grpSpPr>
          <p:sp>
            <p:nvSpPr>
              <p:cNvPr id="396" name="Google Shape;396;p21"/>
              <p:cNvSpPr/>
              <p:nvPr/>
            </p:nvSpPr>
            <p:spPr>
              <a:xfrm>
                <a:off x="5884325" y="1607072"/>
                <a:ext cx="700394" cy="280644"/>
              </a:xfrm>
              <a:custGeom>
                <a:avLst/>
                <a:gdLst/>
                <a:ahLst/>
                <a:cxnLst/>
                <a:rect l="l" t="t" r="r" b="b"/>
                <a:pathLst>
                  <a:path w="43442" h="17407" extrusionOk="0">
                    <a:moveTo>
                      <a:pt x="36693" y="1"/>
                    </a:moveTo>
                    <a:cubicBezTo>
                      <a:pt x="35516" y="1"/>
                      <a:pt x="34330" y="352"/>
                      <a:pt x="33302" y="1070"/>
                    </a:cubicBezTo>
                    <a:cubicBezTo>
                      <a:pt x="30889" y="2746"/>
                      <a:pt x="27638" y="5814"/>
                      <a:pt x="23330" y="10288"/>
                    </a:cubicBezTo>
                    <a:cubicBezTo>
                      <a:pt x="23330" y="10288"/>
                      <a:pt x="17095" y="8227"/>
                      <a:pt x="7291" y="6735"/>
                    </a:cubicBezTo>
                    <a:cubicBezTo>
                      <a:pt x="7073" y="6383"/>
                      <a:pt x="6771" y="5997"/>
                      <a:pt x="6353" y="5613"/>
                    </a:cubicBezTo>
                    <a:cubicBezTo>
                      <a:pt x="6302" y="5562"/>
                      <a:pt x="6252" y="5528"/>
                      <a:pt x="6201" y="5478"/>
                    </a:cubicBezTo>
                    <a:cubicBezTo>
                      <a:pt x="5933" y="5260"/>
                      <a:pt x="5582" y="5110"/>
                      <a:pt x="5046" y="5025"/>
                    </a:cubicBezTo>
                    <a:cubicBezTo>
                      <a:pt x="4762" y="4978"/>
                      <a:pt x="4500" y="4958"/>
                      <a:pt x="4255" y="4958"/>
                    </a:cubicBezTo>
                    <a:cubicBezTo>
                      <a:pt x="4067" y="4958"/>
                      <a:pt x="3889" y="4970"/>
                      <a:pt x="3721" y="4992"/>
                    </a:cubicBezTo>
                    <a:cubicBezTo>
                      <a:pt x="3407" y="4796"/>
                      <a:pt x="2980" y="4594"/>
                      <a:pt x="2590" y="4594"/>
                    </a:cubicBezTo>
                    <a:cubicBezTo>
                      <a:pt x="2378" y="4594"/>
                      <a:pt x="2177" y="4654"/>
                      <a:pt x="2011" y="4808"/>
                    </a:cubicBezTo>
                    <a:cubicBezTo>
                      <a:pt x="1475" y="5311"/>
                      <a:pt x="1777" y="5964"/>
                      <a:pt x="1777" y="5964"/>
                    </a:cubicBezTo>
                    <a:cubicBezTo>
                      <a:pt x="1777" y="5964"/>
                      <a:pt x="1731" y="5959"/>
                      <a:pt x="1657" y="5959"/>
                    </a:cubicBezTo>
                    <a:cubicBezTo>
                      <a:pt x="1420" y="5959"/>
                      <a:pt x="897" y="6008"/>
                      <a:pt x="704" y="6417"/>
                    </a:cubicBezTo>
                    <a:cubicBezTo>
                      <a:pt x="520" y="6835"/>
                      <a:pt x="688" y="7238"/>
                      <a:pt x="755" y="7356"/>
                    </a:cubicBezTo>
                    <a:cubicBezTo>
                      <a:pt x="537" y="7389"/>
                      <a:pt x="67" y="7657"/>
                      <a:pt x="34" y="8176"/>
                    </a:cubicBezTo>
                    <a:cubicBezTo>
                      <a:pt x="0" y="8779"/>
                      <a:pt x="436" y="9199"/>
                      <a:pt x="436" y="9199"/>
                    </a:cubicBezTo>
                    <a:cubicBezTo>
                      <a:pt x="436" y="9199"/>
                      <a:pt x="0" y="10104"/>
                      <a:pt x="1073" y="10741"/>
                    </a:cubicBezTo>
                    <a:cubicBezTo>
                      <a:pt x="1676" y="11110"/>
                      <a:pt x="2682" y="11193"/>
                      <a:pt x="3772" y="11244"/>
                    </a:cubicBezTo>
                    <a:cubicBezTo>
                      <a:pt x="3865" y="11250"/>
                      <a:pt x="3958" y="11254"/>
                      <a:pt x="4051" y="11254"/>
                    </a:cubicBezTo>
                    <a:cubicBezTo>
                      <a:pt x="4426" y="11254"/>
                      <a:pt x="4797" y="11200"/>
                      <a:pt x="5146" y="11092"/>
                    </a:cubicBezTo>
                    <a:cubicBezTo>
                      <a:pt x="6268" y="11545"/>
                      <a:pt x="15754" y="15266"/>
                      <a:pt x="24168" y="17311"/>
                    </a:cubicBezTo>
                    <a:cubicBezTo>
                      <a:pt x="24428" y="17374"/>
                      <a:pt x="24696" y="17406"/>
                      <a:pt x="24963" y="17406"/>
                    </a:cubicBezTo>
                    <a:cubicBezTo>
                      <a:pt x="25402" y="17406"/>
                      <a:pt x="25840" y="17320"/>
                      <a:pt x="26246" y="17143"/>
                    </a:cubicBezTo>
                    <a:cubicBezTo>
                      <a:pt x="28543" y="16171"/>
                      <a:pt x="34308" y="14612"/>
                      <a:pt x="39973" y="10757"/>
                    </a:cubicBezTo>
                    <a:cubicBezTo>
                      <a:pt x="42838" y="8797"/>
                      <a:pt x="43441" y="4757"/>
                      <a:pt x="41162" y="2109"/>
                    </a:cubicBezTo>
                    <a:cubicBezTo>
                      <a:pt x="41129" y="2060"/>
                      <a:pt x="41095" y="2026"/>
                      <a:pt x="41061" y="1975"/>
                    </a:cubicBezTo>
                    <a:cubicBezTo>
                      <a:pt x="39924" y="672"/>
                      <a:pt x="38318" y="1"/>
                      <a:pt x="366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5890258" y="1685099"/>
                <a:ext cx="72712" cy="89206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5533" extrusionOk="0">
                    <a:moveTo>
                      <a:pt x="3943" y="0"/>
                    </a:moveTo>
                    <a:cubicBezTo>
                      <a:pt x="3214" y="0"/>
                      <a:pt x="2605" y="183"/>
                      <a:pt x="2298" y="504"/>
                    </a:cubicBezTo>
                    <a:cubicBezTo>
                      <a:pt x="2113" y="688"/>
                      <a:pt x="2046" y="907"/>
                      <a:pt x="2079" y="1124"/>
                    </a:cubicBezTo>
                    <a:lnTo>
                      <a:pt x="2079" y="1141"/>
                    </a:lnTo>
                    <a:cubicBezTo>
                      <a:pt x="1710" y="1023"/>
                      <a:pt x="1426" y="1023"/>
                      <a:pt x="1409" y="1023"/>
                    </a:cubicBezTo>
                    <a:lnTo>
                      <a:pt x="1409" y="1242"/>
                    </a:lnTo>
                    <a:cubicBezTo>
                      <a:pt x="1409" y="1242"/>
                      <a:pt x="1777" y="1242"/>
                      <a:pt x="2231" y="1426"/>
                    </a:cubicBezTo>
                    <a:cubicBezTo>
                      <a:pt x="2414" y="1660"/>
                      <a:pt x="2750" y="1828"/>
                      <a:pt x="3085" y="1946"/>
                    </a:cubicBezTo>
                    <a:cubicBezTo>
                      <a:pt x="3136" y="2180"/>
                      <a:pt x="3118" y="2348"/>
                      <a:pt x="3018" y="2482"/>
                    </a:cubicBezTo>
                    <a:cubicBezTo>
                      <a:pt x="2884" y="2666"/>
                      <a:pt x="2633" y="2717"/>
                      <a:pt x="2548" y="2717"/>
                    </a:cubicBezTo>
                    <a:cubicBezTo>
                      <a:pt x="2165" y="2440"/>
                      <a:pt x="1573" y="2366"/>
                      <a:pt x="1063" y="2366"/>
                    </a:cubicBezTo>
                    <a:cubicBezTo>
                      <a:pt x="770" y="2366"/>
                      <a:pt x="504" y="2391"/>
                      <a:pt x="320" y="2415"/>
                    </a:cubicBezTo>
                    <a:lnTo>
                      <a:pt x="336" y="2632"/>
                    </a:lnTo>
                    <a:cubicBezTo>
                      <a:pt x="598" y="2602"/>
                      <a:pt x="845" y="2587"/>
                      <a:pt x="1072" y="2587"/>
                    </a:cubicBezTo>
                    <a:cubicBezTo>
                      <a:pt x="1850" y="2587"/>
                      <a:pt x="2408" y="2761"/>
                      <a:pt x="2615" y="3085"/>
                    </a:cubicBezTo>
                    <a:cubicBezTo>
                      <a:pt x="2683" y="3186"/>
                      <a:pt x="2700" y="3303"/>
                      <a:pt x="2666" y="3403"/>
                    </a:cubicBezTo>
                    <a:cubicBezTo>
                      <a:pt x="2615" y="3655"/>
                      <a:pt x="2347" y="3856"/>
                      <a:pt x="2264" y="3906"/>
                    </a:cubicBezTo>
                    <a:cubicBezTo>
                      <a:pt x="2095" y="3860"/>
                      <a:pt x="1888" y="3838"/>
                      <a:pt x="1667" y="3838"/>
                    </a:cubicBezTo>
                    <a:cubicBezTo>
                      <a:pt x="1076" y="3838"/>
                      <a:pt x="379" y="3995"/>
                      <a:pt x="1" y="4275"/>
                    </a:cubicBezTo>
                    <a:lnTo>
                      <a:pt x="135" y="4442"/>
                    </a:lnTo>
                    <a:cubicBezTo>
                      <a:pt x="474" y="4193"/>
                      <a:pt x="1117" y="4069"/>
                      <a:pt x="1645" y="4069"/>
                    </a:cubicBezTo>
                    <a:cubicBezTo>
                      <a:pt x="2004" y="4069"/>
                      <a:pt x="2310" y="4126"/>
                      <a:pt x="2432" y="4241"/>
                    </a:cubicBezTo>
                    <a:cubicBezTo>
                      <a:pt x="2582" y="4375"/>
                      <a:pt x="2633" y="4543"/>
                      <a:pt x="2582" y="4710"/>
                    </a:cubicBezTo>
                    <a:cubicBezTo>
                      <a:pt x="2499" y="4979"/>
                      <a:pt x="2180" y="5231"/>
                      <a:pt x="1777" y="5314"/>
                    </a:cubicBezTo>
                    <a:lnTo>
                      <a:pt x="1828" y="5532"/>
                    </a:lnTo>
                    <a:cubicBezTo>
                      <a:pt x="2314" y="5432"/>
                      <a:pt x="2700" y="5130"/>
                      <a:pt x="2801" y="4777"/>
                    </a:cubicBezTo>
                    <a:cubicBezTo>
                      <a:pt x="2868" y="4527"/>
                      <a:pt x="2801" y="4275"/>
                      <a:pt x="2582" y="4074"/>
                    </a:cubicBezTo>
                    <a:cubicBezTo>
                      <a:pt x="2566" y="4057"/>
                      <a:pt x="2532" y="4040"/>
                      <a:pt x="2499" y="4006"/>
                    </a:cubicBezTo>
                    <a:cubicBezTo>
                      <a:pt x="2633" y="3890"/>
                      <a:pt x="2834" y="3705"/>
                      <a:pt x="2884" y="3454"/>
                    </a:cubicBezTo>
                    <a:cubicBezTo>
                      <a:pt x="2935" y="3286"/>
                      <a:pt x="2901" y="3119"/>
                      <a:pt x="2801" y="2967"/>
                    </a:cubicBezTo>
                    <a:cubicBezTo>
                      <a:pt x="2783" y="2951"/>
                      <a:pt x="2750" y="2934"/>
                      <a:pt x="2733" y="2900"/>
                    </a:cubicBezTo>
                    <a:cubicBezTo>
                      <a:pt x="2884" y="2867"/>
                      <a:pt x="3069" y="2784"/>
                      <a:pt x="3203" y="2616"/>
                    </a:cubicBezTo>
                    <a:cubicBezTo>
                      <a:pt x="3303" y="2465"/>
                      <a:pt x="3353" y="2263"/>
                      <a:pt x="3319" y="2029"/>
                    </a:cubicBezTo>
                    <a:lnTo>
                      <a:pt x="3319" y="2029"/>
                    </a:lnTo>
                    <a:cubicBezTo>
                      <a:pt x="3471" y="2062"/>
                      <a:pt x="3605" y="2096"/>
                      <a:pt x="3706" y="2129"/>
                    </a:cubicBezTo>
                    <a:cubicBezTo>
                      <a:pt x="3521" y="2415"/>
                      <a:pt x="3203" y="3068"/>
                      <a:pt x="3386" y="4124"/>
                    </a:cubicBezTo>
                    <a:lnTo>
                      <a:pt x="3605" y="4074"/>
                    </a:lnTo>
                    <a:cubicBezTo>
                      <a:pt x="3370" y="2800"/>
                      <a:pt x="3974" y="2129"/>
                      <a:pt x="3990" y="2129"/>
                    </a:cubicBezTo>
                    <a:lnTo>
                      <a:pt x="4124" y="1979"/>
                    </a:lnTo>
                    <a:lnTo>
                      <a:pt x="3923" y="1946"/>
                    </a:lnTo>
                    <a:cubicBezTo>
                      <a:pt x="3504" y="1879"/>
                      <a:pt x="2381" y="1593"/>
                      <a:pt x="2298" y="1090"/>
                    </a:cubicBezTo>
                    <a:cubicBezTo>
                      <a:pt x="2280" y="940"/>
                      <a:pt x="2331" y="789"/>
                      <a:pt x="2448" y="655"/>
                    </a:cubicBezTo>
                    <a:cubicBezTo>
                      <a:pt x="2729" y="375"/>
                      <a:pt x="3285" y="222"/>
                      <a:pt x="3949" y="222"/>
                    </a:cubicBezTo>
                    <a:cubicBezTo>
                      <a:pt x="4118" y="222"/>
                      <a:pt x="4295" y="232"/>
                      <a:pt x="4476" y="252"/>
                    </a:cubicBezTo>
                    <a:lnTo>
                      <a:pt x="4510" y="35"/>
                    </a:lnTo>
                    <a:cubicBezTo>
                      <a:pt x="4315" y="11"/>
                      <a:pt x="4125" y="0"/>
                      <a:pt x="39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6256644" y="1606040"/>
                <a:ext cx="319403" cy="272293"/>
              </a:xfrm>
              <a:custGeom>
                <a:avLst/>
                <a:gdLst/>
                <a:ahLst/>
                <a:cxnLst/>
                <a:rect l="l" t="t" r="r" b="b"/>
                <a:pathLst>
                  <a:path w="19811" h="16889" extrusionOk="0">
                    <a:moveTo>
                      <a:pt x="11940" y="0"/>
                    </a:moveTo>
                    <a:cubicBezTo>
                      <a:pt x="8181" y="0"/>
                      <a:pt x="3853" y="3701"/>
                      <a:pt x="1576" y="5945"/>
                    </a:cubicBezTo>
                    <a:cubicBezTo>
                      <a:pt x="587" y="6917"/>
                      <a:pt x="0" y="7621"/>
                      <a:pt x="0" y="7621"/>
                    </a:cubicBezTo>
                    <a:cubicBezTo>
                      <a:pt x="1576" y="13051"/>
                      <a:pt x="6554" y="16888"/>
                      <a:pt x="6554" y="16888"/>
                    </a:cubicBezTo>
                    <a:cubicBezTo>
                      <a:pt x="6554" y="16888"/>
                      <a:pt x="7258" y="16586"/>
                      <a:pt x="8297" y="16050"/>
                    </a:cubicBezTo>
                    <a:cubicBezTo>
                      <a:pt x="11933" y="14123"/>
                      <a:pt x="19810" y="9163"/>
                      <a:pt x="16777" y="3330"/>
                    </a:cubicBezTo>
                    <a:cubicBezTo>
                      <a:pt x="15514" y="903"/>
                      <a:pt x="13796" y="0"/>
                      <a:pt x="119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 rot="120891">
                <a:off x="6444357" y="1458071"/>
                <a:ext cx="151371" cy="104256"/>
              </a:xfrm>
              <a:custGeom>
                <a:avLst/>
                <a:gdLst/>
                <a:ahLst/>
                <a:cxnLst/>
                <a:rect l="l" t="t" r="r" b="b"/>
                <a:pathLst>
                  <a:path w="10644" h="7331" extrusionOk="0">
                    <a:moveTo>
                      <a:pt x="7844" y="0"/>
                    </a:moveTo>
                    <a:lnTo>
                      <a:pt x="1107" y="1055"/>
                    </a:lnTo>
                    <a:lnTo>
                      <a:pt x="1107" y="1055"/>
                    </a:lnTo>
                    <a:lnTo>
                      <a:pt x="6503" y="720"/>
                    </a:lnTo>
                    <a:lnTo>
                      <a:pt x="6503" y="720"/>
                    </a:lnTo>
                    <a:cubicBezTo>
                      <a:pt x="6503" y="720"/>
                      <a:pt x="6671" y="3770"/>
                      <a:pt x="353" y="4474"/>
                    </a:cubicBezTo>
                    <a:cubicBezTo>
                      <a:pt x="369" y="6034"/>
                      <a:pt x="1" y="6821"/>
                      <a:pt x="1" y="6821"/>
                    </a:cubicBezTo>
                    <a:cubicBezTo>
                      <a:pt x="533" y="7160"/>
                      <a:pt x="1144" y="7331"/>
                      <a:pt x="1759" y="7331"/>
                    </a:cubicBezTo>
                    <a:cubicBezTo>
                      <a:pt x="2208" y="7331"/>
                      <a:pt x="2660" y="7239"/>
                      <a:pt x="3084" y="7055"/>
                    </a:cubicBezTo>
                    <a:lnTo>
                      <a:pt x="10644" y="3821"/>
                    </a:lnTo>
                    <a:cubicBezTo>
                      <a:pt x="7677" y="3620"/>
                      <a:pt x="7844" y="0"/>
                      <a:pt x="78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 rot="120891">
                <a:off x="6443486" y="1467301"/>
                <a:ext cx="96292" cy="53401"/>
              </a:xfrm>
              <a:custGeom>
                <a:avLst/>
                <a:gdLst/>
                <a:ahLst/>
                <a:cxnLst/>
                <a:rect l="l" t="t" r="r" b="b"/>
                <a:pathLst>
                  <a:path w="6771" h="3755" extrusionOk="0">
                    <a:moveTo>
                      <a:pt x="6603" y="0"/>
                    </a:moveTo>
                    <a:lnTo>
                      <a:pt x="1207" y="335"/>
                    </a:lnTo>
                    <a:lnTo>
                      <a:pt x="0" y="755"/>
                    </a:lnTo>
                    <a:cubicBezTo>
                      <a:pt x="319" y="1962"/>
                      <a:pt x="436" y="2967"/>
                      <a:pt x="453" y="3754"/>
                    </a:cubicBezTo>
                    <a:cubicBezTo>
                      <a:pt x="6771" y="3050"/>
                      <a:pt x="6603" y="0"/>
                      <a:pt x="6603" y="0"/>
                    </a:cubicBezTo>
                    <a:close/>
                  </a:path>
                </a:pathLst>
              </a:custGeom>
              <a:solidFill>
                <a:srgbClr val="E586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 rot="120891">
                <a:off x="6383162" y="1514829"/>
                <a:ext cx="402576" cy="504899"/>
              </a:xfrm>
              <a:custGeom>
                <a:avLst/>
                <a:gdLst/>
                <a:ahLst/>
                <a:cxnLst/>
                <a:rect l="l" t="t" r="r" b="b"/>
                <a:pathLst>
                  <a:path w="28308" h="35503" extrusionOk="0">
                    <a:moveTo>
                      <a:pt x="14314" y="0"/>
                    </a:moveTo>
                    <a:lnTo>
                      <a:pt x="4240" y="2045"/>
                    </a:lnTo>
                    <a:cubicBezTo>
                      <a:pt x="4240" y="2045"/>
                      <a:pt x="1" y="7558"/>
                      <a:pt x="2531" y="15938"/>
                    </a:cubicBezTo>
                    <a:cubicBezTo>
                      <a:pt x="5078" y="24302"/>
                      <a:pt x="10341" y="34273"/>
                      <a:pt x="10341" y="34273"/>
                    </a:cubicBezTo>
                    <a:cubicBezTo>
                      <a:pt x="13125" y="35184"/>
                      <a:pt x="15866" y="35502"/>
                      <a:pt x="18336" y="35502"/>
                    </a:cubicBezTo>
                    <a:cubicBezTo>
                      <a:pt x="24045" y="35502"/>
                      <a:pt x="28307" y="33804"/>
                      <a:pt x="28307" y="33804"/>
                    </a:cubicBezTo>
                    <a:cubicBezTo>
                      <a:pt x="28307" y="33804"/>
                      <a:pt x="26247" y="14698"/>
                      <a:pt x="23045" y="8027"/>
                    </a:cubicBezTo>
                    <a:cubicBezTo>
                      <a:pt x="19844" y="1341"/>
                      <a:pt x="14314" y="0"/>
                      <a:pt x="14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6213950" y="2034750"/>
                <a:ext cx="654854" cy="843947"/>
              </a:xfrm>
              <a:custGeom>
                <a:avLst/>
                <a:gdLst/>
                <a:ahLst/>
                <a:cxnLst/>
                <a:rect l="l" t="t" r="r" b="b"/>
                <a:pathLst>
                  <a:path w="41381" h="53330" extrusionOk="0">
                    <a:moveTo>
                      <a:pt x="22576" y="1"/>
                    </a:moveTo>
                    <a:cubicBezTo>
                      <a:pt x="22576" y="1"/>
                      <a:pt x="11631" y="9100"/>
                      <a:pt x="1777" y="21335"/>
                    </a:cubicBezTo>
                    <a:cubicBezTo>
                      <a:pt x="402" y="23028"/>
                      <a:pt x="0" y="25308"/>
                      <a:pt x="704" y="27368"/>
                    </a:cubicBezTo>
                    <a:cubicBezTo>
                      <a:pt x="2364" y="32195"/>
                      <a:pt x="6637" y="41882"/>
                      <a:pt x="13660" y="53330"/>
                    </a:cubicBezTo>
                    <a:lnTo>
                      <a:pt x="18755" y="50966"/>
                    </a:lnTo>
                    <a:cubicBezTo>
                      <a:pt x="18755" y="50966"/>
                      <a:pt x="14833" y="32698"/>
                      <a:pt x="9872" y="26313"/>
                    </a:cubicBezTo>
                    <a:cubicBezTo>
                      <a:pt x="9872" y="26313"/>
                      <a:pt x="25341" y="21301"/>
                      <a:pt x="41380" y="12436"/>
                    </a:cubicBezTo>
                    <a:lnTo>
                      <a:pt x="225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6267993" y="2547298"/>
                <a:ext cx="248335" cy="347214"/>
              </a:xfrm>
              <a:custGeom>
                <a:avLst/>
                <a:gdLst/>
                <a:ahLst/>
                <a:cxnLst/>
                <a:rect l="l" t="t" r="r" b="b"/>
                <a:pathLst>
                  <a:path w="15403" h="21536" extrusionOk="0">
                    <a:moveTo>
                      <a:pt x="8788" y="1"/>
                    </a:moveTo>
                    <a:cubicBezTo>
                      <a:pt x="5739" y="1"/>
                      <a:pt x="2691" y="737"/>
                      <a:pt x="0" y="2144"/>
                    </a:cubicBezTo>
                    <a:cubicBezTo>
                      <a:pt x="2279" y="7273"/>
                      <a:pt x="5698" y="14027"/>
                      <a:pt x="10308" y="21536"/>
                    </a:cubicBezTo>
                    <a:lnTo>
                      <a:pt x="15403" y="19172"/>
                    </a:lnTo>
                    <a:cubicBezTo>
                      <a:pt x="15403" y="19172"/>
                      <a:pt x="12989" y="7960"/>
                      <a:pt x="9553" y="16"/>
                    </a:cubicBezTo>
                    <a:cubicBezTo>
                      <a:pt x="9298" y="6"/>
                      <a:pt x="9043" y="1"/>
                      <a:pt x="8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6552225" y="2119125"/>
                <a:ext cx="938373" cy="596157"/>
              </a:xfrm>
              <a:custGeom>
                <a:avLst/>
                <a:gdLst/>
                <a:ahLst/>
                <a:cxnLst/>
                <a:rect l="l" t="t" r="r" b="b"/>
                <a:pathLst>
                  <a:path w="60687" h="38555" extrusionOk="0">
                    <a:moveTo>
                      <a:pt x="13140" y="1"/>
                    </a:moveTo>
                    <a:lnTo>
                      <a:pt x="1" y="7945"/>
                    </a:lnTo>
                    <a:cubicBezTo>
                      <a:pt x="9051" y="21335"/>
                      <a:pt x="20515" y="31927"/>
                      <a:pt x="26229" y="37089"/>
                    </a:cubicBezTo>
                    <a:cubicBezTo>
                      <a:pt x="27307" y="38058"/>
                      <a:pt x="28676" y="38555"/>
                      <a:pt x="30058" y="38555"/>
                    </a:cubicBezTo>
                    <a:cubicBezTo>
                      <a:pt x="31019" y="38555"/>
                      <a:pt x="31986" y="38315"/>
                      <a:pt x="32866" y="37826"/>
                    </a:cubicBezTo>
                    <a:cubicBezTo>
                      <a:pt x="45637" y="30720"/>
                      <a:pt x="60687" y="20615"/>
                      <a:pt x="60687" y="20615"/>
                    </a:cubicBezTo>
                    <a:lnTo>
                      <a:pt x="54838" y="17028"/>
                    </a:lnTo>
                    <a:cubicBezTo>
                      <a:pt x="41614" y="20347"/>
                      <a:pt x="31357" y="28660"/>
                      <a:pt x="31357" y="28660"/>
                    </a:cubicBezTo>
                    <a:cubicBezTo>
                      <a:pt x="26280" y="19040"/>
                      <a:pt x="21402" y="10123"/>
                      <a:pt x="21402" y="10123"/>
                    </a:cubicBezTo>
                    <a:cubicBezTo>
                      <a:pt x="17665" y="1442"/>
                      <a:pt x="13140" y="1"/>
                      <a:pt x="131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7113395" y="2368216"/>
                <a:ext cx="398838" cy="268859"/>
              </a:xfrm>
              <a:custGeom>
                <a:avLst/>
                <a:gdLst/>
                <a:ahLst/>
                <a:cxnLst/>
                <a:rect l="l" t="t" r="r" b="b"/>
                <a:pathLst>
                  <a:path w="24738" h="16676" extrusionOk="0">
                    <a:moveTo>
                      <a:pt x="18889" y="0"/>
                    </a:moveTo>
                    <a:cubicBezTo>
                      <a:pt x="11046" y="1961"/>
                      <a:pt x="4242" y="5699"/>
                      <a:pt x="1" y="8396"/>
                    </a:cubicBezTo>
                    <a:cubicBezTo>
                      <a:pt x="604" y="11330"/>
                      <a:pt x="2163" y="14078"/>
                      <a:pt x="4074" y="16676"/>
                    </a:cubicBezTo>
                    <a:cubicBezTo>
                      <a:pt x="14700" y="10324"/>
                      <a:pt x="24738" y="3587"/>
                      <a:pt x="24738" y="3587"/>
                    </a:cubicBezTo>
                    <a:lnTo>
                      <a:pt x="188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6346624" y="2022475"/>
                <a:ext cx="579686" cy="454348"/>
              </a:xfrm>
              <a:custGeom>
                <a:avLst/>
                <a:gdLst/>
                <a:ahLst/>
                <a:cxnLst/>
                <a:rect l="l" t="t" r="r" b="b"/>
                <a:pathLst>
                  <a:path w="40694" h="28181" extrusionOk="0">
                    <a:moveTo>
                      <a:pt x="28834" y="0"/>
                    </a:moveTo>
                    <a:cubicBezTo>
                      <a:pt x="25640" y="0"/>
                      <a:pt x="19686" y="99"/>
                      <a:pt x="12955" y="695"/>
                    </a:cubicBezTo>
                    <a:cubicBezTo>
                      <a:pt x="12955" y="695"/>
                      <a:pt x="8247" y="3593"/>
                      <a:pt x="1" y="13734"/>
                    </a:cubicBezTo>
                    <a:cubicBezTo>
                      <a:pt x="1" y="13734"/>
                      <a:pt x="1760" y="21141"/>
                      <a:pt x="8832" y="25046"/>
                    </a:cubicBezTo>
                    <a:cubicBezTo>
                      <a:pt x="8832" y="25046"/>
                      <a:pt x="15554" y="22398"/>
                      <a:pt x="20347" y="20219"/>
                    </a:cubicBezTo>
                    <a:cubicBezTo>
                      <a:pt x="20347" y="20219"/>
                      <a:pt x="23045" y="24393"/>
                      <a:pt x="26783" y="28180"/>
                    </a:cubicBezTo>
                    <a:cubicBezTo>
                      <a:pt x="26783" y="28180"/>
                      <a:pt x="34642" y="25280"/>
                      <a:pt x="40693" y="21593"/>
                    </a:cubicBezTo>
                    <a:cubicBezTo>
                      <a:pt x="40693" y="21593"/>
                      <a:pt x="36470" y="8521"/>
                      <a:pt x="31308" y="24"/>
                    </a:cubicBezTo>
                    <a:cubicBezTo>
                      <a:pt x="31308" y="24"/>
                      <a:pt x="30405" y="0"/>
                      <a:pt x="288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6622755" y="2263854"/>
                <a:ext cx="51882" cy="103232"/>
              </a:xfrm>
              <a:custGeom>
                <a:avLst/>
                <a:gdLst/>
                <a:ahLst/>
                <a:cxnLst/>
                <a:rect l="l" t="t" r="r" b="b"/>
                <a:pathLst>
                  <a:path w="3218" h="6403" extrusionOk="0">
                    <a:moveTo>
                      <a:pt x="251" y="1"/>
                    </a:moveTo>
                    <a:cubicBezTo>
                      <a:pt x="0" y="4459"/>
                      <a:pt x="553" y="6403"/>
                      <a:pt x="553" y="6403"/>
                    </a:cubicBezTo>
                    <a:cubicBezTo>
                      <a:pt x="2581" y="5598"/>
                      <a:pt x="3218" y="5230"/>
                      <a:pt x="3218" y="5230"/>
                    </a:cubicBezTo>
                    <a:cubicBezTo>
                      <a:pt x="2112" y="3286"/>
                      <a:pt x="1491" y="2314"/>
                      <a:pt x="1055" y="470"/>
                    </a:cubicBezTo>
                    <a:cubicBezTo>
                      <a:pt x="787" y="352"/>
                      <a:pt x="402" y="218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7396289" y="2277437"/>
                <a:ext cx="290221" cy="184522"/>
              </a:xfrm>
              <a:custGeom>
                <a:avLst/>
                <a:gdLst/>
                <a:ahLst/>
                <a:cxnLst/>
                <a:rect l="l" t="t" r="r" b="b"/>
                <a:pathLst>
                  <a:path w="18001" h="11445" extrusionOk="0">
                    <a:moveTo>
                      <a:pt x="2112" y="0"/>
                    </a:moveTo>
                    <a:lnTo>
                      <a:pt x="1" y="5631"/>
                    </a:lnTo>
                    <a:lnTo>
                      <a:pt x="7610" y="10307"/>
                    </a:lnTo>
                    <a:lnTo>
                      <a:pt x="11833" y="11263"/>
                    </a:lnTo>
                    <a:cubicBezTo>
                      <a:pt x="12362" y="11385"/>
                      <a:pt x="12896" y="11444"/>
                      <a:pt x="13427" y="11444"/>
                    </a:cubicBezTo>
                    <a:cubicBezTo>
                      <a:pt x="15084" y="11444"/>
                      <a:pt x="16706" y="10862"/>
                      <a:pt x="18001" y="9770"/>
                    </a:cubicBezTo>
                    <a:lnTo>
                      <a:pt x="2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7421406" y="2322754"/>
                <a:ext cx="39210" cy="3432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2129" extrusionOk="0">
                    <a:moveTo>
                      <a:pt x="1222" y="0"/>
                    </a:moveTo>
                    <a:cubicBezTo>
                      <a:pt x="864" y="0"/>
                      <a:pt x="517" y="179"/>
                      <a:pt x="320" y="508"/>
                    </a:cubicBezTo>
                    <a:cubicBezTo>
                      <a:pt x="1" y="1010"/>
                      <a:pt x="168" y="1663"/>
                      <a:pt x="671" y="1965"/>
                    </a:cubicBezTo>
                    <a:cubicBezTo>
                      <a:pt x="846" y="2076"/>
                      <a:pt x="1040" y="2128"/>
                      <a:pt x="1231" y="2128"/>
                    </a:cubicBezTo>
                    <a:cubicBezTo>
                      <a:pt x="1587" y="2128"/>
                      <a:pt x="1933" y="1947"/>
                      <a:pt x="2130" y="1630"/>
                    </a:cubicBezTo>
                    <a:cubicBezTo>
                      <a:pt x="2432" y="1127"/>
                      <a:pt x="2280" y="457"/>
                      <a:pt x="1777" y="155"/>
                    </a:cubicBezTo>
                    <a:cubicBezTo>
                      <a:pt x="1603" y="50"/>
                      <a:pt x="1411" y="0"/>
                      <a:pt x="12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7460596" y="2406036"/>
                <a:ext cx="68650" cy="63249"/>
              </a:xfrm>
              <a:custGeom>
                <a:avLst/>
                <a:gdLst/>
                <a:ahLst/>
                <a:cxnLst/>
                <a:rect l="l" t="t" r="r" b="b"/>
                <a:pathLst>
                  <a:path w="4258" h="3923" extrusionOk="0">
                    <a:moveTo>
                      <a:pt x="1626" y="1"/>
                    </a:moveTo>
                    <a:lnTo>
                      <a:pt x="1" y="1894"/>
                    </a:lnTo>
                    <a:lnTo>
                      <a:pt x="3285" y="3923"/>
                    </a:lnTo>
                    <a:lnTo>
                      <a:pt x="4157" y="1961"/>
                    </a:lnTo>
                    <a:lnTo>
                      <a:pt x="4257" y="1610"/>
                    </a:lnTo>
                    <a:lnTo>
                      <a:pt x="16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7460854" y="2288786"/>
                <a:ext cx="23797" cy="24039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1491" extrusionOk="0">
                    <a:moveTo>
                      <a:pt x="436" y="0"/>
                    </a:moveTo>
                    <a:lnTo>
                      <a:pt x="1" y="687"/>
                    </a:lnTo>
                    <a:lnTo>
                      <a:pt x="939" y="1491"/>
                    </a:lnTo>
                    <a:lnTo>
                      <a:pt x="1475" y="653"/>
                    </a:lnTo>
                    <a:lnTo>
                      <a:pt x="4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7494096" y="2309856"/>
                <a:ext cx="24055" cy="24055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2" extrusionOk="0">
                    <a:moveTo>
                      <a:pt x="453" y="0"/>
                    </a:moveTo>
                    <a:lnTo>
                      <a:pt x="1" y="687"/>
                    </a:lnTo>
                    <a:lnTo>
                      <a:pt x="955" y="1491"/>
                    </a:lnTo>
                    <a:lnTo>
                      <a:pt x="1492" y="653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1"/>
              <p:cNvSpPr/>
              <p:nvPr/>
            </p:nvSpPr>
            <p:spPr>
              <a:xfrm>
                <a:off x="7562724" y="2350643"/>
                <a:ext cx="24055" cy="24071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493" extrusionOk="0">
                    <a:moveTo>
                      <a:pt x="453" y="0"/>
                    </a:moveTo>
                    <a:lnTo>
                      <a:pt x="1" y="688"/>
                    </a:lnTo>
                    <a:lnTo>
                      <a:pt x="955" y="1493"/>
                    </a:lnTo>
                    <a:lnTo>
                      <a:pt x="1492" y="655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>
                <a:off x="7599464" y="2372262"/>
                <a:ext cx="23797" cy="24071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1493" extrusionOk="0">
                    <a:moveTo>
                      <a:pt x="437" y="0"/>
                    </a:moveTo>
                    <a:lnTo>
                      <a:pt x="1" y="704"/>
                    </a:lnTo>
                    <a:lnTo>
                      <a:pt x="940" y="1492"/>
                    </a:lnTo>
                    <a:lnTo>
                      <a:pt x="1476" y="654"/>
                    </a:lnTo>
                    <a:lnTo>
                      <a:pt x="4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>
                <a:off x="7644696" y="2405159"/>
                <a:ext cx="23797" cy="24071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1493" extrusionOk="0">
                    <a:moveTo>
                      <a:pt x="454" y="0"/>
                    </a:moveTo>
                    <a:lnTo>
                      <a:pt x="1" y="688"/>
                    </a:lnTo>
                    <a:lnTo>
                      <a:pt x="940" y="1492"/>
                    </a:lnTo>
                    <a:lnTo>
                      <a:pt x="1476" y="637"/>
                    </a:lnTo>
                    <a:lnTo>
                      <a:pt x="4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6304733" y="2838820"/>
                <a:ext cx="278871" cy="200757"/>
              </a:xfrm>
              <a:custGeom>
                <a:avLst/>
                <a:gdLst/>
                <a:ahLst/>
                <a:cxnLst/>
                <a:rect l="l" t="t" r="r" b="b"/>
                <a:pathLst>
                  <a:path w="17297" h="12452" extrusionOk="0">
                    <a:moveTo>
                      <a:pt x="13861" y="0"/>
                    </a:moveTo>
                    <a:lnTo>
                      <a:pt x="5683" y="3587"/>
                    </a:lnTo>
                    <a:lnTo>
                      <a:pt x="2498" y="6519"/>
                    </a:lnTo>
                    <a:cubicBezTo>
                      <a:pt x="856" y="8027"/>
                      <a:pt x="0" y="10224"/>
                      <a:pt x="219" y="12452"/>
                    </a:cubicBezTo>
                    <a:lnTo>
                      <a:pt x="17296" y="4944"/>
                    </a:lnTo>
                    <a:lnTo>
                      <a:pt x="138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6506570" y="2874641"/>
                <a:ext cx="38920" cy="34276"/>
              </a:xfrm>
              <a:custGeom>
                <a:avLst/>
                <a:gdLst/>
                <a:ahLst/>
                <a:cxnLst/>
                <a:rect l="l" t="t" r="r" b="b"/>
                <a:pathLst>
                  <a:path w="2414" h="2126" extrusionOk="0">
                    <a:moveTo>
                      <a:pt x="1205" y="0"/>
                    </a:moveTo>
                    <a:cubicBezTo>
                      <a:pt x="1060" y="0"/>
                      <a:pt x="912" y="30"/>
                      <a:pt x="771" y="91"/>
                    </a:cubicBezTo>
                    <a:cubicBezTo>
                      <a:pt x="235" y="326"/>
                      <a:pt x="0" y="945"/>
                      <a:pt x="235" y="1499"/>
                    </a:cubicBezTo>
                    <a:cubicBezTo>
                      <a:pt x="408" y="1895"/>
                      <a:pt x="791" y="2126"/>
                      <a:pt x="1195" y="2126"/>
                    </a:cubicBezTo>
                    <a:cubicBezTo>
                      <a:pt x="1338" y="2126"/>
                      <a:pt x="1485" y="2097"/>
                      <a:pt x="1626" y="2035"/>
                    </a:cubicBezTo>
                    <a:cubicBezTo>
                      <a:pt x="2179" y="1801"/>
                      <a:pt x="2414" y="1164"/>
                      <a:pt x="2179" y="627"/>
                    </a:cubicBezTo>
                    <a:cubicBezTo>
                      <a:pt x="2006" y="232"/>
                      <a:pt x="1614" y="0"/>
                      <a:pt x="1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6378504" y="2852588"/>
                <a:ext cx="67279" cy="59202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3672" extrusionOk="0">
                    <a:moveTo>
                      <a:pt x="3536" y="0"/>
                    </a:moveTo>
                    <a:lnTo>
                      <a:pt x="0" y="1560"/>
                    </a:lnTo>
                    <a:lnTo>
                      <a:pt x="1107" y="3386"/>
                    </a:lnTo>
                    <a:lnTo>
                      <a:pt x="1341" y="3671"/>
                    </a:lnTo>
                    <a:lnTo>
                      <a:pt x="4173" y="2431"/>
                    </a:lnTo>
                    <a:lnTo>
                      <a:pt x="35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6528447" y="2930679"/>
                <a:ext cx="24329" cy="20008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241" extrusionOk="0">
                    <a:moveTo>
                      <a:pt x="1191" y="1"/>
                    </a:moveTo>
                    <a:lnTo>
                      <a:pt x="0" y="318"/>
                    </a:lnTo>
                    <a:lnTo>
                      <a:pt x="386" y="1241"/>
                    </a:lnTo>
                    <a:lnTo>
                      <a:pt x="1509" y="771"/>
                    </a:lnTo>
                    <a:lnTo>
                      <a:pt x="11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1"/>
              <p:cNvSpPr/>
              <p:nvPr/>
            </p:nvSpPr>
            <p:spPr>
              <a:xfrm>
                <a:off x="6491980" y="2946075"/>
                <a:ext cx="24329" cy="20008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241" extrusionOk="0">
                    <a:moveTo>
                      <a:pt x="1207" y="0"/>
                    </a:moveTo>
                    <a:lnTo>
                      <a:pt x="0" y="319"/>
                    </a:lnTo>
                    <a:lnTo>
                      <a:pt x="385" y="1240"/>
                    </a:lnTo>
                    <a:lnTo>
                      <a:pt x="1509" y="771"/>
                    </a:lnTo>
                    <a:lnTo>
                      <a:pt x="1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1"/>
              <p:cNvSpPr/>
              <p:nvPr/>
            </p:nvSpPr>
            <p:spPr>
              <a:xfrm>
                <a:off x="6419564" y="2979317"/>
                <a:ext cx="24345" cy="20008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241" extrusionOk="0">
                    <a:moveTo>
                      <a:pt x="1190" y="0"/>
                    </a:moveTo>
                    <a:lnTo>
                      <a:pt x="1" y="335"/>
                    </a:lnTo>
                    <a:lnTo>
                      <a:pt x="386" y="1240"/>
                    </a:lnTo>
                    <a:lnTo>
                      <a:pt x="1509" y="771"/>
                    </a:lnTo>
                    <a:lnTo>
                      <a:pt x="1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>
                <a:off x="6380922" y="2997147"/>
                <a:ext cx="24329" cy="20008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241" extrusionOk="0">
                    <a:moveTo>
                      <a:pt x="1191" y="0"/>
                    </a:moveTo>
                    <a:lnTo>
                      <a:pt x="1" y="318"/>
                    </a:lnTo>
                    <a:lnTo>
                      <a:pt x="387" y="1241"/>
                    </a:lnTo>
                    <a:lnTo>
                      <a:pt x="1509" y="754"/>
                    </a:lnTo>
                    <a:lnTo>
                      <a:pt x="1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6337975" y="3015783"/>
                <a:ext cx="24329" cy="20008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1241" extrusionOk="0">
                    <a:moveTo>
                      <a:pt x="1190" y="0"/>
                    </a:moveTo>
                    <a:lnTo>
                      <a:pt x="0" y="319"/>
                    </a:lnTo>
                    <a:lnTo>
                      <a:pt x="385" y="1240"/>
                    </a:lnTo>
                    <a:lnTo>
                      <a:pt x="1509" y="771"/>
                    </a:lnTo>
                    <a:lnTo>
                      <a:pt x="1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6358775" y="1514100"/>
                <a:ext cx="481403" cy="652906"/>
              </a:xfrm>
              <a:custGeom>
                <a:avLst/>
                <a:gdLst/>
                <a:ahLst/>
                <a:cxnLst/>
                <a:rect l="l" t="t" r="r" b="b"/>
                <a:pathLst>
                  <a:path w="34727" h="41666" extrusionOk="0">
                    <a:moveTo>
                      <a:pt x="18621" y="1"/>
                    </a:moveTo>
                    <a:cubicBezTo>
                      <a:pt x="17682" y="756"/>
                      <a:pt x="12369" y="4861"/>
                      <a:pt x="5397" y="6622"/>
                    </a:cubicBezTo>
                    <a:cubicBezTo>
                      <a:pt x="5397" y="6622"/>
                      <a:pt x="4710" y="5951"/>
                      <a:pt x="4056" y="4425"/>
                    </a:cubicBezTo>
                    <a:cubicBezTo>
                      <a:pt x="1777" y="10476"/>
                      <a:pt x="0" y="14566"/>
                      <a:pt x="3788" y="18923"/>
                    </a:cubicBezTo>
                    <a:cubicBezTo>
                      <a:pt x="6152" y="21638"/>
                      <a:pt x="7694" y="24990"/>
                      <a:pt x="7911" y="28577"/>
                    </a:cubicBezTo>
                    <a:cubicBezTo>
                      <a:pt x="8145" y="32297"/>
                      <a:pt x="7224" y="35649"/>
                      <a:pt x="4324" y="38163"/>
                    </a:cubicBezTo>
                    <a:cubicBezTo>
                      <a:pt x="4324" y="38163"/>
                      <a:pt x="7593" y="41348"/>
                      <a:pt x="16056" y="41649"/>
                    </a:cubicBezTo>
                    <a:cubicBezTo>
                      <a:pt x="16371" y="41660"/>
                      <a:pt x="16688" y="41666"/>
                      <a:pt x="17007" y="41666"/>
                    </a:cubicBezTo>
                    <a:cubicBezTo>
                      <a:pt x="25265" y="41666"/>
                      <a:pt x="34726" y="38045"/>
                      <a:pt x="34726" y="38045"/>
                    </a:cubicBezTo>
                    <a:cubicBezTo>
                      <a:pt x="34726" y="38045"/>
                      <a:pt x="28726" y="25493"/>
                      <a:pt x="28090" y="13509"/>
                    </a:cubicBezTo>
                    <a:cubicBezTo>
                      <a:pt x="27620" y="4794"/>
                      <a:pt x="22777" y="1225"/>
                      <a:pt x="1862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6411850" y="1512028"/>
                <a:ext cx="221315" cy="111129"/>
              </a:xfrm>
              <a:custGeom>
                <a:avLst/>
                <a:gdLst/>
                <a:ahLst/>
                <a:cxnLst/>
                <a:rect l="l" t="t" r="r" b="b"/>
                <a:pathLst>
                  <a:path w="14565" h="7208" extrusionOk="0">
                    <a:moveTo>
                      <a:pt x="13057" y="1"/>
                    </a:moveTo>
                    <a:cubicBezTo>
                      <a:pt x="13057" y="1"/>
                      <a:pt x="7794" y="4207"/>
                      <a:pt x="1676" y="5581"/>
                    </a:cubicBezTo>
                    <a:cubicBezTo>
                      <a:pt x="1676" y="5581"/>
                      <a:pt x="1207" y="4928"/>
                      <a:pt x="889" y="3688"/>
                    </a:cubicBezTo>
                    <a:cubicBezTo>
                      <a:pt x="889" y="3688"/>
                      <a:pt x="487" y="4140"/>
                      <a:pt x="0" y="5011"/>
                    </a:cubicBezTo>
                    <a:cubicBezTo>
                      <a:pt x="654" y="6537"/>
                      <a:pt x="1341" y="7208"/>
                      <a:pt x="1341" y="7208"/>
                    </a:cubicBezTo>
                    <a:cubicBezTo>
                      <a:pt x="8313" y="5447"/>
                      <a:pt x="13626" y="1342"/>
                      <a:pt x="14565" y="587"/>
                    </a:cubicBezTo>
                    <a:cubicBezTo>
                      <a:pt x="14062" y="370"/>
                      <a:pt x="13559" y="185"/>
                      <a:pt x="130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6597606" y="1527513"/>
                <a:ext cx="588326" cy="553518"/>
              </a:xfrm>
              <a:custGeom>
                <a:avLst/>
                <a:gdLst/>
                <a:ahLst/>
                <a:cxnLst/>
                <a:rect l="l" t="t" r="r" b="b"/>
                <a:pathLst>
                  <a:path w="36491" h="34332" extrusionOk="0">
                    <a:moveTo>
                      <a:pt x="5939" y="0"/>
                    </a:moveTo>
                    <a:cubicBezTo>
                      <a:pt x="2890" y="0"/>
                      <a:pt x="254" y="2379"/>
                      <a:pt x="101" y="5520"/>
                    </a:cubicBezTo>
                    <a:lnTo>
                      <a:pt x="101" y="5703"/>
                    </a:lnTo>
                    <a:cubicBezTo>
                      <a:pt x="1" y="8653"/>
                      <a:pt x="2163" y="11201"/>
                      <a:pt x="5096" y="11620"/>
                    </a:cubicBezTo>
                    <a:cubicBezTo>
                      <a:pt x="6195" y="11779"/>
                      <a:pt x="7582" y="11841"/>
                      <a:pt x="9218" y="11841"/>
                    </a:cubicBezTo>
                    <a:cubicBezTo>
                      <a:pt x="11898" y="11841"/>
                      <a:pt x="15243" y="11673"/>
                      <a:pt x="19073" y="11486"/>
                    </a:cubicBezTo>
                    <a:cubicBezTo>
                      <a:pt x="19073" y="11486"/>
                      <a:pt x="21889" y="17285"/>
                      <a:pt x="27353" y="24508"/>
                    </a:cubicBezTo>
                    <a:cubicBezTo>
                      <a:pt x="27270" y="25296"/>
                      <a:pt x="27051" y="27877"/>
                      <a:pt x="27739" y="29267"/>
                    </a:cubicBezTo>
                    <a:cubicBezTo>
                      <a:pt x="28178" y="30164"/>
                      <a:pt x="28572" y="30612"/>
                      <a:pt x="28886" y="30612"/>
                    </a:cubicBezTo>
                    <a:cubicBezTo>
                      <a:pt x="29147" y="30612"/>
                      <a:pt x="29352" y="30303"/>
                      <a:pt x="29482" y="29687"/>
                    </a:cubicBezTo>
                    <a:cubicBezTo>
                      <a:pt x="29482" y="29687"/>
                      <a:pt x="30621" y="32385"/>
                      <a:pt x="31560" y="33575"/>
                    </a:cubicBezTo>
                    <a:cubicBezTo>
                      <a:pt x="31994" y="34122"/>
                      <a:pt x="32361" y="34331"/>
                      <a:pt x="32616" y="34331"/>
                    </a:cubicBezTo>
                    <a:cubicBezTo>
                      <a:pt x="32970" y="34331"/>
                      <a:pt x="33105" y="33925"/>
                      <a:pt x="32901" y="33457"/>
                    </a:cubicBezTo>
                    <a:lnTo>
                      <a:pt x="32901" y="33457"/>
                    </a:lnTo>
                    <a:cubicBezTo>
                      <a:pt x="32901" y="33458"/>
                      <a:pt x="33481" y="34107"/>
                      <a:pt x="33874" y="34107"/>
                    </a:cubicBezTo>
                    <a:cubicBezTo>
                      <a:pt x="34153" y="34107"/>
                      <a:pt x="34338" y="33782"/>
                      <a:pt x="34157" y="32670"/>
                    </a:cubicBezTo>
                    <a:lnTo>
                      <a:pt x="34157" y="32670"/>
                    </a:lnTo>
                    <a:cubicBezTo>
                      <a:pt x="34157" y="32670"/>
                      <a:pt x="34629" y="32983"/>
                      <a:pt x="34990" y="32983"/>
                    </a:cubicBezTo>
                    <a:cubicBezTo>
                      <a:pt x="35372" y="32983"/>
                      <a:pt x="35631" y="32633"/>
                      <a:pt x="35080" y="31195"/>
                    </a:cubicBezTo>
                    <a:lnTo>
                      <a:pt x="35080" y="31195"/>
                    </a:lnTo>
                    <a:cubicBezTo>
                      <a:pt x="35080" y="31196"/>
                      <a:pt x="35451" y="31426"/>
                      <a:pt x="35757" y="31426"/>
                    </a:cubicBezTo>
                    <a:cubicBezTo>
                      <a:pt x="36189" y="31426"/>
                      <a:pt x="36491" y="30966"/>
                      <a:pt x="35431" y="28749"/>
                    </a:cubicBezTo>
                    <a:cubicBezTo>
                      <a:pt x="33605" y="24943"/>
                      <a:pt x="33906" y="24005"/>
                      <a:pt x="31207" y="21978"/>
                    </a:cubicBezTo>
                    <a:cubicBezTo>
                      <a:pt x="31207" y="21978"/>
                      <a:pt x="31174" y="21927"/>
                      <a:pt x="31107" y="21877"/>
                    </a:cubicBezTo>
                    <a:cubicBezTo>
                      <a:pt x="29884" y="18726"/>
                      <a:pt x="27118" y="12022"/>
                      <a:pt x="23616" y="6425"/>
                    </a:cubicBezTo>
                    <a:cubicBezTo>
                      <a:pt x="23013" y="5469"/>
                      <a:pt x="22108" y="4749"/>
                      <a:pt x="21035" y="4363"/>
                    </a:cubicBezTo>
                    <a:cubicBezTo>
                      <a:pt x="18387" y="3424"/>
                      <a:pt x="13057" y="1044"/>
                      <a:pt x="6856" y="72"/>
                    </a:cubicBezTo>
                    <a:cubicBezTo>
                      <a:pt x="6548" y="24"/>
                      <a:pt x="6241" y="0"/>
                      <a:pt x="59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>
                <a:off x="7111791" y="2030949"/>
                <a:ext cx="18106" cy="37565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330" extrusionOk="0">
                    <a:moveTo>
                      <a:pt x="201" y="1"/>
                    </a:moveTo>
                    <a:lnTo>
                      <a:pt x="0" y="84"/>
                    </a:lnTo>
                    <a:cubicBezTo>
                      <a:pt x="503" y="1224"/>
                      <a:pt x="921" y="2314"/>
                      <a:pt x="921" y="2330"/>
                    </a:cubicBezTo>
                    <a:lnTo>
                      <a:pt x="1122" y="2247"/>
                    </a:lnTo>
                    <a:cubicBezTo>
                      <a:pt x="1122" y="2229"/>
                      <a:pt x="720" y="1141"/>
                      <a:pt x="2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>
                <a:off x="7128251" y="2010959"/>
                <a:ext cx="21636" cy="44869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2783" extrusionOk="0">
                    <a:moveTo>
                      <a:pt x="202" y="1"/>
                    </a:moveTo>
                    <a:lnTo>
                      <a:pt x="1" y="101"/>
                    </a:lnTo>
                    <a:cubicBezTo>
                      <a:pt x="604" y="1375"/>
                      <a:pt x="1124" y="2765"/>
                      <a:pt x="1141" y="2783"/>
                    </a:cubicBezTo>
                    <a:lnTo>
                      <a:pt x="1342" y="2716"/>
                    </a:lnTo>
                    <a:cubicBezTo>
                      <a:pt x="1342" y="2698"/>
                      <a:pt x="823" y="1291"/>
                      <a:pt x="2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1"/>
              <p:cNvSpPr/>
              <p:nvPr/>
            </p:nvSpPr>
            <p:spPr>
              <a:xfrm>
                <a:off x="7147709" y="1996095"/>
                <a:ext cx="17590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2247" extrusionOk="0">
                    <a:moveTo>
                      <a:pt x="202" y="0"/>
                    </a:moveTo>
                    <a:lnTo>
                      <a:pt x="1" y="101"/>
                    </a:lnTo>
                    <a:cubicBezTo>
                      <a:pt x="487" y="1207"/>
                      <a:pt x="872" y="2230"/>
                      <a:pt x="872" y="2246"/>
                    </a:cubicBezTo>
                    <a:lnTo>
                      <a:pt x="1091" y="2163"/>
                    </a:lnTo>
                    <a:cubicBezTo>
                      <a:pt x="1073" y="2146"/>
                      <a:pt x="688" y="1124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7063686" y="1987180"/>
                <a:ext cx="10834" cy="19476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208" extrusionOk="0">
                    <a:moveTo>
                      <a:pt x="218" y="1"/>
                    </a:moveTo>
                    <a:lnTo>
                      <a:pt x="1" y="84"/>
                    </a:lnTo>
                    <a:cubicBezTo>
                      <a:pt x="185" y="553"/>
                      <a:pt x="470" y="1208"/>
                      <a:pt x="470" y="1208"/>
                    </a:cubicBezTo>
                    <a:lnTo>
                      <a:pt x="671" y="1123"/>
                    </a:lnTo>
                    <a:cubicBezTo>
                      <a:pt x="671" y="1123"/>
                      <a:pt x="386" y="470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1"/>
              <p:cNvSpPr/>
              <p:nvPr/>
            </p:nvSpPr>
            <p:spPr>
              <a:xfrm>
                <a:off x="6546019" y="1518469"/>
                <a:ext cx="333994" cy="220217"/>
              </a:xfrm>
              <a:custGeom>
                <a:avLst/>
                <a:gdLst/>
                <a:ahLst/>
                <a:cxnLst/>
                <a:rect l="l" t="t" r="r" b="b"/>
                <a:pathLst>
                  <a:path w="20716" h="13659" extrusionOk="0">
                    <a:moveTo>
                      <a:pt x="10094" y="1"/>
                    </a:moveTo>
                    <a:cubicBezTo>
                      <a:pt x="6806" y="1"/>
                      <a:pt x="3701" y="1005"/>
                      <a:pt x="2615" y="4405"/>
                    </a:cubicBezTo>
                    <a:cubicBezTo>
                      <a:pt x="0" y="12516"/>
                      <a:pt x="10609" y="13572"/>
                      <a:pt x="15520" y="13656"/>
                    </a:cubicBezTo>
                    <a:cubicBezTo>
                      <a:pt x="15672" y="13658"/>
                      <a:pt x="15819" y="13659"/>
                      <a:pt x="15960" y="13659"/>
                    </a:cubicBezTo>
                    <a:cubicBezTo>
                      <a:pt x="17134" y="13659"/>
                      <a:pt x="17882" y="13605"/>
                      <a:pt x="17882" y="13605"/>
                    </a:cubicBezTo>
                    <a:cubicBezTo>
                      <a:pt x="20715" y="8510"/>
                      <a:pt x="19944" y="2074"/>
                      <a:pt x="19944" y="2074"/>
                    </a:cubicBezTo>
                    <a:cubicBezTo>
                      <a:pt x="19944" y="2074"/>
                      <a:pt x="19207" y="1790"/>
                      <a:pt x="18067" y="1421"/>
                    </a:cubicBezTo>
                    <a:cubicBezTo>
                      <a:pt x="16148" y="811"/>
                      <a:pt x="13047" y="1"/>
                      <a:pt x="100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1"/>
              <p:cNvSpPr/>
              <p:nvPr/>
            </p:nvSpPr>
            <p:spPr>
              <a:xfrm rot="120891">
                <a:off x="6603549" y="1252558"/>
                <a:ext cx="261956" cy="172661"/>
              </a:xfrm>
              <a:custGeom>
                <a:avLst/>
                <a:gdLst/>
                <a:ahLst/>
                <a:cxnLst/>
                <a:rect l="l" t="t" r="r" b="b"/>
                <a:pathLst>
                  <a:path w="18420" h="12141" extrusionOk="0">
                    <a:moveTo>
                      <a:pt x="3911" y="0"/>
                    </a:moveTo>
                    <a:cubicBezTo>
                      <a:pt x="1422" y="0"/>
                      <a:pt x="0" y="1483"/>
                      <a:pt x="0" y="1483"/>
                    </a:cubicBezTo>
                    <a:lnTo>
                      <a:pt x="1743" y="6846"/>
                    </a:lnTo>
                    <a:cubicBezTo>
                      <a:pt x="3305" y="9843"/>
                      <a:pt x="8080" y="12141"/>
                      <a:pt x="11725" y="12141"/>
                    </a:cubicBezTo>
                    <a:cubicBezTo>
                      <a:pt x="12381" y="12141"/>
                      <a:pt x="13002" y="12066"/>
                      <a:pt x="13560" y="11907"/>
                    </a:cubicBezTo>
                    <a:cubicBezTo>
                      <a:pt x="17229" y="10886"/>
                      <a:pt x="18420" y="7098"/>
                      <a:pt x="18420" y="7098"/>
                    </a:cubicBezTo>
                    <a:lnTo>
                      <a:pt x="18420" y="7098"/>
                    </a:lnTo>
                    <a:cubicBezTo>
                      <a:pt x="17959" y="7149"/>
                      <a:pt x="17529" y="7173"/>
                      <a:pt x="17127" y="7173"/>
                    </a:cubicBezTo>
                    <a:cubicBezTo>
                      <a:pt x="11671" y="7173"/>
                      <a:pt x="11342" y="2763"/>
                      <a:pt x="7174" y="796"/>
                    </a:cubicBezTo>
                    <a:cubicBezTo>
                      <a:pt x="5946" y="212"/>
                      <a:pt x="4852" y="0"/>
                      <a:pt x="39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 rot="120891">
                <a:off x="6596123" y="1255724"/>
                <a:ext cx="51282" cy="96904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6814" extrusionOk="0">
                    <a:moveTo>
                      <a:pt x="1330" y="0"/>
                    </a:moveTo>
                    <a:cubicBezTo>
                      <a:pt x="627" y="0"/>
                      <a:pt x="0" y="544"/>
                      <a:pt x="0" y="544"/>
                    </a:cubicBezTo>
                    <a:lnTo>
                      <a:pt x="603" y="6544"/>
                    </a:lnTo>
                    <a:cubicBezTo>
                      <a:pt x="1004" y="6726"/>
                      <a:pt x="1363" y="6814"/>
                      <a:pt x="1678" y="6814"/>
                    </a:cubicBezTo>
                    <a:cubicBezTo>
                      <a:pt x="3077" y="6814"/>
                      <a:pt x="3606" y="5081"/>
                      <a:pt x="3017" y="2153"/>
                    </a:cubicBezTo>
                    <a:cubicBezTo>
                      <a:pt x="2666" y="447"/>
                      <a:pt x="1967" y="0"/>
                      <a:pt x="13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 rot="120891">
                <a:off x="6350551" y="1206842"/>
                <a:ext cx="233115" cy="301989"/>
              </a:xfrm>
              <a:custGeom>
                <a:avLst/>
                <a:gdLst/>
                <a:ahLst/>
                <a:cxnLst/>
                <a:rect l="l" t="t" r="r" b="b"/>
                <a:pathLst>
                  <a:path w="16392" h="21235" extrusionOk="0">
                    <a:moveTo>
                      <a:pt x="8524" y="1"/>
                    </a:moveTo>
                    <a:cubicBezTo>
                      <a:pt x="8145" y="1"/>
                      <a:pt x="7762" y="27"/>
                      <a:pt x="7375" y="81"/>
                    </a:cubicBezTo>
                    <a:cubicBezTo>
                      <a:pt x="3051" y="684"/>
                      <a:pt x="1" y="4523"/>
                      <a:pt x="570" y="8662"/>
                    </a:cubicBezTo>
                    <a:cubicBezTo>
                      <a:pt x="604" y="8914"/>
                      <a:pt x="655" y="9164"/>
                      <a:pt x="705" y="9399"/>
                    </a:cubicBezTo>
                    <a:lnTo>
                      <a:pt x="705" y="9416"/>
                    </a:lnTo>
                    <a:cubicBezTo>
                      <a:pt x="722" y="9450"/>
                      <a:pt x="722" y="9483"/>
                      <a:pt x="738" y="9517"/>
                    </a:cubicBezTo>
                    <a:lnTo>
                      <a:pt x="1073" y="10773"/>
                    </a:lnTo>
                    <a:cubicBezTo>
                      <a:pt x="253" y="11377"/>
                      <a:pt x="85" y="12701"/>
                      <a:pt x="722" y="13774"/>
                    </a:cubicBezTo>
                    <a:cubicBezTo>
                      <a:pt x="1073" y="14377"/>
                      <a:pt x="1610" y="14779"/>
                      <a:pt x="2163" y="14947"/>
                    </a:cubicBezTo>
                    <a:lnTo>
                      <a:pt x="2465" y="16069"/>
                    </a:lnTo>
                    <a:cubicBezTo>
                      <a:pt x="2481" y="16154"/>
                      <a:pt x="2498" y="16237"/>
                      <a:pt x="2532" y="16321"/>
                    </a:cubicBezTo>
                    <a:lnTo>
                      <a:pt x="2548" y="16388"/>
                    </a:lnTo>
                    <a:cubicBezTo>
                      <a:pt x="3396" y="19248"/>
                      <a:pt x="6143" y="21234"/>
                      <a:pt x="9260" y="21234"/>
                    </a:cubicBezTo>
                    <a:cubicBezTo>
                      <a:pt x="9595" y="21234"/>
                      <a:pt x="9934" y="21211"/>
                      <a:pt x="10275" y="21164"/>
                    </a:cubicBezTo>
                    <a:cubicBezTo>
                      <a:pt x="11498" y="20981"/>
                      <a:pt x="12604" y="20527"/>
                      <a:pt x="13526" y="19857"/>
                    </a:cubicBezTo>
                    <a:cubicBezTo>
                      <a:pt x="15453" y="18416"/>
                      <a:pt x="16342" y="16103"/>
                      <a:pt x="16392" y="12315"/>
                    </a:cubicBezTo>
                    <a:lnTo>
                      <a:pt x="16325" y="7354"/>
                    </a:lnTo>
                    <a:lnTo>
                      <a:pt x="16325" y="7254"/>
                    </a:lnTo>
                    <a:cubicBezTo>
                      <a:pt x="16308" y="7003"/>
                      <a:pt x="16291" y="6751"/>
                      <a:pt x="16258" y="6500"/>
                    </a:cubicBezTo>
                    <a:cubicBezTo>
                      <a:pt x="15738" y="2729"/>
                      <a:pt x="12397" y="1"/>
                      <a:pt x="85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 rot="120891">
                <a:off x="6582714" y="1386074"/>
                <a:ext cx="14" cy="1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062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 rot="120891">
                <a:off x="6467991" y="1320076"/>
                <a:ext cx="42678" cy="25499"/>
              </a:xfrm>
              <a:custGeom>
                <a:avLst/>
                <a:gdLst/>
                <a:ahLst/>
                <a:cxnLst/>
                <a:rect l="l" t="t" r="r" b="b"/>
                <a:pathLst>
                  <a:path w="3001" h="1793" extrusionOk="0">
                    <a:moveTo>
                      <a:pt x="2716" y="0"/>
                    </a:moveTo>
                    <a:lnTo>
                      <a:pt x="1" y="1089"/>
                    </a:lnTo>
                    <a:lnTo>
                      <a:pt x="269" y="1793"/>
                    </a:lnTo>
                    <a:lnTo>
                      <a:pt x="3000" y="687"/>
                    </a:lnTo>
                    <a:lnTo>
                      <a:pt x="27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 rot="120891">
                <a:off x="6381476" y="1335840"/>
                <a:ext cx="28386" cy="16938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191" extrusionOk="0">
                    <a:moveTo>
                      <a:pt x="202" y="1"/>
                    </a:moveTo>
                    <a:lnTo>
                      <a:pt x="1" y="721"/>
                    </a:lnTo>
                    <a:lnTo>
                      <a:pt x="1795" y="1190"/>
                    </a:lnTo>
                    <a:lnTo>
                      <a:pt x="1996" y="470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 rot="120891">
                <a:off x="6286944" y="1189316"/>
                <a:ext cx="366312" cy="227782"/>
              </a:xfrm>
              <a:custGeom>
                <a:avLst/>
                <a:gdLst/>
                <a:ahLst/>
                <a:cxnLst/>
                <a:rect l="l" t="t" r="r" b="b"/>
                <a:pathLst>
                  <a:path w="25758" h="16017" extrusionOk="0">
                    <a:moveTo>
                      <a:pt x="14438" y="1"/>
                    </a:moveTo>
                    <a:cubicBezTo>
                      <a:pt x="13717" y="1"/>
                      <a:pt x="12944" y="52"/>
                      <a:pt x="12117" y="162"/>
                    </a:cubicBezTo>
                    <a:cubicBezTo>
                      <a:pt x="0" y="1753"/>
                      <a:pt x="5983" y="13183"/>
                      <a:pt x="5983" y="13183"/>
                    </a:cubicBezTo>
                    <a:cubicBezTo>
                      <a:pt x="6486" y="11491"/>
                      <a:pt x="6369" y="8776"/>
                      <a:pt x="6369" y="8776"/>
                    </a:cubicBezTo>
                    <a:cubicBezTo>
                      <a:pt x="6369" y="8776"/>
                      <a:pt x="7542" y="6832"/>
                      <a:pt x="10458" y="6296"/>
                    </a:cubicBezTo>
                    <a:cubicBezTo>
                      <a:pt x="11153" y="6173"/>
                      <a:pt x="11832" y="6126"/>
                      <a:pt x="12463" y="6126"/>
                    </a:cubicBezTo>
                    <a:cubicBezTo>
                      <a:pt x="14497" y="6126"/>
                      <a:pt x="16039" y="6614"/>
                      <a:pt x="16039" y="6614"/>
                    </a:cubicBezTo>
                    <a:cubicBezTo>
                      <a:pt x="17296" y="9597"/>
                      <a:pt x="19726" y="12128"/>
                      <a:pt x="19726" y="12128"/>
                    </a:cubicBezTo>
                    <a:cubicBezTo>
                      <a:pt x="20296" y="14725"/>
                      <a:pt x="20816" y="16016"/>
                      <a:pt x="20816" y="16016"/>
                    </a:cubicBezTo>
                    <a:cubicBezTo>
                      <a:pt x="24360" y="12771"/>
                      <a:pt x="25758" y="1"/>
                      <a:pt x="144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 rot="120891">
                <a:off x="6548173" y="1325196"/>
                <a:ext cx="59829" cy="67551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4750" extrusionOk="0">
                    <a:moveTo>
                      <a:pt x="2164" y="0"/>
                    </a:moveTo>
                    <a:cubicBezTo>
                      <a:pt x="1224" y="0"/>
                      <a:pt x="383" y="839"/>
                      <a:pt x="201" y="2022"/>
                    </a:cubicBezTo>
                    <a:cubicBezTo>
                      <a:pt x="0" y="3314"/>
                      <a:pt x="704" y="4520"/>
                      <a:pt x="1743" y="4721"/>
                    </a:cubicBezTo>
                    <a:cubicBezTo>
                      <a:pt x="1843" y="4740"/>
                      <a:pt x="1943" y="4750"/>
                      <a:pt x="2042" y="4750"/>
                    </a:cubicBezTo>
                    <a:cubicBezTo>
                      <a:pt x="2985" y="4750"/>
                      <a:pt x="3840" y="3909"/>
                      <a:pt x="4022" y="2726"/>
                    </a:cubicBezTo>
                    <a:cubicBezTo>
                      <a:pt x="4206" y="1436"/>
                      <a:pt x="3520" y="230"/>
                      <a:pt x="2463" y="29"/>
                    </a:cubicBezTo>
                    <a:cubicBezTo>
                      <a:pt x="2363" y="9"/>
                      <a:pt x="2263" y="0"/>
                      <a:pt x="2164" y="0"/>
                    </a:cubicBezTo>
                    <a:close/>
                  </a:path>
                </a:pathLst>
              </a:custGeom>
              <a:solidFill>
                <a:srgbClr val="F7A4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1"/>
              <p:cNvSpPr/>
              <p:nvPr/>
            </p:nvSpPr>
            <p:spPr>
              <a:xfrm rot="120891">
                <a:off x="6576003" y="1338928"/>
                <a:ext cx="17649" cy="29822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2097" extrusionOk="0">
                    <a:moveTo>
                      <a:pt x="101" y="1"/>
                    </a:moveTo>
                    <a:lnTo>
                      <a:pt x="0" y="202"/>
                    </a:lnTo>
                    <a:cubicBezTo>
                      <a:pt x="1006" y="705"/>
                      <a:pt x="888" y="2045"/>
                      <a:pt x="888" y="2063"/>
                    </a:cubicBezTo>
                    <a:lnTo>
                      <a:pt x="1106" y="2096"/>
                    </a:lnTo>
                    <a:cubicBezTo>
                      <a:pt x="1106" y="2029"/>
                      <a:pt x="1240" y="588"/>
                      <a:pt x="101" y="1"/>
                    </a:cubicBezTo>
                    <a:close/>
                  </a:path>
                </a:pathLst>
              </a:custGeom>
              <a:solidFill>
                <a:srgbClr val="07242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1"/>
              <p:cNvSpPr/>
              <p:nvPr/>
            </p:nvSpPr>
            <p:spPr>
              <a:xfrm rot="120891">
                <a:off x="6477081" y="1350412"/>
                <a:ext cx="14790" cy="16952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192" extrusionOk="0">
                    <a:moveTo>
                      <a:pt x="498" y="0"/>
                    </a:moveTo>
                    <a:cubicBezTo>
                      <a:pt x="489" y="0"/>
                      <a:pt x="479" y="1"/>
                      <a:pt x="470" y="1"/>
                    </a:cubicBezTo>
                    <a:cubicBezTo>
                      <a:pt x="202" y="35"/>
                      <a:pt x="1" y="319"/>
                      <a:pt x="34" y="638"/>
                    </a:cubicBezTo>
                    <a:cubicBezTo>
                      <a:pt x="67" y="962"/>
                      <a:pt x="286" y="1191"/>
                      <a:pt x="543" y="1191"/>
                    </a:cubicBezTo>
                    <a:cubicBezTo>
                      <a:pt x="552" y="1191"/>
                      <a:pt x="561" y="1191"/>
                      <a:pt x="570" y="1191"/>
                    </a:cubicBezTo>
                    <a:cubicBezTo>
                      <a:pt x="839" y="1174"/>
                      <a:pt x="1040" y="889"/>
                      <a:pt x="1006" y="554"/>
                    </a:cubicBezTo>
                    <a:cubicBezTo>
                      <a:pt x="974" y="230"/>
                      <a:pt x="754" y="0"/>
                      <a:pt x="4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 rot="120891">
                <a:off x="6393995" y="1359610"/>
                <a:ext cx="13354" cy="16966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193" extrusionOk="0">
                    <a:moveTo>
                      <a:pt x="443" y="1"/>
                    </a:moveTo>
                    <a:cubicBezTo>
                      <a:pt x="435" y="1"/>
                      <a:pt x="428" y="1"/>
                      <a:pt x="420" y="1"/>
                    </a:cubicBezTo>
                    <a:cubicBezTo>
                      <a:pt x="185" y="19"/>
                      <a:pt x="0" y="303"/>
                      <a:pt x="34" y="638"/>
                    </a:cubicBezTo>
                    <a:cubicBezTo>
                      <a:pt x="66" y="948"/>
                      <a:pt x="273" y="1193"/>
                      <a:pt x="499" y="1193"/>
                    </a:cubicBezTo>
                    <a:cubicBezTo>
                      <a:pt x="506" y="1193"/>
                      <a:pt x="513" y="1192"/>
                      <a:pt x="521" y="1192"/>
                    </a:cubicBezTo>
                    <a:cubicBezTo>
                      <a:pt x="771" y="1175"/>
                      <a:pt x="939" y="890"/>
                      <a:pt x="905" y="555"/>
                    </a:cubicBezTo>
                    <a:cubicBezTo>
                      <a:pt x="890" y="246"/>
                      <a:pt x="684" y="1"/>
                      <a:pt x="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 rot="120891">
                <a:off x="6394919" y="1253163"/>
                <a:ext cx="147318" cy="44242"/>
              </a:xfrm>
              <a:custGeom>
                <a:avLst/>
                <a:gdLst/>
                <a:ahLst/>
                <a:cxnLst/>
                <a:rect l="l" t="t" r="r" b="b"/>
                <a:pathLst>
                  <a:path w="10359" h="3111" extrusionOk="0">
                    <a:moveTo>
                      <a:pt x="4406" y="1"/>
                    </a:moveTo>
                    <a:cubicBezTo>
                      <a:pt x="3180" y="1"/>
                      <a:pt x="1724" y="179"/>
                      <a:pt x="1" y="629"/>
                    </a:cubicBezTo>
                    <a:cubicBezTo>
                      <a:pt x="1" y="629"/>
                      <a:pt x="1554" y="3111"/>
                      <a:pt x="6144" y="3111"/>
                    </a:cubicBezTo>
                    <a:cubicBezTo>
                      <a:pt x="7335" y="3111"/>
                      <a:pt x="8731" y="2943"/>
                      <a:pt x="10358" y="2522"/>
                    </a:cubicBezTo>
                    <a:cubicBezTo>
                      <a:pt x="10358" y="2522"/>
                      <a:pt x="9019" y="1"/>
                      <a:pt x="4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 rot="120891">
                <a:off x="6350450" y="1251587"/>
                <a:ext cx="79867" cy="80237"/>
              </a:xfrm>
              <a:custGeom>
                <a:avLst/>
                <a:gdLst/>
                <a:ahLst/>
                <a:cxnLst/>
                <a:rect l="l" t="t" r="r" b="b"/>
                <a:pathLst>
                  <a:path w="5616" h="5642" extrusionOk="0">
                    <a:moveTo>
                      <a:pt x="4046" y="0"/>
                    </a:moveTo>
                    <a:cubicBezTo>
                      <a:pt x="3484" y="0"/>
                      <a:pt x="2795" y="190"/>
                      <a:pt x="2029" y="797"/>
                    </a:cubicBezTo>
                    <a:cubicBezTo>
                      <a:pt x="0" y="2406"/>
                      <a:pt x="1090" y="5642"/>
                      <a:pt x="1090" y="5642"/>
                    </a:cubicBezTo>
                    <a:cubicBezTo>
                      <a:pt x="5615" y="3177"/>
                      <a:pt x="5548" y="513"/>
                      <a:pt x="5548" y="513"/>
                    </a:cubicBezTo>
                    <a:cubicBezTo>
                      <a:pt x="5548" y="513"/>
                      <a:pt x="4970" y="0"/>
                      <a:pt x="40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 rot="120891">
                <a:off x="6444967" y="1430993"/>
                <a:ext cx="36719" cy="27191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1912" extrusionOk="0">
                    <a:moveTo>
                      <a:pt x="2363" y="1"/>
                    </a:moveTo>
                    <a:cubicBezTo>
                      <a:pt x="2348" y="82"/>
                      <a:pt x="2034" y="1700"/>
                      <a:pt x="207" y="1700"/>
                    </a:cubicBezTo>
                    <a:cubicBezTo>
                      <a:pt x="146" y="1700"/>
                      <a:pt x="82" y="1698"/>
                      <a:pt x="17" y="1694"/>
                    </a:cubicBezTo>
                    <a:lnTo>
                      <a:pt x="1" y="1911"/>
                    </a:lnTo>
                    <a:lnTo>
                      <a:pt x="218" y="1911"/>
                    </a:lnTo>
                    <a:cubicBezTo>
                      <a:pt x="2229" y="1911"/>
                      <a:pt x="2582" y="68"/>
                      <a:pt x="2582" y="52"/>
                    </a:cubicBezTo>
                    <a:lnTo>
                      <a:pt x="23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 rot="120891">
                <a:off x="6404024" y="1263593"/>
                <a:ext cx="69258" cy="39905"/>
              </a:xfrm>
              <a:custGeom>
                <a:avLst/>
                <a:gdLst/>
                <a:ahLst/>
                <a:cxnLst/>
                <a:rect l="l" t="t" r="r" b="b"/>
                <a:pathLst>
                  <a:path w="4870" h="2806" extrusionOk="0">
                    <a:moveTo>
                      <a:pt x="467" y="0"/>
                    </a:moveTo>
                    <a:cubicBezTo>
                      <a:pt x="1" y="0"/>
                      <a:pt x="110" y="897"/>
                      <a:pt x="1115" y="1514"/>
                    </a:cubicBezTo>
                    <a:cubicBezTo>
                      <a:pt x="1115" y="1514"/>
                      <a:pt x="2258" y="2805"/>
                      <a:pt x="4822" y="2805"/>
                    </a:cubicBezTo>
                    <a:cubicBezTo>
                      <a:pt x="4838" y="2805"/>
                      <a:pt x="4854" y="2805"/>
                      <a:pt x="4869" y="2805"/>
                    </a:cubicBezTo>
                    <a:cubicBezTo>
                      <a:pt x="4869" y="2805"/>
                      <a:pt x="2858" y="2336"/>
                      <a:pt x="1468" y="709"/>
                    </a:cubicBezTo>
                    <a:cubicBezTo>
                      <a:pt x="1030" y="197"/>
                      <a:pt x="686" y="0"/>
                      <a:pt x="4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 rot="1254617" flipH="1">
                <a:off x="6421342" y="1359296"/>
                <a:ext cx="39565" cy="70327"/>
              </a:xfrm>
              <a:custGeom>
                <a:avLst/>
                <a:gdLst/>
                <a:ahLst/>
                <a:cxnLst/>
                <a:rect l="l" t="t" r="r" b="b"/>
                <a:pathLst>
                  <a:path w="1233" h="2192" extrusionOk="0">
                    <a:moveTo>
                      <a:pt x="753" y="0"/>
                    </a:moveTo>
                    <a:lnTo>
                      <a:pt x="0" y="1952"/>
                    </a:lnTo>
                    <a:cubicBezTo>
                      <a:pt x="0" y="1952"/>
                      <a:pt x="240" y="2191"/>
                      <a:pt x="735" y="2191"/>
                    </a:cubicBezTo>
                    <a:cubicBezTo>
                      <a:pt x="1232" y="2191"/>
                      <a:pt x="753" y="1"/>
                      <a:pt x="753" y="0"/>
                    </a:cubicBezTo>
                    <a:close/>
                  </a:path>
                </a:pathLst>
              </a:custGeom>
              <a:solidFill>
                <a:srgbClr val="E689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8" name="Google Shape;448;p21"/>
          <p:cNvSpPr/>
          <p:nvPr/>
        </p:nvSpPr>
        <p:spPr>
          <a:xfrm>
            <a:off x="3505125" y="1176700"/>
            <a:ext cx="792900" cy="79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4845925" y="1176700"/>
            <a:ext cx="792900" cy="79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Rewards</a:t>
            </a:r>
            <a:endParaRPr dirty="0"/>
          </a:p>
        </p:txBody>
      </p:sp>
      <p:grpSp>
        <p:nvGrpSpPr>
          <p:cNvPr id="455" name="Google Shape;455;p22"/>
          <p:cNvGrpSpPr/>
          <p:nvPr/>
        </p:nvGrpSpPr>
        <p:grpSpPr>
          <a:xfrm>
            <a:off x="2826047" y="1309437"/>
            <a:ext cx="2050744" cy="1192913"/>
            <a:chOff x="3546622" y="1679437"/>
            <a:chExt cx="2050744" cy="1192913"/>
          </a:xfrm>
        </p:grpSpPr>
        <p:sp>
          <p:nvSpPr>
            <p:cNvPr id="456" name="Google Shape;456;p22"/>
            <p:cNvSpPr/>
            <p:nvPr/>
          </p:nvSpPr>
          <p:spPr>
            <a:xfrm>
              <a:off x="3828874" y="2647951"/>
              <a:ext cx="1352700" cy="22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22"/>
            <p:cNvGrpSpPr/>
            <p:nvPr/>
          </p:nvGrpSpPr>
          <p:grpSpPr>
            <a:xfrm>
              <a:off x="3546622" y="1679437"/>
              <a:ext cx="2050744" cy="1022614"/>
              <a:chOff x="3520972" y="1820625"/>
              <a:chExt cx="2050744" cy="1022614"/>
            </a:xfrm>
          </p:grpSpPr>
          <p:sp>
            <p:nvSpPr>
              <p:cNvPr id="458" name="Google Shape;458;p22"/>
              <p:cNvSpPr/>
              <p:nvPr/>
            </p:nvSpPr>
            <p:spPr>
              <a:xfrm>
                <a:off x="3520972" y="2176872"/>
                <a:ext cx="204205" cy="204491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cubicBezTo>
                      <a:pt x="2979" y="770"/>
                      <a:pt x="2243" y="1284"/>
                      <a:pt x="1643" y="1934"/>
                    </a:cubicBez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cubicBezTo>
                      <a:pt x="52" y="7327"/>
                      <a:pt x="308" y="8183"/>
                      <a:pt x="719" y="8952"/>
                    </a:cubicBezTo>
                    <a:cubicBezTo>
                      <a:pt x="1490" y="10390"/>
                      <a:pt x="2825" y="11485"/>
                      <a:pt x="4416" y="11930"/>
                    </a:cubicBezTo>
                    <a:cubicBezTo>
                      <a:pt x="4948" y="12067"/>
                      <a:pt x="5495" y="12154"/>
                      <a:pt x="6059" y="12154"/>
                    </a:cubicBezTo>
                    <a:cubicBezTo>
                      <a:pt x="6470" y="12154"/>
                      <a:pt x="6865" y="12119"/>
                      <a:pt x="7258" y="12033"/>
                    </a:cubicBezTo>
                    <a:cubicBezTo>
                      <a:pt x="8867" y="11725"/>
                      <a:pt x="10270" y="10750"/>
                      <a:pt x="11144" y="9415"/>
                    </a:cubicBezTo>
                    <a:cubicBezTo>
                      <a:pt x="11674" y="8628"/>
                      <a:pt x="12000" y="7703"/>
                      <a:pt x="12102" y="6711"/>
                    </a:cubicBez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cubicBezTo>
                      <a:pt x="10151" y="1507"/>
                      <a:pt x="9414" y="925"/>
                      <a:pt x="8576" y="549"/>
                    </a:cubicBez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3520972" y="2176872"/>
                <a:ext cx="204205" cy="202472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lnTo>
                      <a:pt x="3766" y="583"/>
                    </a:lnTo>
                    <a:lnTo>
                      <a:pt x="6077" y="2260"/>
                    </a:lnTo>
                    <a:lnTo>
                      <a:pt x="6025" y="3390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4"/>
                    </a:ln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lnTo>
                      <a:pt x="137" y="6487"/>
                    </a:lnTo>
                    <a:lnTo>
                      <a:pt x="2483" y="4776"/>
                    </a:lnTo>
                    <a:lnTo>
                      <a:pt x="3681" y="5204"/>
                    </a:lnTo>
                    <a:lnTo>
                      <a:pt x="4519" y="7772"/>
                    </a:lnTo>
                    <a:lnTo>
                      <a:pt x="3715" y="8936"/>
                    </a:lnTo>
                    <a:lnTo>
                      <a:pt x="737" y="8936"/>
                    </a:lnTo>
                    <a:lnTo>
                      <a:pt x="719" y="8952"/>
                    </a:lnTo>
                    <a:cubicBezTo>
                      <a:pt x="1490" y="10390"/>
                      <a:pt x="2825" y="11485"/>
                      <a:pt x="4416" y="11930"/>
                    </a:cubicBezTo>
                    <a:lnTo>
                      <a:pt x="4639" y="11759"/>
                    </a:lnTo>
                    <a:lnTo>
                      <a:pt x="3766" y="9107"/>
                    </a:lnTo>
                    <a:lnTo>
                      <a:pt x="4587" y="7943"/>
                    </a:lnTo>
                    <a:lnTo>
                      <a:pt x="7481" y="7943"/>
                    </a:lnTo>
                    <a:lnTo>
                      <a:pt x="7497" y="7977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48"/>
                    </a:lnTo>
                    <a:lnTo>
                      <a:pt x="7258" y="12033"/>
                    </a:lnTo>
                    <a:cubicBezTo>
                      <a:pt x="8867" y="11725"/>
                      <a:pt x="10270" y="10750"/>
                      <a:pt x="11144" y="9415"/>
                    </a:cubicBezTo>
                    <a:lnTo>
                      <a:pt x="11057" y="9123"/>
                    </a:lnTo>
                    <a:lnTo>
                      <a:pt x="8148" y="9123"/>
                    </a:lnTo>
                    <a:lnTo>
                      <a:pt x="8131" y="9089"/>
                    </a:lnTo>
                    <a:lnTo>
                      <a:pt x="7634" y="7909"/>
                    </a:lnTo>
                    <a:lnTo>
                      <a:pt x="7600" y="7840"/>
                    </a:lnTo>
                    <a:lnTo>
                      <a:pt x="8456" y="5152"/>
                    </a:lnTo>
                    <a:lnTo>
                      <a:pt x="9706" y="5136"/>
                    </a:lnTo>
                    <a:lnTo>
                      <a:pt x="12000" y="6795"/>
                    </a:lnTo>
                    <a:lnTo>
                      <a:pt x="12102" y="6711"/>
                    </a:ln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lnTo>
                      <a:pt x="10510" y="2208"/>
                    </a:lnTo>
                    <a:lnTo>
                      <a:pt x="9603" y="4981"/>
                    </a:lnTo>
                    <a:lnTo>
                      <a:pt x="8353" y="5015"/>
                    </a:lnTo>
                    <a:lnTo>
                      <a:pt x="6162" y="3424"/>
                    </a:lnTo>
                    <a:lnTo>
                      <a:pt x="6231" y="2295"/>
                    </a:lnTo>
                    <a:lnTo>
                      <a:pt x="8593" y="583"/>
                    </a:lnTo>
                    <a:lnTo>
                      <a:pt x="8576" y="549"/>
                    </a:ln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3710767" y="2054769"/>
                <a:ext cx="522113" cy="391383"/>
              </a:xfrm>
              <a:custGeom>
                <a:avLst/>
                <a:gdLst/>
                <a:ahLst/>
                <a:cxnLst/>
                <a:rect l="l" t="t" r="r" b="b"/>
                <a:pathLst>
                  <a:path w="31032" h="23262" extrusionOk="0">
                    <a:moveTo>
                      <a:pt x="3577" y="1"/>
                    </a:moveTo>
                    <a:cubicBezTo>
                      <a:pt x="1" y="86"/>
                      <a:pt x="188" y="2276"/>
                      <a:pt x="188" y="2276"/>
                    </a:cubicBezTo>
                    <a:cubicBezTo>
                      <a:pt x="188" y="2276"/>
                      <a:pt x="7600" y="10081"/>
                      <a:pt x="13899" y="15440"/>
                    </a:cubicBezTo>
                    <a:cubicBezTo>
                      <a:pt x="17254" y="18263"/>
                      <a:pt x="20198" y="20659"/>
                      <a:pt x="21310" y="21310"/>
                    </a:cubicBezTo>
                    <a:cubicBezTo>
                      <a:pt x="24545" y="23193"/>
                      <a:pt x="28859" y="23261"/>
                      <a:pt x="28859" y="23261"/>
                    </a:cubicBezTo>
                    <a:lnTo>
                      <a:pt x="31032" y="21310"/>
                    </a:lnTo>
                    <a:lnTo>
                      <a:pt x="28841" y="10835"/>
                    </a:lnTo>
                    <a:lnTo>
                      <a:pt x="17818" y="10989"/>
                    </a:lnTo>
                    <a:cubicBezTo>
                      <a:pt x="17784" y="10305"/>
                      <a:pt x="17613" y="9654"/>
                      <a:pt x="17357" y="9038"/>
                    </a:cubicBezTo>
                    <a:cubicBezTo>
                      <a:pt x="16809" y="7737"/>
                      <a:pt x="15850" y="6590"/>
                      <a:pt x="14721" y="5734"/>
                    </a:cubicBezTo>
                    <a:cubicBezTo>
                      <a:pt x="13060" y="4433"/>
                      <a:pt x="11092" y="3646"/>
                      <a:pt x="9141" y="2893"/>
                    </a:cubicBezTo>
                    <a:cubicBezTo>
                      <a:pt x="7172" y="2123"/>
                      <a:pt x="5255" y="1249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3596419" y="1991993"/>
                <a:ext cx="177992" cy="112223"/>
              </a:xfrm>
              <a:custGeom>
                <a:avLst/>
                <a:gdLst/>
                <a:ahLst/>
                <a:cxnLst/>
                <a:rect l="l" t="t" r="r" b="b"/>
                <a:pathLst>
                  <a:path w="10579" h="6670" extrusionOk="0">
                    <a:moveTo>
                      <a:pt x="8234" y="0"/>
                    </a:moveTo>
                    <a:lnTo>
                      <a:pt x="1" y="5512"/>
                    </a:lnTo>
                    <a:cubicBezTo>
                      <a:pt x="532" y="5991"/>
                      <a:pt x="1182" y="6333"/>
                      <a:pt x="1867" y="6521"/>
                    </a:cubicBezTo>
                    <a:cubicBezTo>
                      <a:pt x="2089" y="6589"/>
                      <a:pt x="2329" y="6624"/>
                      <a:pt x="2568" y="6658"/>
                    </a:cubicBezTo>
                    <a:cubicBezTo>
                      <a:pt x="2697" y="6665"/>
                      <a:pt x="2826" y="6670"/>
                      <a:pt x="2955" y="6670"/>
                    </a:cubicBezTo>
                    <a:cubicBezTo>
                      <a:pt x="3134" y="6670"/>
                      <a:pt x="3313" y="6661"/>
                      <a:pt x="3492" y="6641"/>
                    </a:cubicBezTo>
                    <a:cubicBezTo>
                      <a:pt x="3716" y="6624"/>
                      <a:pt x="3921" y="6589"/>
                      <a:pt x="4143" y="6539"/>
                    </a:cubicBezTo>
                    <a:cubicBezTo>
                      <a:pt x="4366" y="6487"/>
                      <a:pt x="4606" y="6402"/>
                      <a:pt x="4828" y="6315"/>
                    </a:cubicBezTo>
                    <a:cubicBezTo>
                      <a:pt x="4914" y="6281"/>
                      <a:pt x="4999" y="6247"/>
                      <a:pt x="5085" y="6196"/>
                    </a:cubicBezTo>
                    <a:cubicBezTo>
                      <a:pt x="5512" y="6007"/>
                      <a:pt x="5991" y="5905"/>
                      <a:pt x="6454" y="5888"/>
                    </a:cubicBezTo>
                    <a:cubicBezTo>
                      <a:pt x="6694" y="5888"/>
                      <a:pt x="6916" y="5905"/>
                      <a:pt x="7155" y="5957"/>
                    </a:cubicBezTo>
                    <a:lnTo>
                      <a:pt x="7516" y="6025"/>
                    </a:lnTo>
                    <a:lnTo>
                      <a:pt x="10579" y="3971"/>
                    </a:lnTo>
                    <a:lnTo>
                      <a:pt x="9586" y="2294"/>
                    </a:lnTo>
                    <a:lnTo>
                      <a:pt x="82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3690307" y="1991993"/>
                <a:ext cx="67401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4006" h="2832" extrusionOk="0">
                    <a:moveTo>
                      <a:pt x="2654" y="0"/>
                    </a:moveTo>
                    <a:lnTo>
                      <a:pt x="1" y="1780"/>
                    </a:lnTo>
                    <a:cubicBezTo>
                      <a:pt x="593" y="2464"/>
                      <a:pt x="1435" y="2831"/>
                      <a:pt x="2294" y="2831"/>
                    </a:cubicBezTo>
                    <a:cubicBezTo>
                      <a:pt x="2875" y="2831"/>
                      <a:pt x="3464" y="2663"/>
                      <a:pt x="3989" y="2310"/>
                    </a:cubicBezTo>
                    <a:lnTo>
                      <a:pt x="4006" y="2294"/>
                    </a:lnTo>
                    <a:lnTo>
                      <a:pt x="26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3677637" y="2066227"/>
                <a:ext cx="30840" cy="32035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904" extrusionOk="0">
                    <a:moveTo>
                      <a:pt x="984" y="1"/>
                    </a:moveTo>
                    <a:cubicBezTo>
                      <a:pt x="836" y="1"/>
                      <a:pt x="696" y="48"/>
                      <a:pt x="583" y="123"/>
                    </a:cubicBezTo>
                    <a:cubicBezTo>
                      <a:pt x="429" y="226"/>
                      <a:pt x="309" y="397"/>
                      <a:pt x="258" y="603"/>
                    </a:cubicBezTo>
                    <a:lnTo>
                      <a:pt x="1" y="1903"/>
                    </a:lnTo>
                    <a:cubicBezTo>
                      <a:pt x="87" y="1869"/>
                      <a:pt x="172" y="1835"/>
                      <a:pt x="258" y="1784"/>
                    </a:cubicBezTo>
                    <a:cubicBezTo>
                      <a:pt x="685" y="1595"/>
                      <a:pt x="1164" y="1493"/>
                      <a:pt x="1627" y="1476"/>
                    </a:cubicBezTo>
                    <a:lnTo>
                      <a:pt x="1746" y="894"/>
                    </a:lnTo>
                    <a:cubicBezTo>
                      <a:pt x="1833" y="484"/>
                      <a:pt x="1559" y="89"/>
                      <a:pt x="1148" y="21"/>
                    </a:cubicBezTo>
                    <a:cubicBezTo>
                      <a:pt x="1093" y="7"/>
                      <a:pt x="1038" y="1"/>
                      <a:pt x="9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3639628" y="2059161"/>
                <a:ext cx="33145" cy="45057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2678" extrusionOk="0">
                    <a:moveTo>
                      <a:pt x="1152" y="1"/>
                    </a:moveTo>
                    <a:cubicBezTo>
                      <a:pt x="999" y="1"/>
                      <a:pt x="853" y="42"/>
                      <a:pt x="737" y="133"/>
                    </a:cubicBezTo>
                    <a:cubicBezTo>
                      <a:pt x="566" y="235"/>
                      <a:pt x="445" y="406"/>
                      <a:pt x="411" y="612"/>
                    </a:cubicBezTo>
                    <a:lnTo>
                      <a:pt x="0" y="2666"/>
                    </a:lnTo>
                    <a:cubicBezTo>
                      <a:pt x="129" y="2673"/>
                      <a:pt x="258" y="2678"/>
                      <a:pt x="387" y="2678"/>
                    </a:cubicBezTo>
                    <a:cubicBezTo>
                      <a:pt x="566" y="2678"/>
                      <a:pt x="745" y="2669"/>
                      <a:pt x="924" y="2649"/>
                    </a:cubicBezTo>
                    <a:cubicBezTo>
                      <a:pt x="1148" y="2632"/>
                      <a:pt x="1353" y="2597"/>
                      <a:pt x="1575" y="2547"/>
                    </a:cubicBezTo>
                    <a:lnTo>
                      <a:pt x="1901" y="904"/>
                    </a:lnTo>
                    <a:cubicBezTo>
                      <a:pt x="1969" y="493"/>
                      <a:pt x="1712" y="98"/>
                      <a:pt x="1301" y="13"/>
                    </a:cubicBezTo>
                    <a:cubicBezTo>
                      <a:pt x="1251" y="5"/>
                      <a:pt x="1201" y="1"/>
                      <a:pt x="11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3586626" y="1977591"/>
                <a:ext cx="148346" cy="107142"/>
              </a:xfrm>
              <a:custGeom>
                <a:avLst/>
                <a:gdLst/>
                <a:ahLst/>
                <a:cxnLst/>
                <a:rect l="l" t="t" r="r" b="b"/>
                <a:pathLst>
                  <a:path w="8817" h="6368" extrusionOk="0">
                    <a:moveTo>
                      <a:pt x="8234" y="0"/>
                    </a:moveTo>
                    <a:lnTo>
                      <a:pt x="1" y="5512"/>
                    </a:lnTo>
                    <a:lnTo>
                      <a:pt x="583" y="6368"/>
                    </a:lnTo>
                    <a:lnTo>
                      <a:pt x="8816" y="856"/>
                    </a:lnTo>
                    <a:lnTo>
                      <a:pt x="8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3588099" y="2047568"/>
                <a:ext cx="2565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353" extrusionOk="0">
                    <a:moveTo>
                      <a:pt x="805" y="0"/>
                    </a:moveTo>
                    <a:lnTo>
                      <a:pt x="0" y="531"/>
                    </a:lnTo>
                    <a:lnTo>
                      <a:pt x="103" y="1353"/>
                    </a:lnTo>
                    <a:lnTo>
                      <a:pt x="1524" y="411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3637895" y="2011847"/>
                <a:ext cx="25658" cy="2305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370" extrusionOk="0">
                    <a:moveTo>
                      <a:pt x="806" y="1"/>
                    </a:moveTo>
                    <a:lnTo>
                      <a:pt x="1" y="548"/>
                    </a:lnTo>
                    <a:lnTo>
                      <a:pt x="121" y="1370"/>
                    </a:lnTo>
                    <a:lnTo>
                      <a:pt x="1525" y="429"/>
                    </a:lnTo>
                    <a:lnTo>
                      <a:pt x="8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3690879" y="1976430"/>
                <a:ext cx="2594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53" extrusionOk="0">
                    <a:moveTo>
                      <a:pt x="822" y="1"/>
                    </a:moveTo>
                    <a:lnTo>
                      <a:pt x="1" y="549"/>
                    </a:lnTo>
                    <a:lnTo>
                      <a:pt x="121" y="1352"/>
                    </a:lnTo>
                    <a:lnTo>
                      <a:pt x="1541" y="41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3713931" y="2054769"/>
                <a:ext cx="288868" cy="259778"/>
              </a:xfrm>
              <a:custGeom>
                <a:avLst/>
                <a:gdLst/>
                <a:ahLst/>
                <a:cxnLst/>
                <a:rect l="l" t="t" r="r" b="b"/>
                <a:pathLst>
                  <a:path w="17169" h="15440" extrusionOk="0">
                    <a:moveTo>
                      <a:pt x="3389" y="1"/>
                    </a:moveTo>
                    <a:cubicBezTo>
                      <a:pt x="908" y="1"/>
                      <a:pt x="0" y="2276"/>
                      <a:pt x="0" y="2276"/>
                    </a:cubicBezTo>
                    <a:cubicBezTo>
                      <a:pt x="0" y="2276"/>
                      <a:pt x="7412" y="10081"/>
                      <a:pt x="13711" y="15440"/>
                    </a:cubicBezTo>
                    <a:cubicBezTo>
                      <a:pt x="13917" y="12957"/>
                      <a:pt x="15200" y="10561"/>
                      <a:pt x="17169" y="9038"/>
                    </a:cubicBezTo>
                    <a:cubicBezTo>
                      <a:pt x="16621" y="7737"/>
                      <a:pt x="15662" y="6590"/>
                      <a:pt x="14533" y="5734"/>
                    </a:cubicBezTo>
                    <a:cubicBezTo>
                      <a:pt x="12872" y="4433"/>
                      <a:pt x="10904" y="3646"/>
                      <a:pt x="8953" y="2893"/>
                    </a:cubicBezTo>
                    <a:cubicBezTo>
                      <a:pt x="6984" y="2123"/>
                      <a:pt x="5067" y="1249"/>
                      <a:pt x="3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3925886" y="2188095"/>
                <a:ext cx="76924" cy="126457"/>
              </a:xfrm>
              <a:custGeom>
                <a:avLst/>
                <a:gdLst/>
                <a:ahLst/>
                <a:cxnLst/>
                <a:rect l="l" t="t" r="r" b="b"/>
                <a:pathLst>
                  <a:path w="4572" h="7516" extrusionOk="0">
                    <a:moveTo>
                      <a:pt x="3990" y="1"/>
                    </a:moveTo>
                    <a:cubicBezTo>
                      <a:pt x="1781" y="1473"/>
                      <a:pt x="293" y="3938"/>
                      <a:pt x="1" y="6557"/>
                    </a:cubicBezTo>
                    <a:cubicBezTo>
                      <a:pt x="377" y="6882"/>
                      <a:pt x="754" y="7190"/>
                      <a:pt x="1114" y="7516"/>
                    </a:cubicBezTo>
                    <a:cubicBezTo>
                      <a:pt x="1320" y="5033"/>
                      <a:pt x="2603" y="2637"/>
                      <a:pt x="4572" y="1114"/>
                    </a:cubicBezTo>
                    <a:cubicBezTo>
                      <a:pt x="4400" y="720"/>
                      <a:pt x="4211" y="361"/>
                      <a:pt x="3990" y="1"/>
                    </a:cubicBezTo>
                    <a:close/>
                  </a:path>
                </a:pathLst>
              </a:custGeom>
              <a:solidFill>
                <a:srgbClr val="BDE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3849631" y="2573535"/>
                <a:ext cx="629507" cy="269705"/>
              </a:xfrm>
              <a:custGeom>
                <a:avLst/>
                <a:gdLst/>
                <a:ahLst/>
                <a:cxnLst/>
                <a:rect l="l" t="t" r="r" b="b"/>
                <a:pathLst>
                  <a:path w="37415" h="16030" extrusionOk="0">
                    <a:moveTo>
                      <a:pt x="3141" y="0"/>
                    </a:moveTo>
                    <a:cubicBezTo>
                      <a:pt x="0" y="0"/>
                      <a:pt x="990" y="3162"/>
                      <a:pt x="990" y="3162"/>
                    </a:cubicBezTo>
                    <a:cubicBezTo>
                      <a:pt x="990" y="3162"/>
                      <a:pt x="11482" y="9956"/>
                      <a:pt x="19082" y="13551"/>
                    </a:cubicBezTo>
                    <a:cubicBezTo>
                      <a:pt x="21512" y="14698"/>
                      <a:pt x="23618" y="15554"/>
                      <a:pt x="24919" y="15844"/>
                    </a:cubicBezTo>
                    <a:cubicBezTo>
                      <a:pt x="25512" y="15972"/>
                      <a:pt x="26117" y="16029"/>
                      <a:pt x="26724" y="16029"/>
                    </a:cubicBezTo>
                    <a:cubicBezTo>
                      <a:pt x="31970" y="16029"/>
                      <a:pt x="37414" y="11754"/>
                      <a:pt x="37414" y="11754"/>
                    </a:cubicBezTo>
                    <a:lnTo>
                      <a:pt x="36866" y="9426"/>
                    </a:lnTo>
                    <a:lnTo>
                      <a:pt x="30122" y="3846"/>
                    </a:lnTo>
                    <a:lnTo>
                      <a:pt x="28290" y="3418"/>
                    </a:lnTo>
                    <a:lnTo>
                      <a:pt x="21341" y="7218"/>
                    </a:lnTo>
                    <a:cubicBezTo>
                      <a:pt x="21033" y="6516"/>
                      <a:pt x="20606" y="5848"/>
                      <a:pt x="20109" y="5266"/>
                    </a:cubicBezTo>
                    <a:cubicBezTo>
                      <a:pt x="18860" y="3778"/>
                      <a:pt x="17130" y="2717"/>
                      <a:pt x="15231" y="2340"/>
                    </a:cubicBezTo>
                    <a:cubicBezTo>
                      <a:pt x="14425" y="2179"/>
                      <a:pt x="13607" y="2135"/>
                      <a:pt x="12784" y="2135"/>
                    </a:cubicBezTo>
                    <a:cubicBezTo>
                      <a:pt x="11813" y="2135"/>
                      <a:pt x="10835" y="2196"/>
                      <a:pt x="9858" y="2196"/>
                    </a:cubicBezTo>
                    <a:cubicBezTo>
                      <a:pt x="9641" y="2196"/>
                      <a:pt x="9423" y="2193"/>
                      <a:pt x="9206" y="2185"/>
                    </a:cubicBezTo>
                    <a:cubicBezTo>
                      <a:pt x="7203" y="2117"/>
                      <a:pt x="5441" y="1484"/>
                      <a:pt x="3489" y="12"/>
                    </a:cubicBezTo>
                    <a:cubicBezTo>
                      <a:pt x="3368" y="4"/>
                      <a:pt x="3252" y="0"/>
                      <a:pt x="31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3751671" y="2525918"/>
                <a:ext cx="160410" cy="138352"/>
              </a:xfrm>
              <a:custGeom>
                <a:avLst/>
                <a:gdLst/>
                <a:ahLst/>
                <a:cxnLst/>
                <a:rect l="l" t="t" r="r" b="b"/>
                <a:pathLst>
                  <a:path w="9534" h="8223" extrusionOk="0">
                    <a:moveTo>
                      <a:pt x="6042" y="1"/>
                    </a:moveTo>
                    <a:lnTo>
                      <a:pt x="0" y="7857"/>
                    </a:lnTo>
                    <a:cubicBezTo>
                      <a:pt x="593" y="8100"/>
                      <a:pt x="1227" y="8222"/>
                      <a:pt x="1855" y="8222"/>
                    </a:cubicBezTo>
                    <a:cubicBezTo>
                      <a:pt x="1933" y="8222"/>
                      <a:pt x="2011" y="8221"/>
                      <a:pt x="2088" y="8217"/>
                    </a:cubicBezTo>
                    <a:cubicBezTo>
                      <a:pt x="2328" y="8199"/>
                      <a:pt x="2568" y="8165"/>
                      <a:pt x="2807" y="8114"/>
                    </a:cubicBezTo>
                    <a:cubicBezTo>
                      <a:pt x="3098" y="8046"/>
                      <a:pt x="3389" y="7943"/>
                      <a:pt x="3679" y="7822"/>
                    </a:cubicBezTo>
                    <a:cubicBezTo>
                      <a:pt x="3868" y="7720"/>
                      <a:pt x="4056" y="7617"/>
                      <a:pt x="4245" y="7498"/>
                    </a:cubicBezTo>
                    <a:cubicBezTo>
                      <a:pt x="4450" y="7377"/>
                      <a:pt x="4638" y="7224"/>
                      <a:pt x="4827" y="7069"/>
                    </a:cubicBezTo>
                    <a:cubicBezTo>
                      <a:pt x="4895" y="7019"/>
                      <a:pt x="4980" y="6950"/>
                      <a:pt x="5032" y="6882"/>
                    </a:cubicBezTo>
                    <a:cubicBezTo>
                      <a:pt x="5391" y="6556"/>
                      <a:pt x="5785" y="6316"/>
                      <a:pt x="6231" y="6163"/>
                    </a:cubicBezTo>
                    <a:cubicBezTo>
                      <a:pt x="6452" y="6077"/>
                      <a:pt x="6676" y="6026"/>
                      <a:pt x="6915" y="5992"/>
                    </a:cubicBezTo>
                    <a:lnTo>
                      <a:pt x="7274" y="5957"/>
                    </a:lnTo>
                    <a:lnTo>
                      <a:pt x="9533" y="3030"/>
                    </a:lnTo>
                    <a:lnTo>
                      <a:pt x="8061" y="1747"/>
                    </a:lnTo>
                    <a:lnTo>
                      <a:pt x="60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3820489" y="2525918"/>
                <a:ext cx="66829" cy="49701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2954" extrusionOk="0">
                    <a:moveTo>
                      <a:pt x="1952" y="1"/>
                    </a:moveTo>
                    <a:lnTo>
                      <a:pt x="0" y="2534"/>
                    </a:lnTo>
                    <a:cubicBezTo>
                      <a:pt x="477" y="2816"/>
                      <a:pt x="1009" y="2954"/>
                      <a:pt x="1538" y="2954"/>
                    </a:cubicBezTo>
                    <a:cubicBezTo>
                      <a:pt x="2453" y="2954"/>
                      <a:pt x="3358" y="2544"/>
                      <a:pt x="3955" y="1763"/>
                    </a:cubicBezTo>
                    <a:lnTo>
                      <a:pt x="3971" y="1747"/>
                    </a:lnTo>
                    <a:lnTo>
                      <a:pt x="19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3829693" y="2608464"/>
                <a:ext cx="26819" cy="36409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164" extrusionOk="0">
                    <a:moveTo>
                      <a:pt x="766" y="1"/>
                    </a:moveTo>
                    <a:cubicBezTo>
                      <a:pt x="734" y="1"/>
                      <a:pt x="702" y="3"/>
                      <a:pt x="669" y="7"/>
                    </a:cubicBezTo>
                    <a:cubicBezTo>
                      <a:pt x="480" y="41"/>
                      <a:pt x="293" y="144"/>
                      <a:pt x="172" y="298"/>
                    </a:cubicBezTo>
                    <a:cubicBezTo>
                      <a:pt x="53" y="452"/>
                      <a:pt x="1" y="657"/>
                      <a:pt x="35" y="862"/>
                    </a:cubicBezTo>
                    <a:lnTo>
                      <a:pt x="190" y="2163"/>
                    </a:lnTo>
                    <a:cubicBezTo>
                      <a:pt x="258" y="2113"/>
                      <a:pt x="343" y="2044"/>
                      <a:pt x="395" y="1976"/>
                    </a:cubicBezTo>
                    <a:cubicBezTo>
                      <a:pt x="754" y="1650"/>
                      <a:pt x="1148" y="1410"/>
                      <a:pt x="1594" y="1257"/>
                    </a:cubicBezTo>
                    <a:lnTo>
                      <a:pt x="1525" y="657"/>
                    </a:lnTo>
                    <a:cubicBezTo>
                      <a:pt x="1477" y="278"/>
                      <a:pt x="1152" y="1"/>
                      <a:pt x="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2"/>
              <p:cNvSpPr/>
              <p:nvPr/>
            </p:nvSpPr>
            <p:spPr>
              <a:xfrm>
                <a:off x="3793719" y="2613075"/>
                <a:ext cx="29376" cy="49381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2935" extrusionOk="0">
                    <a:moveTo>
                      <a:pt x="778" y="1"/>
                    </a:moveTo>
                    <a:cubicBezTo>
                      <a:pt x="747" y="1"/>
                      <a:pt x="716" y="3"/>
                      <a:pt x="685" y="7"/>
                    </a:cubicBezTo>
                    <a:cubicBezTo>
                      <a:pt x="479" y="41"/>
                      <a:pt x="308" y="143"/>
                      <a:pt x="188" y="298"/>
                    </a:cubicBezTo>
                    <a:cubicBezTo>
                      <a:pt x="69" y="452"/>
                      <a:pt x="0" y="657"/>
                      <a:pt x="34" y="862"/>
                    </a:cubicBezTo>
                    <a:lnTo>
                      <a:pt x="308" y="2934"/>
                    </a:lnTo>
                    <a:cubicBezTo>
                      <a:pt x="599" y="2866"/>
                      <a:pt x="890" y="2763"/>
                      <a:pt x="1180" y="2642"/>
                    </a:cubicBezTo>
                    <a:cubicBezTo>
                      <a:pt x="1369" y="2540"/>
                      <a:pt x="1557" y="2437"/>
                      <a:pt x="1746" y="2318"/>
                    </a:cubicBezTo>
                    <a:lnTo>
                      <a:pt x="1523" y="657"/>
                    </a:lnTo>
                    <a:cubicBezTo>
                      <a:pt x="1476" y="277"/>
                      <a:pt x="1151" y="1"/>
                      <a:pt x="7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2"/>
              <p:cNvSpPr/>
              <p:nvPr/>
            </p:nvSpPr>
            <p:spPr>
              <a:xfrm>
                <a:off x="3737840" y="2515554"/>
                <a:ext cx="115487" cy="142558"/>
              </a:xfrm>
              <a:custGeom>
                <a:avLst/>
                <a:gdLst/>
                <a:ahLst/>
                <a:cxnLst/>
                <a:rect l="l" t="t" r="r" b="b"/>
                <a:pathLst>
                  <a:path w="6864" h="8473" extrusionOk="0">
                    <a:moveTo>
                      <a:pt x="6042" y="1"/>
                    </a:moveTo>
                    <a:lnTo>
                      <a:pt x="1" y="7840"/>
                    </a:lnTo>
                    <a:lnTo>
                      <a:pt x="822" y="8473"/>
                    </a:lnTo>
                    <a:lnTo>
                      <a:pt x="6864" y="617"/>
                    </a:lnTo>
                    <a:lnTo>
                      <a:pt x="60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2"/>
              <p:cNvSpPr/>
              <p:nvPr/>
            </p:nvSpPr>
            <p:spPr>
              <a:xfrm>
                <a:off x="3731514" y="2622110"/>
                <a:ext cx="23622" cy="25372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508" extrusionOk="0">
                    <a:moveTo>
                      <a:pt x="598" y="1"/>
                    </a:moveTo>
                    <a:lnTo>
                      <a:pt x="0" y="770"/>
                    </a:lnTo>
                    <a:lnTo>
                      <a:pt x="377" y="1507"/>
                    </a:lnTo>
                    <a:lnTo>
                      <a:pt x="1404" y="172"/>
                    </a:lnTo>
                    <a:lnTo>
                      <a:pt x="5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2"/>
              <p:cNvSpPr/>
              <p:nvPr/>
            </p:nvSpPr>
            <p:spPr>
              <a:xfrm>
                <a:off x="3770667" y="2571431"/>
                <a:ext cx="23639" cy="25641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24" extrusionOk="0">
                    <a:moveTo>
                      <a:pt x="599" y="0"/>
                    </a:moveTo>
                    <a:lnTo>
                      <a:pt x="1" y="770"/>
                    </a:lnTo>
                    <a:lnTo>
                      <a:pt x="360" y="1523"/>
                    </a:lnTo>
                    <a:lnTo>
                      <a:pt x="1404" y="172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2"/>
              <p:cNvSpPr/>
              <p:nvPr/>
            </p:nvSpPr>
            <p:spPr>
              <a:xfrm>
                <a:off x="3809535" y="2520736"/>
                <a:ext cx="23639" cy="25641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24" extrusionOk="0">
                    <a:moveTo>
                      <a:pt x="601" y="1"/>
                    </a:moveTo>
                    <a:lnTo>
                      <a:pt x="1" y="770"/>
                    </a:lnTo>
                    <a:lnTo>
                      <a:pt x="377" y="1524"/>
                    </a:lnTo>
                    <a:lnTo>
                      <a:pt x="1404" y="172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2"/>
              <p:cNvSpPr/>
              <p:nvPr/>
            </p:nvSpPr>
            <p:spPr>
              <a:xfrm>
                <a:off x="3849631" y="2573535"/>
                <a:ext cx="338334" cy="227996"/>
              </a:xfrm>
              <a:custGeom>
                <a:avLst/>
                <a:gdLst/>
                <a:ahLst/>
                <a:cxnLst/>
                <a:rect l="l" t="t" r="r" b="b"/>
                <a:pathLst>
                  <a:path w="20109" h="13551" extrusionOk="0">
                    <a:moveTo>
                      <a:pt x="3141" y="0"/>
                    </a:moveTo>
                    <a:cubicBezTo>
                      <a:pt x="0" y="0"/>
                      <a:pt x="990" y="3162"/>
                      <a:pt x="990" y="3162"/>
                    </a:cubicBezTo>
                    <a:cubicBezTo>
                      <a:pt x="990" y="3162"/>
                      <a:pt x="11482" y="9956"/>
                      <a:pt x="19082" y="13551"/>
                    </a:cubicBezTo>
                    <a:cubicBezTo>
                      <a:pt x="18568" y="10025"/>
                      <a:pt x="19476" y="6893"/>
                      <a:pt x="20109" y="5266"/>
                    </a:cubicBezTo>
                    <a:cubicBezTo>
                      <a:pt x="18860" y="3778"/>
                      <a:pt x="17130" y="2717"/>
                      <a:pt x="15231" y="2340"/>
                    </a:cubicBezTo>
                    <a:cubicBezTo>
                      <a:pt x="14425" y="2179"/>
                      <a:pt x="13607" y="2135"/>
                      <a:pt x="12784" y="2135"/>
                    </a:cubicBezTo>
                    <a:cubicBezTo>
                      <a:pt x="11813" y="2135"/>
                      <a:pt x="10835" y="2196"/>
                      <a:pt x="9858" y="2196"/>
                    </a:cubicBezTo>
                    <a:cubicBezTo>
                      <a:pt x="9641" y="2196"/>
                      <a:pt x="9423" y="2193"/>
                      <a:pt x="9206" y="2185"/>
                    </a:cubicBezTo>
                    <a:cubicBezTo>
                      <a:pt x="7203" y="2117"/>
                      <a:pt x="5441" y="1484"/>
                      <a:pt x="3489" y="12"/>
                    </a:cubicBezTo>
                    <a:cubicBezTo>
                      <a:pt x="3368" y="4"/>
                      <a:pt x="3252" y="0"/>
                      <a:pt x="3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2"/>
              <p:cNvSpPr/>
              <p:nvPr/>
            </p:nvSpPr>
            <p:spPr>
              <a:xfrm>
                <a:off x="4134695" y="2640551"/>
                <a:ext cx="53285" cy="160982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9568" extrusionOk="0">
                    <a:moveTo>
                      <a:pt x="1832" y="0"/>
                    </a:moveTo>
                    <a:cubicBezTo>
                      <a:pt x="1268" y="1318"/>
                      <a:pt x="1" y="4793"/>
                      <a:pt x="549" y="8798"/>
                    </a:cubicBezTo>
                    <a:cubicBezTo>
                      <a:pt x="1096" y="9054"/>
                      <a:pt x="1626" y="9312"/>
                      <a:pt x="2140" y="9568"/>
                    </a:cubicBezTo>
                    <a:cubicBezTo>
                      <a:pt x="1626" y="6042"/>
                      <a:pt x="2534" y="2910"/>
                      <a:pt x="3167" y="1283"/>
                    </a:cubicBezTo>
                    <a:cubicBezTo>
                      <a:pt x="2774" y="804"/>
                      <a:pt x="2329" y="377"/>
                      <a:pt x="1832" y="0"/>
                    </a:cubicBezTo>
                    <a:close/>
                  </a:path>
                </a:pathLst>
              </a:custGeom>
              <a:solidFill>
                <a:srgbClr val="BDE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2"/>
              <p:cNvSpPr/>
              <p:nvPr/>
            </p:nvSpPr>
            <p:spPr>
              <a:xfrm>
                <a:off x="4151689" y="2217775"/>
                <a:ext cx="437164" cy="553526"/>
              </a:xfrm>
              <a:custGeom>
                <a:avLst/>
                <a:gdLst/>
                <a:ahLst/>
                <a:cxnLst/>
                <a:rect l="l" t="t" r="r" b="b"/>
                <a:pathLst>
                  <a:path w="25983" h="32899" extrusionOk="0">
                    <a:moveTo>
                      <a:pt x="1250" y="0"/>
                    </a:moveTo>
                    <a:cubicBezTo>
                      <a:pt x="890" y="1078"/>
                      <a:pt x="651" y="2105"/>
                      <a:pt x="497" y="3098"/>
                    </a:cubicBezTo>
                    <a:cubicBezTo>
                      <a:pt x="445" y="3355"/>
                      <a:pt x="429" y="3611"/>
                      <a:pt x="394" y="3851"/>
                    </a:cubicBezTo>
                    <a:cubicBezTo>
                      <a:pt x="0" y="7582"/>
                      <a:pt x="976" y="10441"/>
                      <a:pt x="1764" y="12067"/>
                    </a:cubicBezTo>
                    <a:cubicBezTo>
                      <a:pt x="2243" y="13043"/>
                      <a:pt x="2654" y="13573"/>
                      <a:pt x="2654" y="13573"/>
                    </a:cubicBezTo>
                    <a:lnTo>
                      <a:pt x="13419" y="14344"/>
                    </a:lnTo>
                    <a:lnTo>
                      <a:pt x="8610" y="24117"/>
                    </a:lnTo>
                    <a:cubicBezTo>
                      <a:pt x="9448" y="26325"/>
                      <a:pt x="12136" y="28516"/>
                      <a:pt x="14635" y="30159"/>
                    </a:cubicBezTo>
                    <a:cubicBezTo>
                      <a:pt x="14857" y="30296"/>
                      <a:pt x="15080" y="30450"/>
                      <a:pt x="15286" y="30570"/>
                    </a:cubicBezTo>
                    <a:cubicBezTo>
                      <a:pt x="17545" y="31990"/>
                      <a:pt x="19462" y="32898"/>
                      <a:pt x="19462" y="32898"/>
                    </a:cubicBezTo>
                    <a:cubicBezTo>
                      <a:pt x="20831" y="31392"/>
                      <a:pt x="21943" y="29731"/>
                      <a:pt x="22833" y="28003"/>
                    </a:cubicBezTo>
                    <a:cubicBezTo>
                      <a:pt x="22954" y="27763"/>
                      <a:pt x="23073" y="27524"/>
                      <a:pt x="23176" y="27300"/>
                    </a:cubicBezTo>
                    <a:cubicBezTo>
                      <a:pt x="25419" y="22526"/>
                      <a:pt x="25983" y="17167"/>
                      <a:pt x="25350" y="12427"/>
                    </a:cubicBezTo>
                    <a:cubicBezTo>
                      <a:pt x="24905" y="8952"/>
                      <a:pt x="23604" y="6025"/>
                      <a:pt x="22457" y="4022"/>
                    </a:cubicBezTo>
                    <a:cubicBezTo>
                      <a:pt x="21379" y="2139"/>
                      <a:pt x="20437" y="1044"/>
                      <a:pt x="20437" y="1044"/>
                    </a:cubicBezTo>
                    <a:lnTo>
                      <a:pt x="9243" y="428"/>
                    </a:lnTo>
                    <a:lnTo>
                      <a:pt x="8387" y="377"/>
                    </a:lnTo>
                    <a:lnTo>
                      <a:pt x="125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5060606" y="2300994"/>
                <a:ext cx="417580" cy="215764"/>
              </a:xfrm>
              <a:custGeom>
                <a:avLst/>
                <a:gdLst/>
                <a:ahLst/>
                <a:cxnLst/>
                <a:rect l="l" t="t" r="r" b="b"/>
                <a:pathLst>
                  <a:path w="24819" h="12824" extrusionOk="0">
                    <a:moveTo>
                      <a:pt x="6368" y="0"/>
                    </a:moveTo>
                    <a:lnTo>
                      <a:pt x="856" y="4143"/>
                    </a:lnTo>
                    <a:lnTo>
                      <a:pt x="0" y="6710"/>
                    </a:lnTo>
                    <a:cubicBezTo>
                      <a:pt x="0" y="6710"/>
                      <a:pt x="8011" y="12753"/>
                      <a:pt x="12410" y="12821"/>
                    </a:cubicBezTo>
                    <a:cubicBezTo>
                      <a:pt x="12523" y="12823"/>
                      <a:pt x="12636" y="12823"/>
                      <a:pt x="12748" y="12823"/>
                    </a:cubicBezTo>
                    <a:cubicBezTo>
                      <a:pt x="20005" y="12823"/>
                      <a:pt x="24819" y="10151"/>
                      <a:pt x="24819" y="10151"/>
                    </a:cubicBezTo>
                    <a:lnTo>
                      <a:pt x="21242" y="5033"/>
                    </a:lnTo>
                    <a:cubicBezTo>
                      <a:pt x="20125" y="5362"/>
                      <a:pt x="19032" y="5504"/>
                      <a:pt x="17978" y="5504"/>
                    </a:cubicBezTo>
                    <a:cubicBezTo>
                      <a:pt x="11413" y="5504"/>
                      <a:pt x="6368" y="0"/>
                      <a:pt x="63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5391638" y="2301381"/>
                <a:ext cx="180078" cy="173499"/>
              </a:xfrm>
              <a:custGeom>
                <a:avLst/>
                <a:gdLst/>
                <a:ahLst/>
                <a:cxnLst/>
                <a:rect l="l" t="t" r="r" b="b"/>
                <a:pathLst>
                  <a:path w="10703" h="10312" extrusionOk="0">
                    <a:moveTo>
                      <a:pt x="4786" y="0"/>
                    </a:moveTo>
                    <a:cubicBezTo>
                      <a:pt x="3938" y="0"/>
                      <a:pt x="2630" y="5507"/>
                      <a:pt x="2630" y="5507"/>
                    </a:cubicBezTo>
                    <a:cubicBezTo>
                      <a:pt x="2630" y="5507"/>
                      <a:pt x="2714" y="2648"/>
                      <a:pt x="1842" y="2476"/>
                    </a:cubicBezTo>
                    <a:cubicBezTo>
                      <a:pt x="1828" y="2473"/>
                      <a:pt x="1813" y="2472"/>
                      <a:pt x="1799" y="2472"/>
                    </a:cubicBezTo>
                    <a:cubicBezTo>
                      <a:pt x="921" y="2472"/>
                      <a:pt x="0" y="7983"/>
                      <a:pt x="2458" y="9768"/>
                    </a:cubicBezTo>
                    <a:cubicBezTo>
                      <a:pt x="2984" y="10150"/>
                      <a:pt x="3567" y="10311"/>
                      <a:pt x="4172" y="10311"/>
                    </a:cubicBezTo>
                    <a:cubicBezTo>
                      <a:pt x="7169" y="10311"/>
                      <a:pt x="10702" y="6364"/>
                      <a:pt x="10503" y="5865"/>
                    </a:cubicBezTo>
                    <a:cubicBezTo>
                      <a:pt x="10464" y="5763"/>
                      <a:pt x="10351" y="5721"/>
                      <a:pt x="10191" y="5721"/>
                    </a:cubicBezTo>
                    <a:cubicBezTo>
                      <a:pt x="9437" y="5721"/>
                      <a:pt x="7644" y="6653"/>
                      <a:pt x="7644" y="6653"/>
                    </a:cubicBezTo>
                    <a:cubicBezTo>
                      <a:pt x="7644" y="6653"/>
                      <a:pt x="10058" y="3213"/>
                      <a:pt x="9390" y="2579"/>
                    </a:cubicBezTo>
                    <a:cubicBezTo>
                      <a:pt x="9332" y="2526"/>
                      <a:pt x="9261" y="2501"/>
                      <a:pt x="9179" y="2501"/>
                    </a:cubicBezTo>
                    <a:cubicBezTo>
                      <a:pt x="8298" y="2501"/>
                      <a:pt x="6190" y="5370"/>
                      <a:pt x="6190" y="5370"/>
                    </a:cubicBezTo>
                    <a:cubicBezTo>
                      <a:pt x="6190" y="5370"/>
                      <a:pt x="8260" y="936"/>
                      <a:pt x="7439" y="320"/>
                    </a:cubicBezTo>
                    <a:cubicBezTo>
                      <a:pt x="7391" y="284"/>
                      <a:pt x="7339" y="267"/>
                      <a:pt x="7284" y="267"/>
                    </a:cubicBezTo>
                    <a:cubicBezTo>
                      <a:pt x="6371" y="267"/>
                      <a:pt x="4529" y="4925"/>
                      <a:pt x="4529" y="4925"/>
                    </a:cubicBezTo>
                    <a:cubicBezTo>
                      <a:pt x="4529" y="4925"/>
                      <a:pt x="5745" y="543"/>
                      <a:pt x="4889" y="29"/>
                    </a:cubicBezTo>
                    <a:cubicBezTo>
                      <a:pt x="4855" y="10"/>
                      <a:pt x="4821" y="0"/>
                      <a:pt x="47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4097544" y="1820625"/>
                <a:ext cx="407518" cy="340706"/>
              </a:xfrm>
              <a:custGeom>
                <a:avLst/>
                <a:gdLst/>
                <a:ahLst/>
                <a:cxnLst/>
                <a:rect l="l" t="t" r="r" b="b"/>
                <a:pathLst>
                  <a:path w="24221" h="20250" extrusionOk="0">
                    <a:moveTo>
                      <a:pt x="2918" y="1"/>
                    </a:moveTo>
                    <a:cubicBezTo>
                      <a:pt x="2877" y="1"/>
                      <a:pt x="2840" y="12"/>
                      <a:pt x="2807" y="35"/>
                    </a:cubicBezTo>
                    <a:cubicBezTo>
                      <a:pt x="2191" y="463"/>
                      <a:pt x="3013" y="2723"/>
                      <a:pt x="3013" y="2723"/>
                    </a:cubicBezTo>
                    <a:lnTo>
                      <a:pt x="0" y="2723"/>
                    </a:lnTo>
                    <a:lnTo>
                      <a:pt x="1575" y="9124"/>
                    </a:lnTo>
                    <a:lnTo>
                      <a:pt x="4297" y="9980"/>
                    </a:lnTo>
                    <a:cubicBezTo>
                      <a:pt x="4297" y="9980"/>
                      <a:pt x="12266" y="20250"/>
                      <a:pt x="21345" y="20250"/>
                    </a:cubicBezTo>
                    <a:cubicBezTo>
                      <a:pt x="22294" y="20250"/>
                      <a:pt x="23255" y="20137"/>
                      <a:pt x="24221" y="19890"/>
                    </a:cubicBezTo>
                    <a:lnTo>
                      <a:pt x="23810" y="17973"/>
                    </a:lnTo>
                    <a:lnTo>
                      <a:pt x="24221" y="11674"/>
                    </a:lnTo>
                    <a:lnTo>
                      <a:pt x="15850" y="11041"/>
                    </a:lnTo>
                    <a:lnTo>
                      <a:pt x="5717" y="3681"/>
                    </a:lnTo>
                    <a:cubicBezTo>
                      <a:pt x="5717" y="3681"/>
                      <a:pt x="3670" y="1"/>
                      <a:pt x="29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4037930" y="1864758"/>
                <a:ext cx="110305" cy="33364"/>
              </a:xfrm>
              <a:custGeom>
                <a:avLst/>
                <a:gdLst/>
                <a:ahLst/>
                <a:cxnLst/>
                <a:rect l="l" t="t" r="r" b="b"/>
                <a:pathLst>
                  <a:path w="6556" h="1983" extrusionOk="0">
                    <a:moveTo>
                      <a:pt x="3602" y="0"/>
                    </a:moveTo>
                    <a:cubicBezTo>
                      <a:pt x="1907" y="0"/>
                      <a:pt x="105" y="124"/>
                      <a:pt x="69" y="647"/>
                    </a:cubicBezTo>
                    <a:cubicBezTo>
                      <a:pt x="1" y="1640"/>
                      <a:pt x="5700" y="1982"/>
                      <a:pt x="5700" y="1982"/>
                    </a:cubicBezTo>
                    <a:lnTo>
                      <a:pt x="6385" y="1195"/>
                    </a:lnTo>
                    <a:lnTo>
                      <a:pt x="6556" y="100"/>
                    </a:lnTo>
                    <a:cubicBezTo>
                      <a:pt x="6556" y="100"/>
                      <a:pt x="5121" y="0"/>
                      <a:pt x="36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4041665" y="1895011"/>
                <a:ext cx="110322" cy="33330"/>
              </a:xfrm>
              <a:custGeom>
                <a:avLst/>
                <a:gdLst/>
                <a:ahLst/>
                <a:cxnLst/>
                <a:rect l="l" t="t" r="r" b="b"/>
                <a:pathLst>
                  <a:path w="6557" h="1981" extrusionOk="0">
                    <a:moveTo>
                      <a:pt x="3645" y="0"/>
                    </a:moveTo>
                    <a:cubicBezTo>
                      <a:pt x="1937" y="0"/>
                      <a:pt x="106" y="126"/>
                      <a:pt x="69" y="664"/>
                    </a:cubicBezTo>
                    <a:cubicBezTo>
                      <a:pt x="1" y="1656"/>
                      <a:pt x="5701" y="1981"/>
                      <a:pt x="5701" y="1981"/>
                    </a:cubicBezTo>
                    <a:lnTo>
                      <a:pt x="6386" y="1211"/>
                    </a:lnTo>
                    <a:lnTo>
                      <a:pt x="6557" y="98"/>
                    </a:lnTo>
                    <a:cubicBezTo>
                      <a:pt x="6557" y="98"/>
                      <a:pt x="5149" y="0"/>
                      <a:pt x="36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4048008" y="1922302"/>
                <a:ext cx="108286" cy="33414"/>
              </a:xfrm>
              <a:custGeom>
                <a:avLst/>
                <a:gdLst/>
                <a:ahLst/>
                <a:cxnLst/>
                <a:rect l="l" t="t" r="r" b="b"/>
                <a:pathLst>
                  <a:path w="6436" h="1986" extrusionOk="0">
                    <a:moveTo>
                      <a:pt x="6436" y="0"/>
                    </a:moveTo>
                    <a:cubicBezTo>
                      <a:pt x="6436" y="0"/>
                      <a:pt x="0" y="222"/>
                      <a:pt x="34" y="1215"/>
                    </a:cubicBezTo>
                    <a:cubicBezTo>
                      <a:pt x="57" y="1870"/>
                      <a:pt x="2462" y="1985"/>
                      <a:pt x="4150" y="1985"/>
                    </a:cubicBezTo>
                    <a:cubicBezTo>
                      <a:pt x="5065" y="1985"/>
                      <a:pt x="5769" y="1951"/>
                      <a:pt x="5769" y="1951"/>
                    </a:cubicBezTo>
                    <a:lnTo>
                      <a:pt x="6385" y="1112"/>
                    </a:lnTo>
                    <a:lnTo>
                      <a:pt x="643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4064430" y="1942459"/>
                <a:ext cx="103962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6179" h="2732" extrusionOk="0">
                    <a:moveTo>
                      <a:pt x="6008" y="0"/>
                    </a:moveTo>
                    <a:cubicBezTo>
                      <a:pt x="6008" y="0"/>
                      <a:pt x="1" y="1404"/>
                      <a:pt x="240" y="2379"/>
                    </a:cubicBezTo>
                    <a:cubicBezTo>
                      <a:pt x="300" y="2637"/>
                      <a:pt x="728" y="2731"/>
                      <a:pt x="1322" y="2731"/>
                    </a:cubicBezTo>
                    <a:cubicBezTo>
                      <a:pt x="2934" y="2731"/>
                      <a:pt x="5768" y="2036"/>
                      <a:pt x="5768" y="2036"/>
                    </a:cubicBezTo>
                    <a:lnTo>
                      <a:pt x="6179" y="1112"/>
                    </a:lnTo>
                    <a:lnTo>
                      <a:pt x="60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4464751" y="2017030"/>
                <a:ext cx="702965" cy="608813"/>
              </a:xfrm>
              <a:custGeom>
                <a:avLst/>
                <a:gdLst/>
                <a:ahLst/>
                <a:cxnLst/>
                <a:rect l="l" t="t" r="r" b="b"/>
                <a:pathLst>
                  <a:path w="41781" h="36185" extrusionOk="0">
                    <a:moveTo>
                      <a:pt x="13539" y="1"/>
                    </a:moveTo>
                    <a:cubicBezTo>
                      <a:pt x="12701" y="3047"/>
                      <a:pt x="11074" y="5907"/>
                      <a:pt x="8867" y="8251"/>
                    </a:cubicBezTo>
                    <a:cubicBezTo>
                      <a:pt x="8250" y="8919"/>
                      <a:pt x="7582" y="9535"/>
                      <a:pt x="6863" y="10117"/>
                    </a:cubicBezTo>
                    <a:cubicBezTo>
                      <a:pt x="5357" y="11350"/>
                      <a:pt x="3645" y="12324"/>
                      <a:pt x="1831" y="12975"/>
                    </a:cubicBezTo>
                    <a:cubicBezTo>
                      <a:pt x="0" y="20182"/>
                      <a:pt x="2687" y="32231"/>
                      <a:pt x="5836" y="36185"/>
                    </a:cubicBezTo>
                    <a:cubicBezTo>
                      <a:pt x="6110" y="36150"/>
                      <a:pt x="6384" y="36100"/>
                      <a:pt x="6658" y="36066"/>
                    </a:cubicBezTo>
                    <a:cubicBezTo>
                      <a:pt x="21891" y="33412"/>
                      <a:pt x="26924" y="19821"/>
                      <a:pt x="26924" y="19821"/>
                    </a:cubicBezTo>
                    <a:cubicBezTo>
                      <a:pt x="29543" y="21430"/>
                      <a:pt x="30775" y="22201"/>
                      <a:pt x="33411" y="24187"/>
                    </a:cubicBezTo>
                    <a:cubicBezTo>
                      <a:pt x="33925" y="24580"/>
                      <a:pt x="34489" y="25008"/>
                      <a:pt x="35139" y="25504"/>
                    </a:cubicBezTo>
                    <a:cubicBezTo>
                      <a:pt x="39110" y="23536"/>
                      <a:pt x="41388" y="20266"/>
                      <a:pt x="41781" y="16877"/>
                    </a:cubicBezTo>
                    <a:cubicBezTo>
                      <a:pt x="41422" y="16398"/>
                      <a:pt x="41045" y="15902"/>
                      <a:pt x="40685" y="15440"/>
                    </a:cubicBezTo>
                    <a:cubicBezTo>
                      <a:pt x="36253" y="9946"/>
                      <a:pt x="31305" y="6779"/>
                      <a:pt x="28379" y="5238"/>
                    </a:cubicBezTo>
                    <a:cubicBezTo>
                      <a:pt x="26804" y="4400"/>
                      <a:pt x="25812" y="4040"/>
                      <a:pt x="25812" y="4040"/>
                    </a:cubicBezTo>
                    <a:cubicBezTo>
                      <a:pt x="24904" y="3408"/>
                      <a:pt x="23963" y="2842"/>
                      <a:pt x="22953" y="2346"/>
                    </a:cubicBezTo>
                    <a:cubicBezTo>
                      <a:pt x="22131" y="1936"/>
                      <a:pt x="21309" y="1593"/>
                      <a:pt x="20437" y="1285"/>
                    </a:cubicBezTo>
                    <a:cubicBezTo>
                      <a:pt x="18212" y="498"/>
                      <a:pt x="15832" y="53"/>
                      <a:pt x="135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4898589" y="2107955"/>
                <a:ext cx="253435" cy="219364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13038" extrusionOk="0">
                    <a:moveTo>
                      <a:pt x="607" y="0"/>
                    </a:moveTo>
                    <a:cubicBezTo>
                      <a:pt x="245" y="0"/>
                      <a:pt x="1" y="512"/>
                      <a:pt x="386" y="690"/>
                    </a:cubicBezTo>
                    <a:cubicBezTo>
                      <a:pt x="6138" y="3310"/>
                      <a:pt x="10914" y="7486"/>
                      <a:pt x="14234" y="12861"/>
                    </a:cubicBezTo>
                    <a:cubicBezTo>
                      <a:pt x="14312" y="12985"/>
                      <a:pt x="14426" y="13038"/>
                      <a:pt x="14541" y="13038"/>
                    </a:cubicBezTo>
                    <a:cubicBezTo>
                      <a:pt x="14802" y="13038"/>
                      <a:pt x="15063" y="12764"/>
                      <a:pt x="14885" y="12466"/>
                    </a:cubicBezTo>
                    <a:cubicBezTo>
                      <a:pt x="11512" y="7007"/>
                      <a:pt x="6635" y="2693"/>
                      <a:pt x="781" y="40"/>
                    </a:cubicBezTo>
                    <a:cubicBezTo>
                      <a:pt x="721" y="12"/>
                      <a:pt x="663" y="0"/>
                      <a:pt x="6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4453226" y="2002055"/>
                <a:ext cx="397709" cy="191822"/>
              </a:xfrm>
              <a:custGeom>
                <a:avLst/>
                <a:gdLst/>
                <a:ahLst/>
                <a:cxnLst/>
                <a:rect l="l" t="t" r="r" b="b"/>
                <a:pathLst>
                  <a:path w="23638" h="11401" extrusionOk="0">
                    <a:moveTo>
                      <a:pt x="5494" y="1"/>
                    </a:moveTo>
                    <a:cubicBezTo>
                      <a:pt x="4964" y="1"/>
                      <a:pt x="4417" y="18"/>
                      <a:pt x="3851" y="18"/>
                    </a:cubicBezTo>
                    <a:cubicBezTo>
                      <a:pt x="3303" y="35"/>
                      <a:pt x="2739" y="35"/>
                      <a:pt x="2157" y="69"/>
                    </a:cubicBezTo>
                    <a:lnTo>
                      <a:pt x="1883" y="69"/>
                    </a:lnTo>
                    <a:cubicBezTo>
                      <a:pt x="1883" y="69"/>
                      <a:pt x="1815" y="224"/>
                      <a:pt x="1712" y="480"/>
                    </a:cubicBezTo>
                    <a:cubicBezTo>
                      <a:pt x="1233" y="1730"/>
                      <a:pt x="1" y="5667"/>
                      <a:pt x="1181" y="9894"/>
                    </a:cubicBezTo>
                    <a:lnTo>
                      <a:pt x="2979" y="10202"/>
                    </a:lnTo>
                    <a:lnTo>
                      <a:pt x="7548" y="11007"/>
                    </a:lnTo>
                    <a:lnTo>
                      <a:pt x="9910" y="11400"/>
                    </a:lnTo>
                    <a:lnTo>
                      <a:pt x="12461" y="9894"/>
                    </a:lnTo>
                    <a:lnTo>
                      <a:pt x="20095" y="5341"/>
                    </a:lnTo>
                    <a:lnTo>
                      <a:pt x="23638" y="3236"/>
                    </a:lnTo>
                    <a:cubicBezTo>
                      <a:pt x="23535" y="3150"/>
                      <a:pt x="22800" y="2654"/>
                      <a:pt x="21191" y="2089"/>
                    </a:cubicBezTo>
                    <a:cubicBezTo>
                      <a:pt x="18605" y="1165"/>
                      <a:pt x="13744" y="18"/>
                      <a:pt x="54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4477404" y="2015751"/>
                <a:ext cx="340807" cy="54143"/>
              </a:xfrm>
              <a:custGeom>
                <a:avLst/>
                <a:gdLst/>
                <a:ahLst/>
                <a:cxnLst/>
                <a:rect l="l" t="t" r="r" b="b"/>
                <a:pathLst>
                  <a:path w="20256" h="3218" extrusionOk="0">
                    <a:moveTo>
                      <a:pt x="6348" y="1"/>
                    </a:moveTo>
                    <a:cubicBezTo>
                      <a:pt x="4385" y="1"/>
                      <a:pt x="2413" y="151"/>
                      <a:pt x="446" y="453"/>
                    </a:cubicBezTo>
                    <a:cubicBezTo>
                      <a:pt x="4" y="536"/>
                      <a:pt x="1" y="1229"/>
                      <a:pt x="421" y="1229"/>
                    </a:cubicBezTo>
                    <a:cubicBezTo>
                      <a:pt x="440" y="1229"/>
                      <a:pt x="460" y="1227"/>
                      <a:pt x="481" y="1224"/>
                    </a:cubicBezTo>
                    <a:cubicBezTo>
                      <a:pt x="2445" y="919"/>
                      <a:pt x="4412" y="767"/>
                      <a:pt x="6371" y="767"/>
                    </a:cubicBezTo>
                    <a:cubicBezTo>
                      <a:pt x="10899" y="767"/>
                      <a:pt x="15384" y="1579"/>
                      <a:pt x="19685" y="3192"/>
                    </a:cubicBezTo>
                    <a:cubicBezTo>
                      <a:pt x="19731" y="3209"/>
                      <a:pt x="19774" y="3218"/>
                      <a:pt x="19814" y="3218"/>
                    </a:cubicBezTo>
                    <a:cubicBezTo>
                      <a:pt x="20159" y="3218"/>
                      <a:pt x="20256" y="2610"/>
                      <a:pt x="19856" y="2457"/>
                    </a:cubicBezTo>
                    <a:cubicBezTo>
                      <a:pt x="15502" y="825"/>
                      <a:pt x="10946" y="1"/>
                      <a:pt x="6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2"/>
              <p:cNvSpPr/>
              <p:nvPr/>
            </p:nvSpPr>
            <p:spPr>
              <a:xfrm>
                <a:off x="5026920" y="2276799"/>
                <a:ext cx="140825" cy="169360"/>
              </a:xfrm>
              <a:custGeom>
                <a:avLst/>
                <a:gdLst/>
                <a:ahLst/>
                <a:cxnLst/>
                <a:rect l="l" t="t" r="r" b="b"/>
                <a:pathLst>
                  <a:path w="8370" h="10066" extrusionOk="0">
                    <a:moveTo>
                      <a:pt x="7274" y="1"/>
                    </a:moveTo>
                    <a:cubicBezTo>
                      <a:pt x="6128" y="3716"/>
                      <a:pt x="3440" y="6950"/>
                      <a:pt x="0" y="8748"/>
                    </a:cubicBezTo>
                    <a:cubicBezTo>
                      <a:pt x="514" y="9141"/>
                      <a:pt x="1078" y="9569"/>
                      <a:pt x="1728" y="10065"/>
                    </a:cubicBezTo>
                    <a:cubicBezTo>
                      <a:pt x="5717" y="8097"/>
                      <a:pt x="7977" y="4827"/>
                      <a:pt x="8370" y="1438"/>
                    </a:cubicBezTo>
                    <a:cubicBezTo>
                      <a:pt x="8011" y="943"/>
                      <a:pt x="7634" y="463"/>
                      <a:pt x="7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2"/>
              <p:cNvSpPr/>
              <p:nvPr/>
            </p:nvSpPr>
            <p:spPr>
              <a:xfrm>
                <a:off x="4448901" y="2002358"/>
                <a:ext cx="69134" cy="171346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10184" extrusionOk="0">
                    <a:moveTo>
                      <a:pt x="4108" y="0"/>
                    </a:moveTo>
                    <a:cubicBezTo>
                      <a:pt x="3458" y="17"/>
                      <a:pt x="2807" y="35"/>
                      <a:pt x="2140" y="51"/>
                    </a:cubicBezTo>
                    <a:cubicBezTo>
                      <a:pt x="2140" y="51"/>
                      <a:pt x="0" y="4759"/>
                      <a:pt x="1438" y="9876"/>
                    </a:cubicBezTo>
                    <a:lnTo>
                      <a:pt x="3236" y="10184"/>
                    </a:lnTo>
                    <a:cubicBezTo>
                      <a:pt x="2312" y="6573"/>
                      <a:pt x="3373" y="2276"/>
                      <a:pt x="4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4791341" y="2037187"/>
                <a:ext cx="150920" cy="106872"/>
              </a:xfrm>
              <a:custGeom>
                <a:avLst/>
                <a:gdLst/>
                <a:ahLst/>
                <a:cxnLst/>
                <a:rect l="l" t="t" r="r" b="b"/>
                <a:pathLst>
                  <a:path w="8970" h="6352" extrusionOk="0">
                    <a:moveTo>
                      <a:pt x="1078" y="1"/>
                    </a:moveTo>
                    <a:cubicBezTo>
                      <a:pt x="1061" y="35"/>
                      <a:pt x="1044" y="53"/>
                      <a:pt x="1044" y="87"/>
                    </a:cubicBezTo>
                    <a:cubicBezTo>
                      <a:pt x="651" y="754"/>
                      <a:pt x="325" y="1439"/>
                      <a:pt x="137" y="2175"/>
                    </a:cubicBezTo>
                    <a:cubicBezTo>
                      <a:pt x="51" y="2518"/>
                      <a:pt x="0" y="2894"/>
                      <a:pt x="17" y="3253"/>
                    </a:cubicBezTo>
                    <a:cubicBezTo>
                      <a:pt x="17" y="3955"/>
                      <a:pt x="222" y="4640"/>
                      <a:pt x="651" y="5170"/>
                    </a:cubicBezTo>
                    <a:cubicBezTo>
                      <a:pt x="1369" y="6044"/>
                      <a:pt x="2584" y="6352"/>
                      <a:pt x="3714" y="6352"/>
                    </a:cubicBezTo>
                    <a:cubicBezTo>
                      <a:pt x="5683" y="6334"/>
                      <a:pt x="7634" y="5462"/>
                      <a:pt x="8969" y="4040"/>
                    </a:cubicBezTo>
                    <a:cubicBezTo>
                      <a:pt x="7394" y="3202"/>
                      <a:pt x="6402" y="2842"/>
                      <a:pt x="6402" y="2842"/>
                    </a:cubicBezTo>
                    <a:cubicBezTo>
                      <a:pt x="5512" y="2210"/>
                      <a:pt x="4553" y="1644"/>
                      <a:pt x="3543" y="1148"/>
                    </a:cubicBezTo>
                    <a:cubicBezTo>
                      <a:pt x="3440" y="1062"/>
                      <a:pt x="2705" y="566"/>
                      <a:pt x="1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4816378" y="2028555"/>
                <a:ext cx="101387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5627" extrusionOk="0">
                    <a:moveTo>
                      <a:pt x="6026" y="0"/>
                    </a:moveTo>
                    <a:lnTo>
                      <a:pt x="4879" y="155"/>
                    </a:lnTo>
                    <a:lnTo>
                      <a:pt x="1301" y="634"/>
                    </a:lnTo>
                    <a:cubicBezTo>
                      <a:pt x="1301" y="634"/>
                      <a:pt x="429" y="1917"/>
                      <a:pt x="190" y="3202"/>
                    </a:cubicBezTo>
                    <a:cubicBezTo>
                      <a:pt x="1" y="4092"/>
                      <a:pt x="138" y="4982"/>
                      <a:pt x="1096" y="5358"/>
                    </a:cubicBezTo>
                    <a:cubicBezTo>
                      <a:pt x="1585" y="5550"/>
                      <a:pt x="2060" y="5626"/>
                      <a:pt x="2505" y="5626"/>
                    </a:cubicBezTo>
                    <a:cubicBezTo>
                      <a:pt x="3135" y="5626"/>
                      <a:pt x="3706" y="5473"/>
                      <a:pt x="4177" y="5272"/>
                    </a:cubicBezTo>
                    <a:cubicBezTo>
                      <a:pt x="4964" y="4948"/>
                      <a:pt x="5496" y="4195"/>
                      <a:pt x="5598" y="3355"/>
                    </a:cubicBezTo>
                    <a:lnTo>
                      <a:pt x="6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4819558" y="2031163"/>
                <a:ext cx="94472" cy="64053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807" extrusionOk="0">
                    <a:moveTo>
                      <a:pt x="4690" y="0"/>
                    </a:moveTo>
                    <a:lnTo>
                      <a:pt x="1112" y="479"/>
                    </a:lnTo>
                    <a:cubicBezTo>
                      <a:pt x="1112" y="479"/>
                      <a:pt x="240" y="1762"/>
                      <a:pt x="1" y="3047"/>
                    </a:cubicBezTo>
                    <a:cubicBezTo>
                      <a:pt x="103" y="3184"/>
                      <a:pt x="240" y="3303"/>
                      <a:pt x="394" y="3406"/>
                    </a:cubicBezTo>
                    <a:cubicBezTo>
                      <a:pt x="803" y="3686"/>
                      <a:pt x="1299" y="3807"/>
                      <a:pt x="1801" y="3807"/>
                    </a:cubicBezTo>
                    <a:cubicBezTo>
                      <a:pt x="2035" y="3807"/>
                      <a:pt x="2271" y="3780"/>
                      <a:pt x="2500" y="3731"/>
                    </a:cubicBezTo>
                    <a:cubicBezTo>
                      <a:pt x="3201" y="3577"/>
                      <a:pt x="3851" y="3218"/>
                      <a:pt x="4451" y="2807"/>
                    </a:cubicBezTo>
                    <a:cubicBezTo>
                      <a:pt x="5015" y="2413"/>
                      <a:pt x="5615" y="1849"/>
                      <a:pt x="5563" y="1164"/>
                    </a:cubicBezTo>
                    <a:cubicBezTo>
                      <a:pt x="5528" y="650"/>
                      <a:pt x="5152" y="256"/>
                      <a:pt x="4690" y="0"/>
                    </a:cubicBezTo>
                    <a:close/>
                  </a:path>
                </a:pathLst>
              </a:custGeom>
              <a:solidFill>
                <a:srgbClr val="000000">
                  <a:alpha val="8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2"/>
              <p:cNvSpPr/>
              <p:nvPr/>
            </p:nvSpPr>
            <p:spPr>
              <a:xfrm>
                <a:off x="4821864" y="1903861"/>
                <a:ext cx="29393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4246" extrusionOk="0">
                    <a:moveTo>
                      <a:pt x="1233" y="1"/>
                    </a:moveTo>
                    <a:cubicBezTo>
                      <a:pt x="291" y="1181"/>
                      <a:pt x="1" y="2842"/>
                      <a:pt x="514" y="4245"/>
                    </a:cubicBezTo>
                    <a:cubicBezTo>
                      <a:pt x="1267" y="3355"/>
                      <a:pt x="1729" y="2208"/>
                      <a:pt x="1729" y="1028"/>
                    </a:cubicBezTo>
                    <a:cubicBezTo>
                      <a:pt x="1746" y="667"/>
                      <a:pt x="1507" y="240"/>
                      <a:pt x="1233" y="1"/>
                    </a:cubicBezTo>
                    <a:close/>
                  </a:path>
                </a:pathLst>
              </a:custGeom>
              <a:solidFill>
                <a:srgbClr val="7031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4838000" y="1848337"/>
                <a:ext cx="176831" cy="199629"/>
              </a:xfrm>
              <a:custGeom>
                <a:avLst/>
                <a:gdLst/>
                <a:ahLst/>
                <a:cxnLst/>
                <a:rect l="l" t="t" r="r" b="b"/>
                <a:pathLst>
                  <a:path w="10510" h="11865" extrusionOk="0">
                    <a:moveTo>
                      <a:pt x="3754" y="1"/>
                    </a:moveTo>
                    <a:cubicBezTo>
                      <a:pt x="3496" y="1"/>
                      <a:pt x="3252" y="86"/>
                      <a:pt x="3081" y="288"/>
                    </a:cubicBezTo>
                    <a:cubicBezTo>
                      <a:pt x="2807" y="630"/>
                      <a:pt x="2892" y="1092"/>
                      <a:pt x="2431" y="1315"/>
                    </a:cubicBezTo>
                    <a:cubicBezTo>
                      <a:pt x="2328" y="1364"/>
                      <a:pt x="2234" y="1384"/>
                      <a:pt x="2144" y="1384"/>
                    </a:cubicBezTo>
                    <a:cubicBezTo>
                      <a:pt x="1857" y="1384"/>
                      <a:pt x="1617" y="1184"/>
                      <a:pt x="1317" y="1092"/>
                    </a:cubicBezTo>
                    <a:cubicBezTo>
                      <a:pt x="1209" y="1052"/>
                      <a:pt x="1098" y="1033"/>
                      <a:pt x="987" y="1033"/>
                    </a:cubicBezTo>
                    <a:cubicBezTo>
                      <a:pt x="765" y="1033"/>
                      <a:pt x="548" y="1110"/>
                      <a:pt x="377" y="1247"/>
                    </a:cubicBezTo>
                    <a:cubicBezTo>
                      <a:pt x="119" y="1469"/>
                      <a:pt x="16" y="1811"/>
                      <a:pt x="16" y="2137"/>
                    </a:cubicBezTo>
                    <a:cubicBezTo>
                      <a:pt x="0" y="3643"/>
                      <a:pt x="0" y="5131"/>
                      <a:pt x="598" y="6501"/>
                    </a:cubicBezTo>
                    <a:lnTo>
                      <a:pt x="4074" y="11619"/>
                    </a:lnTo>
                    <a:cubicBezTo>
                      <a:pt x="4622" y="11784"/>
                      <a:pt x="5196" y="11865"/>
                      <a:pt x="5771" y="11865"/>
                    </a:cubicBezTo>
                    <a:cubicBezTo>
                      <a:pt x="7042" y="11865"/>
                      <a:pt x="8320" y="11471"/>
                      <a:pt x="9346" y="10729"/>
                    </a:cubicBezTo>
                    <a:cubicBezTo>
                      <a:pt x="9807" y="10403"/>
                      <a:pt x="10236" y="9976"/>
                      <a:pt x="10407" y="9428"/>
                    </a:cubicBezTo>
                    <a:cubicBezTo>
                      <a:pt x="10509" y="9068"/>
                      <a:pt x="10475" y="8657"/>
                      <a:pt x="10270" y="8349"/>
                    </a:cubicBezTo>
                    <a:cubicBezTo>
                      <a:pt x="10047" y="8007"/>
                      <a:pt x="9654" y="7938"/>
                      <a:pt x="9585" y="7477"/>
                    </a:cubicBezTo>
                    <a:cubicBezTo>
                      <a:pt x="9499" y="6758"/>
                      <a:pt x="9928" y="6021"/>
                      <a:pt x="10184" y="5389"/>
                    </a:cubicBezTo>
                    <a:cubicBezTo>
                      <a:pt x="10338" y="4978"/>
                      <a:pt x="10441" y="4533"/>
                      <a:pt x="10321" y="4104"/>
                    </a:cubicBezTo>
                    <a:cubicBezTo>
                      <a:pt x="10064" y="3214"/>
                      <a:pt x="9140" y="3027"/>
                      <a:pt x="8335" y="2924"/>
                    </a:cubicBezTo>
                    <a:cubicBezTo>
                      <a:pt x="7342" y="2787"/>
                      <a:pt x="6418" y="2427"/>
                      <a:pt x="5751" y="1640"/>
                    </a:cubicBezTo>
                    <a:cubicBezTo>
                      <a:pt x="5375" y="1195"/>
                      <a:pt x="5101" y="665"/>
                      <a:pt x="4638" y="322"/>
                    </a:cubicBezTo>
                    <a:cubicBezTo>
                      <a:pt x="4395" y="125"/>
                      <a:pt x="4064" y="1"/>
                      <a:pt x="37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4802850" y="1906351"/>
                <a:ext cx="161570" cy="169142"/>
              </a:xfrm>
              <a:custGeom>
                <a:avLst/>
                <a:gdLst/>
                <a:ahLst/>
                <a:cxnLst/>
                <a:rect l="l" t="t" r="r" b="b"/>
                <a:pathLst>
                  <a:path w="9603" h="10053" extrusionOk="0">
                    <a:moveTo>
                      <a:pt x="3137" y="1"/>
                    </a:moveTo>
                    <a:cubicBezTo>
                      <a:pt x="2922" y="1"/>
                      <a:pt x="2707" y="129"/>
                      <a:pt x="2619" y="348"/>
                    </a:cubicBezTo>
                    <a:lnTo>
                      <a:pt x="633" y="5415"/>
                    </a:lnTo>
                    <a:cubicBezTo>
                      <a:pt x="1" y="7024"/>
                      <a:pt x="668" y="8838"/>
                      <a:pt x="2174" y="9643"/>
                    </a:cubicBezTo>
                    <a:cubicBezTo>
                      <a:pt x="2687" y="9919"/>
                      <a:pt x="3247" y="10053"/>
                      <a:pt x="3800" y="10053"/>
                    </a:cubicBezTo>
                    <a:cubicBezTo>
                      <a:pt x="4723" y="10053"/>
                      <a:pt x="5630" y="9681"/>
                      <a:pt x="6282" y="8975"/>
                    </a:cubicBezTo>
                    <a:lnTo>
                      <a:pt x="7532" y="7623"/>
                    </a:lnTo>
                    <a:cubicBezTo>
                      <a:pt x="7807" y="7652"/>
                      <a:pt x="7993" y="7691"/>
                      <a:pt x="8185" y="7691"/>
                    </a:cubicBezTo>
                    <a:cubicBezTo>
                      <a:pt x="8340" y="7691"/>
                      <a:pt x="8499" y="7665"/>
                      <a:pt x="8712" y="7589"/>
                    </a:cubicBezTo>
                    <a:cubicBezTo>
                      <a:pt x="9175" y="7434"/>
                      <a:pt x="9602" y="6989"/>
                      <a:pt x="9568" y="6494"/>
                    </a:cubicBezTo>
                    <a:cubicBezTo>
                      <a:pt x="9552" y="6408"/>
                      <a:pt x="9534" y="6323"/>
                      <a:pt x="9500" y="6236"/>
                    </a:cubicBezTo>
                    <a:cubicBezTo>
                      <a:pt x="9358" y="5874"/>
                      <a:pt x="8982" y="5685"/>
                      <a:pt x="8589" y="5685"/>
                    </a:cubicBezTo>
                    <a:cubicBezTo>
                      <a:pt x="8556" y="5685"/>
                      <a:pt x="8523" y="5686"/>
                      <a:pt x="8491" y="5689"/>
                    </a:cubicBezTo>
                    <a:cubicBezTo>
                      <a:pt x="8388" y="5689"/>
                      <a:pt x="8233" y="5672"/>
                      <a:pt x="8028" y="5604"/>
                    </a:cubicBezTo>
                    <a:cubicBezTo>
                      <a:pt x="7720" y="5483"/>
                      <a:pt x="8541" y="3961"/>
                      <a:pt x="9055" y="3053"/>
                    </a:cubicBezTo>
                    <a:cubicBezTo>
                      <a:pt x="9244" y="2728"/>
                      <a:pt x="9055" y="2317"/>
                      <a:pt x="8678" y="2231"/>
                    </a:cubicBezTo>
                    <a:cubicBezTo>
                      <a:pt x="6727" y="1855"/>
                      <a:pt x="4639" y="1067"/>
                      <a:pt x="3475" y="127"/>
                    </a:cubicBezTo>
                    <a:cubicBezTo>
                      <a:pt x="3377" y="41"/>
                      <a:pt x="3257" y="1"/>
                      <a:pt x="31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2"/>
              <p:cNvSpPr/>
              <p:nvPr/>
            </p:nvSpPr>
            <p:spPr>
              <a:xfrm>
                <a:off x="4793344" y="2325189"/>
                <a:ext cx="72886" cy="72886"/>
              </a:xfrm>
              <a:custGeom>
                <a:avLst/>
                <a:gdLst/>
                <a:ahLst/>
                <a:cxnLst/>
                <a:rect l="l" t="t" r="r" b="b"/>
                <a:pathLst>
                  <a:path w="4332" h="4332" extrusionOk="0">
                    <a:moveTo>
                      <a:pt x="2175" y="0"/>
                    </a:moveTo>
                    <a:cubicBezTo>
                      <a:pt x="977" y="0"/>
                      <a:pt x="0" y="976"/>
                      <a:pt x="0" y="2157"/>
                    </a:cubicBezTo>
                    <a:cubicBezTo>
                      <a:pt x="0" y="3355"/>
                      <a:pt x="977" y="4331"/>
                      <a:pt x="2175" y="4331"/>
                    </a:cubicBezTo>
                    <a:cubicBezTo>
                      <a:pt x="3373" y="4331"/>
                      <a:pt x="4331" y="3355"/>
                      <a:pt x="4331" y="2157"/>
                    </a:cubicBezTo>
                    <a:cubicBezTo>
                      <a:pt x="4331" y="976"/>
                      <a:pt x="3373" y="0"/>
                      <a:pt x="21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4882050" y="1973872"/>
                <a:ext cx="29393" cy="18306"/>
              </a:xfrm>
              <a:custGeom>
                <a:avLst/>
                <a:gdLst/>
                <a:ahLst/>
                <a:cxnLst/>
                <a:rect l="l" t="t" r="r" b="b"/>
                <a:pathLst>
                  <a:path w="1747" h="1088" extrusionOk="0">
                    <a:moveTo>
                      <a:pt x="432" y="0"/>
                    </a:moveTo>
                    <a:cubicBezTo>
                      <a:pt x="111" y="0"/>
                      <a:pt x="1" y="522"/>
                      <a:pt x="360" y="632"/>
                    </a:cubicBezTo>
                    <a:cubicBezTo>
                      <a:pt x="600" y="717"/>
                      <a:pt x="840" y="769"/>
                      <a:pt x="1061" y="888"/>
                    </a:cubicBezTo>
                    <a:cubicBezTo>
                      <a:pt x="1209" y="963"/>
                      <a:pt x="1382" y="1087"/>
                      <a:pt x="1549" y="1087"/>
                    </a:cubicBezTo>
                    <a:cubicBezTo>
                      <a:pt x="1575" y="1087"/>
                      <a:pt x="1601" y="1084"/>
                      <a:pt x="1627" y="1077"/>
                    </a:cubicBezTo>
                    <a:cubicBezTo>
                      <a:pt x="1678" y="1077"/>
                      <a:pt x="1712" y="1025"/>
                      <a:pt x="1712" y="975"/>
                    </a:cubicBezTo>
                    <a:cubicBezTo>
                      <a:pt x="1746" y="735"/>
                      <a:pt x="1490" y="530"/>
                      <a:pt x="1335" y="409"/>
                    </a:cubicBezTo>
                    <a:cubicBezTo>
                      <a:pt x="1096" y="238"/>
                      <a:pt x="822" y="84"/>
                      <a:pt x="531" y="16"/>
                    </a:cubicBezTo>
                    <a:cubicBezTo>
                      <a:pt x="497" y="5"/>
                      <a:pt x="464" y="0"/>
                      <a:pt x="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4883766" y="1989957"/>
                <a:ext cx="15866" cy="12417"/>
              </a:xfrm>
              <a:custGeom>
                <a:avLst/>
                <a:gdLst/>
                <a:ahLst/>
                <a:cxnLst/>
                <a:rect l="l" t="t" r="r" b="b"/>
                <a:pathLst>
                  <a:path w="943" h="738" extrusionOk="0">
                    <a:moveTo>
                      <a:pt x="480" y="1"/>
                    </a:moveTo>
                    <a:cubicBezTo>
                      <a:pt x="1" y="1"/>
                      <a:pt x="1" y="737"/>
                      <a:pt x="480" y="737"/>
                    </a:cubicBezTo>
                    <a:cubicBezTo>
                      <a:pt x="943" y="737"/>
                      <a:pt x="943" y="1"/>
                      <a:pt x="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>
                <a:off x="4833086" y="1952706"/>
                <a:ext cx="30655" cy="17010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011" extrusionOk="0">
                    <a:moveTo>
                      <a:pt x="368" y="1"/>
                    </a:moveTo>
                    <a:cubicBezTo>
                      <a:pt x="249" y="1"/>
                      <a:pt x="135" y="28"/>
                      <a:pt x="52" y="110"/>
                    </a:cubicBezTo>
                    <a:cubicBezTo>
                      <a:pt x="18" y="144"/>
                      <a:pt x="0" y="195"/>
                      <a:pt x="18" y="247"/>
                    </a:cubicBezTo>
                    <a:cubicBezTo>
                      <a:pt x="121" y="435"/>
                      <a:pt x="361" y="487"/>
                      <a:pt x="548" y="572"/>
                    </a:cubicBezTo>
                    <a:cubicBezTo>
                      <a:pt x="771" y="674"/>
                      <a:pt x="959" y="811"/>
                      <a:pt x="1164" y="948"/>
                    </a:cubicBezTo>
                    <a:cubicBezTo>
                      <a:pt x="1230" y="992"/>
                      <a:pt x="1295" y="1010"/>
                      <a:pt x="1356" y="1010"/>
                    </a:cubicBezTo>
                    <a:cubicBezTo>
                      <a:pt x="1631" y="1010"/>
                      <a:pt x="1821" y="628"/>
                      <a:pt x="1541" y="418"/>
                    </a:cubicBezTo>
                    <a:cubicBezTo>
                      <a:pt x="1319" y="247"/>
                      <a:pt x="1011" y="144"/>
                      <a:pt x="737" y="58"/>
                    </a:cubicBezTo>
                    <a:cubicBezTo>
                      <a:pt x="631" y="32"/>
                      <a:pt x="497" y="1"/>
                      <a:pt x="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2"/>
              <p:cNvSpPr/>
              <p:nvPr/>
            </p:nvSpPr>
            <p:spPr>
              <a:xfrm>
                <a:off x="4833187" y="1967041"/>
                <a:ext cx="16791" cy="1221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726" extrusionOk="0">
                    <a:moveTo>
                      <a:pt x="524" y="1"/>
                    </a:moveTo>
                    <a:cubicBezTo>
                      <a:pt x="259" y="1"/>
                      <a:pt x="0" y="325"/>
                      <a:pt x="218" y="593"/>
                    </a:cubicBezTo>
                    <a:cubicBezTo>
                      <a:pt x="293" y="686"/>
                      <a:pt x="387" y="725"/>
                      <a:pt x="480" y="725"/>
                    </a:cubicBezTo>
                    <a:cubicBezTo>
                      <a:pt x="744" y="725"/>
                      <a:pt x="998" y="409"/>
                      <a:pt x="782" y="130"/>
                    </a:cubicBezTo>
                    <a:cubicBezTo>
                      <a:pt x="708" y="39"/>
                      <a:pt x="616" y="1"/>
                      <a:pt x="5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2"/>
              <p:cNvSpPr/>
              <p:nvPr/>
            </p:nvSpPr>
            <p:spPr>
              <a:xfrm>
                <a:off x="4831353" y="1987080"/>
                <a:ext cx="36611" cy="36611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2176" extrusionOk="0">
                    <a:moveTo>
                      <a:pt x="2175" y="1"/>
                    </a:moveTo>
                    <a:cubicBezTo>
                      <a:pt x="2175" y="1"/>
                      <a:pt x="1" y="1456"/>
                      <a:pt x="411" y="1781"/>
                    </a:cubicBezTo>
                    <a:cubicBezTo>
                      <a:pt x="822" y="2107"/>
                      <a:pt x="1217" y="2175"/>
                      <a:pt x="1217" y="2175"/>
                    </a:cubicBezTo>
                    <a:lnTo>
                      <a:pt x="2175" y="1"/>
                    </a:lnTo>
                    <a:close/>
                  </a:path>
                </a:pathLst>
              </a:custGeom>
              <a:solidFill>
                <a:srgbClr val="000000">
                  <a:alpha val="8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2"/>
              <p:cNvSpPr/>
              <p:nvPr/>
            </p:nvSpPr>
            <p:spPr>
              <a:xfrm>
                <a:off x="4846900" y="2029548"/>
                <a:ext cx="30857" cy="31547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875" extrusionOk="0">
                    <a:moveTo>
                      <a:pt x="795" y="1"/>
                    </a:moveTo>
                    <a:cubicBezTo>
                      <a:pt x="705" y="1"/>
                      <a:pt x="616" y="15"/>
                      <a:pt x="532" y="44"/>
                    </a:cubicBezTo>
                    <a:cubicBezTo>
                      <a:pt x="224" y="147"/>
                      <a:pt x="1" y="455"/>
                      <a:pt x="1" y="763"/>
                    </a:cubicBezTo>
                    <a:cubicBezTo>
                      <a:pt x="19" y="986"/>
                      <a:pt x="121" y="1192"/>
                      <a:pt x="241" y="1379"/>
                    </a:cubicBezTo>
                    <a:cubicBezTo>
                      <a:pt x="378" y="1550"/>
                      <a:pt x="514" y="1739"/>
                      <a:pt x="720" y="1824"/>
                    </a:cubicBezTo>
                    <a:cubicBezTo>
                      <a:pt x="803" y="1859"/>
                      <a:pt x="892" y="1875"/>
                      <a:pt x="981" y="1875"/>
                    </a:cubicBezTo>
                    <a:cubicBezTo>
                      <a:pt x="1204" y="1875"/>
                      <a:pt x="1429" y="1773"/>
                      <a:pt x="1576" y="1602"/>
                    </a:cubicBezTo>
                    <a:cubicBezTo>
                      <a:pt x="1781" y="1379"/>
                      <a:pt x="1833" y="1020"/>
                      <a:pt x="1747" y="729"/>
                    </a:cubicBezTo>
                    <a:cubicBezTo>
                      <a:pt x="1696" y="541"/>
                      <a:pt x="1576" y="352"/>
                      <a:pt x="1422" y="233"/>
                    </a:cubicBezTo>
                    <a:cubicBezTo>
                      <a:pt x="1251" y="87"/>
                      <a:pt x="1019" y="1"/>
                      <a:pt x="7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9" name="Google Shape;509;p22"/>
          <p:cNvGrpSpPr/>
          <p:nvPr/>
        </p:nvGrpSpPr>
        <p:grpSpPr>
          <a:xfrm>
            <a:off x="4869673" y="2319129"/>
            <a:ext cx="1865953" cy="1415770"/>
            <a:chOff x="6348673" y="1399904"/>
            <a:chExt cx="1865953" cy="1415770"/>
          </a:xfrm>
        </p:grpSpPr>
        <p:sp>
          <p:nvSpPr>
            <p:cNvPr id="510" name="Google Shape;510;p22"/>
            <p:cNvSpPr/>
            <p:nvPr/>
          </p:nvSpPr>
          <p:spPr>
            <a:xfrm>
              <a:off x="6476824" y="2591273"/>
              <a:ext cx="1181400" cy="22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22"/>
            <p:cNvGrpSpPr/>
            <p:nvPr/>
          </p:nvGrpSpPr>
          <p:grpSpPr>
            <a:xfrm>
              <a:off x="6348673" y="1399904"/>
              <a:ext cx="1865953" cy="1335524"/>
              <a:chOff x="6311086" y="1826779"/>
              <a:chExt cx="1865953" cy="1335524"/>
            </a:xfrm>
          </p:grpSpPr>
          <p:sp>
            <p:nvSpPr>
              <p:cNvPr id="512" name="Google Shape;512;p22"/>
              <p:cNvSpPr/>
              <p:nvPr/>
            </p:nvSpPr>
            <p:spPr>
              <a:xfrm>
                <a:off x="6311086" y="2105627"/>
                <a:ext cx="190703" cy="190954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3" extrusionOk="0">
                    <a:moveTo>
                      <a:pt x="6077" y="0"/>
                    </a:moveTo>
                    <a:cubicBezTo>
                      <a:pt x="5272" y="0"/>
                      <a:pt x="4503" y="171"/>
                      <a:pt x="3818" y="445"/>
                    </a:cubicBezTo>
                    <a:cubicBezTo>
                      <a:pt x="2979" y="771"/>
                      <a:pt x="2243" y="1284"/>
                      <a:pt x="1643" y="1935"/>
                    </a:cubicBezTo>
                    <a:cubicBezTo>
                      <a:pt x="616" y="3013"/>
                      <a:pt x="0" y="4485"/>
                      <a:pt x="0" y="6077"/>
                    </a:cubicBezTo>
                    <a:lnTo>
                      <a:pt x="0" y="6402"/>
                    </a:lnTo>
                    <a:cubicBezTo>
                      <a:pt x="52" y="7326"/>
                      <a:pt x="308" y="8199"/>
                      <a:pt x="719" y="8969"/>
                    </a:cubicBezTo>
                    <a:cubicBezTo>
                      <a:pt x="1490" y="10390"/>
                      <a:pt x="2825" y="11486"/>
                      <a:pt x="4416" y="11931"/>
                    </a:cubicBezTo>
                    <a:cubicBezTo>
                      <a:pt x="4948" y="12084"/>
                      <a:pt x="5495" y="12153"/>
                      <a:pt x="6077" y="12153"/>
                    </a:cubicBezTo>
                    <a:cubicBezTo>
                      <a:pt x="6470" y="12153"/>
                      <a:pt x="6865" y="12118"/>
                      <a:pt x="7258" y="12034"/>
                    </a:cubicBezTo>
                    <a:cubicBezTo>
                      <a:pt x="8884" y="11725"/>
                      <a:pt x="10270" y="10749"/>
                      <a:pt x="11144" y="9414"/>
                    </a:cubicBezTo>
                    <a:cubicBezTo>
                      <a:pt x="11674" y="8627"/>
                      <a:pt x="12000" y="7720"/>
                      <a:pt x="12119" y="6727"/>
                    </a:cubicBezTo>
                    <a:lnTo>
                      <a:pt x="12119" y="6710"/>
                    </a:lnTo>
                    <a:cubicBezTo>
                      <a:pt x="12136" y="6504"/>
                      <a:pt x="12136" y="6299"/>
                      <a:pt x="12136" y="6077"/>
                    </a:cubicBezTo>
                    <a:cubicBezTo>
                      <a:pt x="12136" y="4605"/>
                      <a:pt x="11623" y="3252"/>
                      <a:pt x="10749" y="2209"/>
                    </a:cubicBezTo>
                    <a:cubicBezTo>
                      <a:pt x="10167" y="1506"/>
                      <a:pt x="9432" y="924"/>
                      <a:pt x="8593" y="548"/>
                    </a:cubicBezTo>
                    <a:cubicBezTo>
                      <a:pt x="7823" y="205"/>
                      <a:pt x="6967" y="0"/>
                      <a:pt x="60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2"/>
              <p:cNvSpPr/>
              <p:nvPr/>
            </p:nvSpPr>
            <p:spPr>
              <a:xfrm>
                <a:off x="6311086" y="2105627"/>
                <a:ext cx="190703" cy="189084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77" y="0"/>
                    </a:moveTo>
                    <a:cubicBezTo>
                      <a:pt x="5272" y="0"/>
                      <a:pt x="4503" y="171"/>
                      <a:pt x="3818" y="445"/>
                    </a:cubicBezTo>
                    <a:lnTo>
                      <a:pt x="3766" y="582"/>
                    </a:lnTo>
                    <a:lnTo>
                      <a:pt x="6077" y="2259"/>
                    </a:lnTo>
                    <a:lnTo>
                      <a:pt x="6025" y="3389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5"/>
                    </a:lnTo>
                    <a:cubicBezTo>
                      <a:pt x="616" y="3013"/>
                      <a:pt x="0" y="4485"/>
                      <a:pt x="0" y="6077"/>
                    </a:cubicBezTo>
                    <a:lnTo>
                      <a:pt x="0" y="6402"/>
                    </a:lnTo>
                    <a:lnTo>
                      <a:pt x="137" y="6488"/>
                    </a:lnTo>
                    <a:lnTo>
                      <a:pt x="2483" y="4793"/>
                    </a:lnTo>
                    <a:lnTo>
                      <a:pt x="3681" y="5203"/>
                    </a:lnTo>
                    <a:lnTo>
                      <a:pt x="4519" y="7771"/>
                    </a:lnTo>
                    <a:lnTo>
                      <a:pt x="3715" y="8935"/>
                    </a:lnTo>
                    <a:lnTo>
                      <a:pt x="737" y="8935"/>
                    </a:lnTo>
                    <a:lnTo>
                      <a:pt x="719" y="8969"/>
                    </a:lnTo>
                    <a:cubicBezTo>
                      <a:pt x="1490" y="10390"/>
                      <a:pt x="2825" y="11486"/>
                      <a:pt x="4416" y="11931"/>
                    </a:cubicBezTo>
                    <a:lnTo>
                      <a:pt x="4639" y="11776"/>
                    </a:lnTo>
                    <a:lnTo>
                      <a:pt x="3766" y="9106"/>
                    </a:lnTo>
                    <a:lnTo>
                      <a:pt x="4587" y="7942"/>
                    </a:lnTo>
                    <a:lnTo>
                      <a:pt x="7481" y="7942"/>
                    </a:lnTo>
                    <a:lnTo>
                      <a:pt x="7497" y="7976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65"/>
                    </a:lnTo>
                    <a:lnTo>
                      <a:pt x="7258" y="12034"/>
                    </a:lnTo>
                    <a:cubicBezTo>
                      <a:pt x="8884" y="11725"/>
                      <a:pt x="10270" y="10749"/>
                      <a:pt x="11144" y="9414"/>
                    </a:cubicBezTo>
                    <a:lnTo>
                      <a:pt x="11057" y="9124"/>
                    </a:lnTo>
                    <a:lnTo>
                      <a:pt x="8148" y="9124"/>
                    </a:lnTo>
                    <a:lnTo>
                      <a:pt x="8131" y="9090"/>
                    </a:lnTo>
                    <a:lnTo>
                      <a:pt x="7634" y="7908"/>
                    </a:lnTo>
                    <a:lnTo>
                      <a:pt x="7600" y="7857"/>
                    </a:lnTo>
                    <a:lnTo>
                      <a:pt x="8474" y="5169"/>
                    </a:lnTo>
                    <a:lnTo>
                      <a:pt x="9722" y="5135"/>
                    </a:lnTo>
                    <a:lnTo>
                      <a:pt x="12000" y="6796"/>
                    </a:lnTo>
                    <a:lnTo>
                      <a:pt x="12119" y="6727"/>
                    </a:lnTo>
                    <a:lnTo>
                      <a:pt x="12119" y="6710"/>
                    </a:lnTo>
                    <a:cubicBezTo>
                      <a:pt x="12136" y="6504"/>
                      <a:pt x="12136" y="6299"/>
                      <a:pt x="12136" y="6077"/>
                    </a:cubicBezTo>
                    <a:cubicBezTo>
                      <a:pt x="12136" y="4605"/>
                      <a:pt x="11623" y="3252"/>
                      <a:pt x="10749" y="2209"/>
                    </a:cubicBezTo>
                    <a:lnTo>
                      <a:pt x="10510" y="2209"/>
                    </a:lnTo>
                    <a:lnTo>
                      <a:pt x="9603" y="4982"/>
                    </a:lnTo>
                    <a:lnTo>
                      <a:pt x="8353" y="5016"/>
                    </a:lnTo>
                    <a:lnTo>
                      <a:pt x="6162" y="3423"/>
                    </a:lnTo>
                    <a:lnTo>
                      <a:pt x="6231" y="2294"/>
                    </a:lnTo>
                    <a:lnTo>
                      <a:pt x="8593" y="582"/>
                    </a:lnTo>
                    <a:lnTo>
                      <a:pt x="8593" y="548"/>
                    </a:lnTo>
                    <a:cubicBezTo>
                      <a:pt x="7823" y="205"/>
                      <a:pt x="6967" y="0"/>
                      <a:pt x="60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2"/>
              <p:cNvSpPr/>
              <p:nvPr/>
            </p:nvSpPr>
            <p:spPr>
              <a:xfrm>
                <a:off x="6488593" y="2089066"/>
                <a:ext cx="469584" cy="317235"/>
              </a:xfrm>
              <a:custGeom>
                <a:avLst/>
                <a:gdLst/>
                <a:ahLst/>
                <a:cxnLst/>
                <a:rect l="l" t="t" r="r" b="b"/>
                <a:pathLst>
                  <a:path w="29886" h="20190" extrusionOk="0">
                    <a:moveTo>
                      <a:pt x="20191" y="0"/>
                    </a:moveTo>
                    <a:cubicBezTo>
                      <a:pt x="18147" y="0"/>
                      <a:pt x="16261" y="221"/>
                      <a:pt x="15199" y="883"/>
                    </a:cubicBezTo>
                    <a:cubicBezTo>
                      <a:pt x="14978" y="1020"/>
                      <a:pt x="14704" y="1225"/>
                      <a:pt x="14396" y="1483"/>
                    </a:cubicBezTo>
                    <a:cubicBezTo>
                      <a:pt x="10322" y="4888"/>
                      <a:pt x="0" y="18684"/>
                      <a:pt x="0" y="18684"/>
                    </a:cubicBezTo>
                    <a:cubicBezTo>
                      <a:pt x="0" y="18684"/>
                      <a:pt x="808" y="20190"/>
                      <a:pt x="2718" y="20190"/>
                    </a:cubicBezTo>
                    <a:cubicBezTo>
                      <a:pt x="2943" y="20190"/>
                      <a:pt x="3184" y="20169"/>
                      <a:pt x="3441" y="20122"/>
                    </a:cubicBezTo>
                    <a:cubicBezTo>
                      <a:pt x="4605" y="18599"/>
                      <a:pt x="5940" y="17230"/>
                      <a:pt x="7446" y="16100"/>
                    </a:cubicBezTo>
                    <a:cubicBezTo>
                      <a:pt x="8953" y="14970"/>
                      <a:pt x="10698" y="14183"/>
                      <a:pt x="12529" y="13738"/>
                    </a:cubicBezTo>
                    <a:cubicBezTo>
                      <a:pt x="14327" y="13293"/>
                      <a:pt x="17100" y="12419"/>
                      <a:pt x="18504" y="10931"/>
                    </a:cubicBezTo>
                    <a:cubicBezTo>
                      <a:pt x="18812" y="10605"/>
                      <a:pt x="19051" y="10246"/>
                      <a:pt x="19205" y="9852"/>
                    </a:cubicBezTo>
                    <a:cubicBezTo>
                      <a:pt x="19205" y="9852"/>
                      <a:pt x="25829" y="13754"/>
                      <a:pt x="28687" y="13754"/>
                    </a:cubicBezTo>
                    <a:lnTo>
                      <a:pt x="29885" y="9612"/>
                    </a:lnTo>
                    <a:lnTo>
                      <a:pt x="28995" y="883"/>
                    </a:lnTo>
                    <a:cubicBezTo>
                      <a:pt x="28995" y="883"/>
                      <a:pt x="24279" y="0"/>
                      <a:pt x="20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2"/>
              <p:cNvSpPr/>
              <p:nvPr/>
            </p:nvSpPr>
            <p:spPr>
              <a:xfrm>
                <a:off x="6375901" y="2382621"/>
                <a:ext cx="167307" cy="89310"/>
              </a:xfrm>
              <a:custGeom>
                <a:avLst/>
                <a:gdLst/>
                <a:ahLst/>
                <a:cxnLst/>
                <a:rect l="l" t="t" r="r" b="b"/>
                <a:pathLst>
                  <a:path w="10648" h="5684" extrusionOk="0">
                    <a:moveTo>
                      <a:pt x="7172" y="1"/>
                    </a:moveTo>
                    <a:lnTo>
                      <a:pt x="6848" y="156"/>
                    </a:lnTo>
                    <a:cubicBezTo>
                      <a:pt x="6624" y="258"/>
                      <a:pt x="6419" y="327"/>
                      <a:pt x="6179" y="377"/>
                    </a:cubicBezTo>
                    <a:cubicBezTo>
                      <a:pt x="5929" y="433"/>
                      <a:pt x="5678" y="464"/>
                      <a:pt x="5424" y="464"/>
                    </a:cubicBezTo>
                    <a:cubicBezTo>
                      <a:pt x="5210" y="464"/>
                      <a:pt x="4995" y="442"/>
                      <a:pt x="4776" y="395"/>
                    </a:cubicBezTo>
                    <a:cubicBezTo>
                      <a:pt x="4691" y="377"/>
                      <a:pt x="4605" y="361"/>
                      <a:pt x="4520" y="361"/>
                    </a:cubicBezTo>
                    <a:cubicBezTo>
                      <a:pt x="4262" y="327"/>
                      <a:pt x="4023" y="309"/>
                      <a:pt x="3783" y="309"/>
                    </a:cubicBezTo>
                    <a:cubicBezTo>
                      <a:pt x="3561" y="309"/>
                      <a:pt x="3338" y="309"/>
                      <a:pt x="3133" y="343"/>
                    </a:cubicBezTo>
                    <a:cubicBezTo>
                      <a:pt x="2824" y="395"/>
                      <a:pt x="2534" y="464"/>
                      <a:pt x="2243" y="566"/>
                    </a:cubicBezTo>
                    <a:cubicBezTo>
                      <a:pt x="2003" y="635"/>
                      <a:pt x="1781" y="738"/>
                      <a:pt x="1576" y="857"/>
                    </a:cubicBezTo>
                    <a:cubicBezTo>
                      <a:pt x="960" y="1199"/>
                      <a:pt x="412" y="1678"/>
                      <a:pt x="1" y="2278"/>
                    </a:cubicBezTo>
                    <a:lnTo>
                      <a:pt x="9312" y="5684"/>
                    </a:lnTo>
                    <a:lnTo>
                      <a:pt x="10082" y="3134"/>
                    </a:lnTo>
                    <a:lnTo>
                      <a:pt x="10647" y="1267"/>
                    </a:lnTo>
                    <a:lnTo>
                      <a:pt x="71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2"/>
              <p:cNvSpPr/>
              <p:nvPr/>
            </p:nvSpPr>
            <p:spPr>
              <a:xfrm>
                <a:off x="6475143" y="2428674"/>
                <a:ext cx="59173" cy="43257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2753" extrusionOk="0">
                    <a:moveTo>
                      <a:pt x="2694" y="1"/>
                    </a:moveTo>
                    <a:cubicBezTo>
                      <a:pt x="1577" y="1"/>
                      <a:pt x="523" y="624"/>
                      <a:pt x="0" y="1657"/>
                    </a:cubicBezTo>
                    <a:lnTo>
                      <a:pt x="2996" y="2753"/>
                    </a:lnTo>
                    <a:lnTo>
                      <a:pt x="3766" y="203"/>
                    </a:lnTo>
                    <a:lnTo>
                      <a:pt x="3732" y="185"/>
                    </a:lnTo>
                    <a:cubicBezTo>
                      <a:pt x="3389" y="60"/>
                      <a:pt x="3038" y="1"/>
                      <a:pt x="26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2"/>
              <p:cNvSpPr/>
              <p:nvPr/>
            </p:nvSpPr>
            <p:spPr>
              <a:xfrm>
                <a:off x="6446907" y="2388293"/>
                <a:ext cx="32823" cy="25533"/>
              </a:xfrm>
              <a:custGeom>
                <a:avLst/>
                <a:gdLst/>
                <a:ahLst/>
                <a:cxnLst/>
                <a:rect l="l" t="t" r="r" b="b"/>
                <a:pathLst>
                  <a:path w="2089" h="1625" extrusionOk="0">
                    <a:moveTo>
                      <a:pt x="1" y="0"/>
                    </a:moveTo>
                    <a:lnTo>
                      <a:pt x="548" y="1198"/>
                    </a:lnTo>
                    <a:cubicBezTo>
                      <a:pt x="633" y="1369"/>
                      <a:pt x="788" y="1506"/>
                      <a:pt x="976" y="1575"/>
                    </a:cubicBezTo>
                    <a:cubicBezTo>
                      <a:pt x="1056" y="1607"/>
                      <a:pt x="1148" y="1624"/>
                      <a:pt x="1241" y="1624"/>
                    </a:cubicBezTo>
                    <a:cubicBezTo>
                      <a:pt x="1346" y="1624"/>
                      <a:pt x="1451" y="1603"/>
                      <a:pt x="1541" y="1557"/>
                    </a:cubicBezTo>
                    <a:cubicBezTo>
                      <a:pt x="1934" y="1386"/>
                      <a:pt x="2089" y="941"/>
                      <a:pt x="1918" y="548"/>
                    </a:cubicBezTo>
                    <a:lnTo>
                      <a:pt x="1660" y="16"/>
                    </a:lnTo>
                    <a:cubicBezTo>
                      <a:pt x="1410" y="72"/>
                      <a:pt x="1159" y="103"/>
                      <a:pt x="905" y="103"/>
                    </a:cubicBezTo>
                    <a:cubicBezTo>
                      <a:pt x="691" y="103"/>
                      <a:pt x="476" y="81"/>
                      <a:pt x="257" y="34"/>
                    </a:cubicBezTo>
                    <a:cubicBezTo>
                      <a:pt x="172" y="16"/>
                      <a:pt x="86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2"/>
              <p:cNvSpPr/>
              <p:nvPr/>
            </p:nvSpPr>
            <p:spPr>
              <a:xfrm>
                <a:off x="6411129" y="2387460"/>
                <a:ext cx="37946" cy="40601"/>
              </a:xfrm>
              <a:custGeom>
                <a:avLst/>
                <a:gdLst/>
                <a:ahLst/>
                <a:cxnLst/>
                <a:rect l="l" t="t" r="r" b="b"/>
                <a:pathLst>
                  <a:path w="2415" h="2584" extrusionOk="0">
                    <a:moveTo>
                      <a:pt x="1541" y="1"/>
                    </a:moveTo>
                    <a:cubicBezTo>
                      <a:pt x="1319" y="1"/>
                      <a:pt x="1096" y="1"/>
                      <a:pt x="891" y="35"/>
                    </a:cubicBezTo>
                    <a:cubicBezTo>
                      <a:pt x="582" y="87"/>
                      <a:pt x="292" y="156"/>
                      <a:pt x="1" y="258"/>
                    </a:cubicBezTo>
                    <a:lnTo>
                      <a:pt x="874" y="2141"/>
                    </a:lnTo>
                    <a:cubicBezTo>
                      <a:pt x="959" y="2329"/>
                      <a:pt x="1114" y="2466"/>
                      <a:pt x="1301" y="2534"/>
                    </a:cubicBezTo>
                    <a:cubicBezTo>
                      <a:pt x="1382" y="2567"/>
                      <a:pt x="1471" y="2584"/>
                      <a:pt x="1562" y="2584"/>
                    </a:cubicBezTo>
                    <a:cubicBezTo>
                      <a:pt x="1663" y="2584"/>
                      <a:pt x="1767" y="2563"/>
                      <a:pt x="1867" y="2518"/>
                    </a:cubicBezTo>
                    <a:cubicBezTo>
                      <a:pt x="2260" y="2347"/>
                      <a:pt x="2415" y="1884"/>
                      <a:pt x="2243" y="1507"/>
                    </a:cubicBezTo>
                    <a:lnTo>
                      <a:pt x="15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2"/>
              <p:cNvSpPr/>
              <p:nvPr/>
            </p:nvSpPr>
            <p:spPr>
              <a:xfrm>
                <a:off x="6370244" y="2418414"/>
                <a:ext cx="151987" cy="68585"/>
              </a:xfrm>
              <a:custGeom>
                <a:avLst/>
                <a:gdLst/>
                <a:ahLst/>
                <a:cxnLst/>
                <a:rect l="l" t="t" r="r" b="b"/>
                <a:pathLst>
                  <a:path w="9673" h="4365" extrusionOk="0">
                    <a:moveTo>
                      <a:pt x="361" y="0"/>
                    </a:moveTo>
                    <a:lnTo>
                      <a:pt x="1" y="959"/>
                    </a:lnTo>
                    <a:lnTo>
                      <a:pt x="9312" y="4364"/>
                    </a:lnTo>
                    <a:lnTo>
                      <a:pt x="9672" y="3406"/>
                    </a:lnTo>
                    <a:lnTo>
                      <a:pt x="3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6370244" y="2433466"/>
                <a:ext cx="25046" cy="18305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1165" extrusionOk="0">
                    <a:moveTo>
                      <a:pt x="1" y="1"/>
                    </a:moveTo>
                    <a:lnTo>
                      <a:pt x="87" y="822"/>
                    </a:lnTo>
                    <a:lnTo>
                      <a:pt x="1011" y="1164"/>
                    </a:lnTo>
                    <a:lnTo>
                      <a:pt x="1593" y="5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2"/>
              <p:cNvSpPr/>
              <p:nvPr/>
            </p:nvSpPr>
            <p:spPr>
              <a:xfrm>
                <a:off x="6426198" y="2454160"/>
                <a:ext cx="25281" cy="18054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149" extrusionOk="0">
                    <a:moveTo>
                      <a:pt x="0" y="1"/>
                    </a:moveTo>
                    <a:lnTo>
                      <a:pt x="86" y="822"/>
                    </a:lnTo>
                    <a:lnTo>
                      <a:pt x="1011" y="1148"/>
                    </a:lnTo>
                    <a:lnTo>
                      <a:pt x="1609" y="58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2"/>
              <p:cNvSpPr/>
              <p:nvPr/>
            </p:nvSpPr>
            <p:spPr>
              <a:xfrm>
                <a:off x="6482418" y="2474602"/>
                <a:ext cx="25014" cy="18305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1165" extrusionOk="0">
                    <a:moveTo>
                      <a:pt x="0" y="1"/>
                    </a:moveTo>
                    <a:lnTo>
                      <a:pt x="85" y="822"/>
                    </a:lnTo>
                    <a:lnTo>
                      <a:pt x="993" y="1165"/>
                    </a:lnTo>
                    <a:lnTo>
                      <a:pt x="1591" y="58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6488593" y="2112352"/>
                <a:ext cx="290744" cy="293761"/>
              </a:xfrm>
              <a:custGeom>
                <a:avLst/>
                <a:gdLst/>
                <a:ahLst/>
                <a:cxnLst/>
                <a:rect l="l" t="t" r="r" b="b"/>
                <a:pathLst>
                  <a:path w="18504" h="18696" extrusionOk="0">
                    <a:moveTo>
                      <a:pt x="14396" y="1"/>
                    </a:moveTo>
                    <a:cubicBezTo>
                      <a:pt x="10322" y="3406"/>
                      <a:pt x="0" y="17202"/>
                      <a:pt x="0" y="17202"/>
                    </a:cubicBezTo>
                    <a:cubicBezTo>
                      <a:pt x="0" y="17202"/>
                      <a:pt x="1646" y="18695"/>
                      <a:pt x="3012" y="18695"/>
                    </a:cubicBezTo>
                    <a:cubicBezTo>
                      <a:pt x="3159" y="18695"/>
                      <a:pt x="3303" y="18678"/>
                      <a:pt x="3441" y="18640"/>
                    </a:cubicBezTo>
                    <a:cubicBezTo>
                      <a:pt x="4605" y="17117"/>
                      <a:pt x="5940" y="15748"/>
                      <a:pt x="7446" y="14618"/>
                    </a:cubicBezTo>
                    <a:cubicBezTo>
                      <a:pt x="8953" y="13488"/>
                      <a:pt x="10698" y="12701"/>
                      <a:pt x="12529" y="12256"/>
                    </a:cubicBezTo>
                    <a:cubicBezTo>
                      <a:pt x="14327" y="11811"/>
                      <a:pt x="17100" y="10937"/>
                      <a:pt x="18504" y="9449"/>
                    </a:cubicBezTo>
                    <a:cubicBezTo>
                      <a:pt x="17819" y="5220"/>
                      <a:pt x="15594" y="1660"/>
                      <a:pt x="143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6694872" y="2112352"/>
                <a:ext cx="84470" cy="165154"/>
              </a:xfrm>
              <a:custGeom>
                <a:avLst/>
                <a:gdLst/>
                <a:ahLst/>
                <a:cxnLst/>
                <a:rect l="l" t="t" r="r" b="b"/>
                <a:pathLst>
                  <a:path w="5376" h="10511" extrusionOk="0">
                    <a:moveTo>
                      <a:pt x="1268" y="1"/>
                    </a:moveTo>
                    <a:cubicBezTo>
                      <a:pt x="891" y="325"/>
                      <a:pt x="462" y="702"/>
                      <a:pt x="1" y="1147"/>
                    </a:cubicBezTo>
                    <a:cubicBezTo>
                      <a:pt x="1233" y="2893"/>
                      <a:pt x="3356" y="6384"/>
                      <a:pt x="3988" y="10510"/>
                    </a:cubicBezTo>
                    <a:cubicBezTo>
                      <a:pt x="4520" y="10202"/>
                      <a:pt x="4999" y="9842"/>
                      <a:pt x="5376" y="9449"/>
                    </a:cubicBezTo>
                    <a:cubicBezTo>
                      <a:pt x="4691" y="5220"/>
                      <a:pt x="2466" y="1660"/>
                      <a:pt x="12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6893089" y="2102924"/>
                <a:ext cx="350703" cy="281615"/>
              </a:xfrm>
              <a:custGeom>
                <a:avLst/>
                <a:gdLst/>
                <a:ahLst/>
                <a:cxnLst/>
                <a:rect l="l" t="t" r="r" b="b"/>
                <a:pathLst>
                  <a:path w="22320" h="17923" extrusionOk="0">
                    <a:moveTo>
                      <a:pt x="3252" y="1"/>
                    </a:moveTo>
                    <a:cubicBezTo>
                      <a:pt x="3252" y="1"/>
                      <a:pt x="3149" y="275"/>
                      <a:pt x="2978" y="738"/>
                    </a:cubicBezTo>
                    <a:cubicBezTo>
                      <a:pt x="2910" y="925"/>
                      <a:pt x="2841" y="1148"/>
                      <a:pt x="2756" y="1404"/>
                    </a:cubicBezTo>
                    <a:cubicBezTo>
                      <a:pt x="1814" y="4161"/>
                      <a:pt x="0" y="10339"/>
                      <a:pt x="1164" y="13694"/>
                    </a:cubicBezTo>
                    <a:lnTo>
                      <a:pt x="17048" y="17922"/>
                    </a:lnTo>
                    <a:lnTo>
                      <a:pt x="22320" y="13694"/>
                    </a:lnTo>
                    <a:lnTo>
                      <a:pt x="19976" y="6386"/>
                    </a:lnTo>
                    <a:lnTo>
                      <a:pt x="19188" y="4332"/>
                    </a:lnTo>
                    <a:cubicBezTo>
                      <a:pt x="19188" y="4332"/>
                      <a:pt x="14891" y="2739"/>
                      <a:pt x="9261" y="1302"/>
                    </a:cubicBezTo>
                    <a:cubicBezTo>
                      <a:pt x="8884" y="1217"/>
                      <a:pt x="8524" y="1131"/>
                      <a:pt x="8165" y="1046"/>
                    </a:cubicBezTo>
                    <a:cubicBezTo>
                      <a:pt x="6591" y="651"/>
                      <a:pt x="4930" y="309"/>
                      <a:pt x="32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6936394" y="2114504"/>
                <a:ext cx="102210" cy="24621"/>
              </a:xfrm>
              <a:custGeom>
                <a:avLst/>
                <a:gdLst/>
                <a:ahLst/>
                <a:cxnLst/>
                <a:rect l="l" t="t" r="r" b="b"/>
                <a:pathLst>
                  <a:path w="6505" h="1567" extrusionOk="0">
                    <a:moveTo>
                      <a:pt x="222" y="1"/>
                    </a:moveTo>
                    <a:cubicBezTo>
                      <a:pt x="154" y="188"/>
                      <a:pt x="85" y="411"/>
                      <a:pt x="0" y="667"/>
                    </a:cubicBezTo>
                    <a:cubicBezTo>
                      <a:pt x="816" y="1295"/>
                      <a:pt x="1858" y="1567"/>
                      <a:pt x="2927" y="1567"/>
                    </a:cubicBezTo>
                    <a:cubicBezTo>
                      <a:pt x="4191" y="1567"/>
                      <a:pt x="5493" y="1186"/>
                      <a:pt x="6505" y="565"/>
                    </a:cubicBezTo>
                    <a:cubicBezTo>
                      <a:pt x="6128" y="480"/>
                      <a:pt x="5768" y="394"/>
                      <a:pt x="5409" y="309"/>
                    </a:cubicBezTo>
                    <a:cubicBezTo>
                      <a:pt x="4638" y="667"/>
                      <a:pt x="3835" y="839"/>
                      <a:pt x="2944" y="839"/>
                    </a:cubicBezTo>
                    <a:cubicBezTo>
                      <a:pt x="2923" y="839"/>
                      <a:pt x="2901" y="839"/>
                      <a:pt x="2879" y="839"/>
                    </a:cubicBezTo>
                    <a:cubicBezTo>
                      <a:pt x="1865" y="839"/>
                      <a:pt x="1060" y="436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6889051" y="2477838"/>
                <a:ext cx="240998" cy="562115"/>
              </a:xfrm>
              <a:custGeom>
                <a:avLst/>
                <a:gdLst/>
                <a:ahLst/>
                <a:cxnLst/>
                <a:rect l="l" t="t" r="r" b="b"/>
                <a:pathLst>
                  <a:path w="15338" h="35775" extrusionOk="0">
                    <a:moveTo>
                      <a:pt x="6145" y="0"/>
                    </a:moveTo>
                    <a:cubicBezTo>
                      <a:pt x="6145" y="0"/>
                      <a:pt x="275" y="6454"/>
                      <a:pt x="69" y="11605"/>
                    </a:cubicBezTo>
                    <a:cubicBezTo>
                      <a:pt x="1" y="13266"/>
                      <a:pt x="360" y="15696"/>
                      <a:pt x="1044" y="18452"/>
                    </a:cubicBezTo>
                    <a:cubicBezTo>
                      <a:pt x="2466" y="24289"/>
                      <a:pt x="5992" y="31341"/>
                      <a:pt x="9210" y="35773"/>
                    </a:cubicBezTo>
                    <a:cubicBezTo>
                      <a:pt x="9210" y="35773"/>
                      <a:pt x="9230" y="35774"/>
                      <a:pt x="9269" y="35774"/>
                    </a:cubicBezTo>
                    <a:cubicBezTo>
                      <a:pt x="9621" y="35774"/>
                      <a:pt x="11444" y="35691"/>
                      <a:pt x="12462" y="34011"/>
                    </a:cubicBezTo>
                    <a:cubicBezTo>
                      <a:pt x="12462" y="34011"/>
                      <a:pt x="10510" y="31220"/>
                      <a:pt x="10510" y="28653"/>
                    </a:cubicBezTo>
                    <a:cubicBezTo>
                      <a:pt x="10493" y="26480"/>
                      <a:pt x="11588" y="21858"/>
                      <a:pt x="10168" y="18777"/>
                    </a:cubicBezTo>
                    <a:cubicBezTo>
                      <a:pt x="9911" y="18178"/>
                      <a:pt x="9534" y="17630"/>
                      <a:pt x="9055" y="17185"/>
                    </a:cubicBezTo>
                    <a:lnTo>
                      <a:pt x="15337" y="10390"/>
                    </a:lnTo>
                    <a:lnTo>
                      <a:pt x="14737" y="8713"/>
                    </a:lnTo>
                    <a:lnTo>
                      <a:pt x="11743" y="2414"/>
                    </a:lnTo>
                    <a:lnTo>
                      <a:pt x="6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6983186" y="3012218"/>
                <a:ext cx="139590" cy="135835"/>
              </a:xfrm>
              <a:custGeom>
                <a:avLst/>
                <a:gdLst/>
                <a:ahLst/>
                <a:cxnLst/>
                <a:rect l="l" t="t" r="r" b="b"/>
                <a:pathLst>
                  <a:path w="8884" h="8645" extrusionOk="0">
                    <a:moveTo>
                      <a:pt x="6471" y="1"/>
                    </a:moveTo>
                    <a:lnTo>
                      <a:pt x="3219" y="1763"/>
                    </a:lnTo>
                    <a:lnTo>
                      <a:pt x="3116" y="2106"/>
                    </a:lnTo>
                    <a:cubicBezTo>
                      <a:pt x="3047" y="2329"/>
                      <a:pt x="2961" y="2551"/>
                      <a:pt x="2842" y="2756"/>
                    </a:cubicBezTo>
                    <a:cubicBezTo>
                      <a:pt x="2619" y="3167"/>
                      <a:pt x="2311" y="3527"/>
                      <a:pt x="1934" y="3817"/>
                    </a:cubicBezTo>
                    <a:cubicBezTo>
                      <a:pt x="1866" y="3869"/>
                      <a:pt x="1797" y="3938"/>
                      <a:pt x="1729" y="3988"/>
                    </a:cubicBezTo>
                    <a:cubicBezTo>
                      <a:pt x="1541" y="4143"/>
                      <a:pt x="1352" y="4314"/>
                      <a:pt x="1199" y="4502"/>
                    </a:cubicBezTo>
                    <a:cubicBezTo>
                      <a:pt x="1044" y="4673"/>
                      <a:pt x="925" y="4844"/>
                      <a:pt x="804" y="5015"/>
                    </a:cubicBezTo>
                    <a:cubicBezTo>
                      <a:pt x="633" y="5273"/>
                      <a:pt x="480" y="5547"/>
                      <a:pt x="359" y="5821"/>
                    </a:cubicBezTo>
                    <a:cubicBezTo>
                      <a:pt x="275" y="6060"/>
                      <a:pt x="206" y="6282"/>
                      <a:pt x="154" y="6522"/>
                    </a:cubicBezTo>
                    <a:cubicBezTo>
                      <a:pt x="1" y="7206"/>
                      <a:pt x="1" y="7925"/>
                      <a:pt x="154" y="8644"/>
                    </a:cubicBezTo>
                    <a:lnTo>
                      <a:pt x="8883" y="3938"/>
                    </a:lnTo>
                    <a:lnTo>
                      <a:pt x="7498" y="1661"/>
                    </a:lnTo>
                    <a:lnTo>
                      <a:pt x="64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7070047" y="3038300"/>
                <a:ext cx="52731" cy="59456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3784" extrusionOk="0">
                    <a:moveTo>
                      <a:pt x="1970" y="1"/>
                    </a:moveTo>
                    <a:lnTo>
                      <a:pt x="1935" y="18"/>
                    </a:lnTo>
                    <a:cubicBezTo>
                      <a:pt x="583" y="754"/>
                      <a:pt x="1" y="2380"/>
                      <a:pt x="548" y="3784"/>
                    </a:cubicBezTo>
                    <a:lnTo>
                      <a:pt x="3355" y="2278"/>
                    </a:lnTo>
                    <a:lnTo>
                      <a:pt x="19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7010338" y="3055521"/>
                <a:ext cx="36343" cy="25863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1646" extrusionOk="0">
                    <a:moveTo>
                      <a:pt x="1114" y="0"/>
                    </a:moveTo>
                    <a:cubicBezTo>
                      <a:pt x="891" y="411"/>
                      <a:pt x="583" y="771"/>
                      <a:pt x="206" y="1061"/>
                    </a:cubicBezTo>
                    <a:cubicBezTo>
                      <a:pt x="138" y="1113"/>
                      <a:pt x="69" y="1182"/>
                      <a:pt x="1" y="1232"/>
                    </a:cubicBezTo>
                    <a:lnTo>
                      <a:pt x="1251" y="1609"/>
                    </a:lnTo>
                    <a:cubicBezTo>
                      <a:pt x="1326" y="1634"/>
                      <a:pt x="1402" y="1645"/>
                      <a:pt x="1476" y="1645"/>
                    </a:cubicBezTo>
                    <a:cubicBezTo>
                      <a:pt x="1603" y="1645"/>
                      <a:pt x="1725" y="1612"/>
                      <a:pt x="1833" y="1558"/>
                    </a:cubicBezTo>
                    <a:cubicBezTo>
                      <a:pt x="2004" y="1456"/>
                      <a:pt x="2141" y="1301"/>
                      <a:pt x="2192" y="1113"/>
                    </a:cubicBezTo>
                    <a:cubicBezTo>
                      <a:pt x="2312" y="702"/>
                      <a:pt x="2089" y="292"/>
                      <a:pt x="1696" y="171"/>
                    </a:cubicBezTo>
                    <a:lnTo>
                      <a:pt x="11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6988827" y="3082939"/>
                <a:ext cx="48159" cy="30797"/>
              </a:xfrm>
              <a:custGeom>
                <a:avLst/>
                <a:gdLst/>
                <a:ahLst/>
                <a:cxnLst/>
                <a:rect l="l" t="t" r="r" b="b"/>
                <a:pathLst>
                  <a:path w="3065" h="1960" extrusionOk="0">
                    <a:moveTo>
                      <a:pt x="840" y="1"/>
                    </a:moveTo>
                    <a:cubicBezTo>
                      <a:pt x="685" y="172"/>
                      <a:pt x="566" y="343"/>
                      <a:pt x="445" y="514"/>
                    </a:cubicBezTo>
                    <a:cubicBezTo>
                      <a:pt x="274" y="772"/>
                      <a:pt x="121" y="1046"/>
                      <a:pt x="0" y="1320"/>
                    </a:cubicBezTo>
                    <a:lnTo>
                      <a:pt x="2004" y="1936"/>
                    </a:lnTo>
                    <a:cubicBezTo>
                      <a:pt x="2069" y="1952"/>
                      <a:pt x="2135" y="1959"/>
                      <a:pt x="2199" y="1959"/>
                    </a:cubicBezTo>
                    <a:cubicBezTo>
                      <a:pt x="2337" y="1959"/>
                      <a:pt x="2469" y="1925"/>
                      <a:pt x="2586" y="1867"/>
                    </a:cubicBezTo>
                    <a:cubicBezTo>
                      <a:pt x="2757" y="1781"/>
                      <a:pt x="2894" y="1628"/>
                      <a:pt x="2944" y="1422"/>
                    </a:cubicBezTo>
                    <a:cubicBezTo>
                      <a:pt x="3065" y="1028"/>
                      <a:pt x="2842" y="601"/>
                      <a:pt x="2449" y="480"/>
                    </a:cubicBezTo>
                    <a:lnTo>
                      <a:pt x="8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6985606" y="3074077"/>
                <a:ext cx="144979" cy="88226"/>
              </a:xfrm>
              <a:custGeom>
                <a:avLst/>
                <a:gdLst/>
                <a:ahLst/>
                <a:cxnLst/>
                <a:rect l="l" t="t" r="r" b="b"/>
                <a:pathLst>
                  <a:path w="9227" h="5615" extrusionOk="0">
                    <a:moveTo>
                      <a:pt x="8729" y="1"/>
                    </a:moveTo>
                    <a:lnTo>
                      <a:pt x="0" y="4707"/>
                    </a:lnTo>
                    <a:lnTo>
                      <a:pt x="497" y="5615"/>
                    </a:lnTo>
                    <a:lnTo>
                      <a:pt x="9226" y="907"/>
                    </a:lnTo>
                    <a:lnTo>
                      <a:pt x="87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7045849" y="3121136"/>
                <a:ext cx="24213" cy="20458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2" extrusionOk="0">
                    <a:moveTo>
                      <a:pt x="1506" y="0"/>
                    </a:moveTo>
                    <a:lnTo>
                      <a:pt x="0" y="806"/>
                    </a:lnTo>
                    <a:lnTo>
                      <a:pt x="685" y="1301"/>
                    </a:lnTo>
                    <a:lnTo>
                      <a:pt x="1541" y="840"/>
                    </a:lnTo>
                    <a:lnTo>
                      <a:pt x="15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7098550" y="3092901"/>
                <a:ext cx="23962" cy="20175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284" extrusionOk="0">
                    <a:moveTo>
                      <a:pt x="1491" y="1"/>
                    </a:moveTo>
                    <a:lnTo>
                      <a:pt x="1" y="805"/>
                    </a:lnTo>
                    <a:lnTo>
                      <a:pt x="669" y="1284"/>
                    </a:lnTo>
                    <a:lnTo>
                      <a:pt x="1525" y="822"/>
                    </a:lnTo>
                    <a:lnTo>
                      <a:pt x="14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6905455" y="2761510"/>
                <a:ext cx="179405" cy="278441"/>
              </a:xfrm>
              <a:custGeom>
                <a:avLst/>
                <a:gdLst/>
                <a:ahLst/>
                <a:cxnLst/>
                <a:rect l="l" t="t" r="r" b="b"/>
                <a:pathLst>
                  <a:path w="11418" h="17721" extrusionOk="0">
                    <a:moveTo>
                      <a:pt x="3707" y="0"/>
                    </a:moveTo>
                    <a:cubicBezTo>
                      <a:pt x="2034" y="0"/>
                      <a:pt x="755" y="218"/>
                      <a:pt x="0" y="398"/>
                    </a:cubicBezTo>
                    <a:cubicBezTo>
                      <a:pt x="1422" y="6235"/>
                      <a:pt x="4948" y="13287"/>
                      <a:pt x="8166" y="17719"/>
                    </a:cubicBezTo>
                    <a:cubicBezTo>
                      <a:pt x="8166" y="17719"/>
                      <a:pt x="8186" y="17720"/>
                      <a:pt x="8225" y="17720"/>
                    </a:cubicBezTo>
                    <a:cubicBezTo>
                      <a:pt x="8577" y="17720"/>
                      <a:pt x="10400" y="17637"/>
                      <a:pt x="11418" y="15957"/>
                    </a:cubicBezTo>
                    <a:cubicBezTo>
                      <a:pt x="11418" y="15957"/>
                      <a:pt x="9466" y="13166"/>
                      <a:pt x="9466" y="10599"/>
                    </a:cubicBezTo>
                    <a:cubicBezTo>
                      <a:pt x="9449" y="8426"/>
                      <a:pt x="10544" y="3804"/>
                      <a:pt x="9124" y="723"/>
                    </a:cubicBezTo>
                    <a:cubicBezTo>
                      <a:pt x="7059" y="178"/>
                      <a:pt x="5222" y="0"/>
                      <a:pt x="37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6905455" y="2761510"/>
                <a:ext cx="150903" cy="35039"/>
              </a:xfrm>
              <a:custGeom>
                <a:avLst/>
                <a:gdLst/>
                <a:ahLst/>
                <a:cxnLst/>
                <a:rect l="l" t="t" r="r" b="b"/>
                <a:pathLst>
                  <a:path w="9604" h="2230" extrusionOk="0">
                    <a:moveTo>
                      <a:pt x="3707" y="0"/>
                    </a:moveTo>
                    <a:cubicBezTo>
                      <a:pt x="2034" y="0"/>
                      <a:pt x="755" y="218"/>
                      <a:pt x="0" y="398"/>
                    </a:cubicBezTo>
                    <a:cubicBezTo>
                      <a:pt x="103" y="860"/>
                      <a:pt x="240" y="1340"/>
                      <a:pt x="361" y="1835"/>
                    </a:cubicBezTo>
                    <a:cubicBezTo>
                      <a:pt x="1130" y="1660"/>
                      <a:pt x="2386" y="1455"/>
                      <a:pt x="4012" y="1455"/>
                    </a:cubicBezTo>
                    <a:cubicBezTo>
                      <a:pt x="5570" y="1455"/>
                      <a:pt x="7468" y="1643"/>
                      <a:pt x="9603" y="2230"/>
                    </a:cubicBezTo>
                    <a:cubicBezTo>
                      <a:pt x="9501" y="1698"/>
                      <a:pt x="9346" y="1203"/>
                      <a:pt x="9124" y="723"/>
                    </a:cubicBezTo>
                    <a:cubicBezTo>
                      <a:pt x="7059" y="178"/>
                      <a:pt x="5222" y="0"/>
                      <a:pt x="37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6975377" y="2285817"/>
                <a:ext cx="369008" cy="355291"/>
              </a:xfrm>
              <a:custGeom>
                <a:avLst/>
                <a:gdLst/>
                <a:ahLst/>
                <a:cxnLst/>
                <a:rect l="l" t="t" r="r" b="b"/>
                <a:pathLst>
                  <a:path w="23485" h="22612" extrusionOk="0">
                    <a:moveTo>
                      <a:pt x="14652" y="0"/>
                    </a:moveTo>
                    <a:cubicBezTo>
                      <a:pt x="14652" y="0"/>
                      <a:pt x="6368" y="3030"/>
                      <a:pt x="1" y="12992"/>
                    </a:cubicBezTo>
                    <a:cubicBezTo>
                      <a:pt x="1" y="12992"/>
                      <a:pt x="18" y="13060"/>
                      <a:pt x="35" y="13163"/>
                    </a:cubicBezTo>
                    <a:cubicBezTo>
                      <a:pt x="240" y="13882"/>
                      <a:pt x="1251" y="16740"/>
                      <a:pt x="5016" y="19821"/>
                    </a:cubicBezTo>
                    <a:cubicBezTo>
                      <a:pt x="5222" y="19992"/>
                      <a:pt x="5444" y="20147"/>
                      <a:pt x="5667" y="20318"/>
                    </a:cubicBezTo>
                    <a:cubicBezTo>
                      <a:pt x="6779" y="21139"/>
                      <a:pt x="8166" y="21927"/>
                      <a:pt x="9843" y="22611"/>
                    </a:cubicBezTo>
                    <a:cubicBezTo>
                      <a:pt x="9843" y="22611"/>
                      <a:pt x="11537" y="20181"/>
                      <a:pt x="14173" y="18640"/>
                    </a:cubicBezTo>
                    <a:cubicBezTo>
                      <a:pt x="14310" y="18554"/>
                      <a:pt x="14447" y="18469"/>
                      <a:pt x="14584" y="18401"/>
                    </a:cubicBezTo>
                    <a:lnTo>
                      <a:pt x="15097" y="18143"/>
                    </a:lnTo>
                    <a:cubicBezTo>
                      <a:pt x="17922" y="16774"/>
                      <a:pt x="21636" y="15799"/>
                      <a:pt x="22457" y="13300"/>
                    </a:cubicBezTo>
                    <a:lnTo>
                      <a:pt x="23484" y="10989"/>
                    </a:lnTo>
                    <a:lnTo>
                      <a:pt x="22407" y="7446"/>
                    </a:lnTo>
                    <a:lnTo>
                      <a:pt x="20403" y="959"/>
                    </a:lnTo>
                    <a:lnTo>
                      <a:pt x="146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7054193" y="2556416"/>
                <a:ext cx="158413" cy="48646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3096" extrusionOk="0">
                    <a:moveTo>
                      <a:pt x="6175" y="1"/>
                    </a:moveTo>
                    <a:cubicBezTo>
                      <a:pt x="3942" y="1"/>
                      <a:pt x="1744" y="876"/>
                      <a:pt x="0" y="2599"/>
                    </a:cubicBezTo>
                    <a:cubicBezTo>
                      <a:pt x="206" y="2770"/>
                      <a:pt x="428" y="2925"/>
                      <a:pt x="651" y="3096"/>
                    </a:cubicBezTo>
                    <a:cubicBezTo>
                      <a:pt x="2231" y="1594"/>
                      <a:pt x="4175" y="826"/>
                      <a:pt x="6160" y="826"/>
                    </a:cubicBezTo>
                    <a:cubicBezTo>
                      <a:pt x="7162" y="826"/>
                      <a:pt x="8175" y="1022"/>
                      <a:pt x="9157" y="1418"/>
                    </a:cubicBezTo>
                    <a:cubicBezTo>
                      <a:pt x="9294" y="1332"/>
                      <a:pt x="9431" y="1247"/>
                      <a:pt x="9568" y="1179"/>
                    </a:cubicBezTo>
                    <a:lnTo>
                      <a:pt x="10081" y="921"/>
                    </a:lnTo>
                    <a:cubicBezTo>
                      <a:pt x="8824" y="305"/>
                      <a:pt x="7493" y="1"/>
                      <a:pt x="61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6935042" y="1864583"/>
                <a:ext cx="94416" cy="28597"/>
              </a:xfrm>
              <a:custGeom>
                <a:avLst/>
                <a:gdLst/>
                <a:ahLst/>
                <a:cxnLst/>
                <a:rect l="l" t="t" r="r" b="b"/>
                <a:pathLst>
                  <a:path w="6009" h="1820" extrusionOk="0">
                    <a:moveTo>
                      <a:pt x="3317" y="0"/>
                    </a:moveTo>
                    <a:cubicBezTo>
                      <a:pt x="1756" y="0"/>
                      <a:pt x="88" y="115"/>
                      <a:pt x="52" y="605"/>
                    </a:cubicBezTo>
                    <a:cubicBezTo>
                      <a:pt x="0" y="1511"/>
                      <a:pt x="5238" y="1819"/>
                      <a:pt x="5238" y="1819"/>
                    </a:cubicBezTo>
                    <a:lnTo>
                      <a:pt x="5854" y="1100"/>
                    </a:lnTo>
                    <a:lnTo>
                      <a:pt x="6009" y="91"/>
                    </a:lnTo>
                    <a:cubicBezTo>
                      <a:pt x="6009" y="91"/>
                      <a:pt x="4705" y="0"/>
                      <a:pt x="3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6938263" y="1890618"/>
                <a:ext cx="94684" cy="28660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1824" extrusionOk="0">
                    <a:moveTo>
                      <a:pt x="3288" y="1"/>
                    </a:moveTo>
                    <a:cubicBezTo>
                      <a:pt x="1736" y="1"/>
                      <a:pt x="96" y="114"/>
                      <a:pt x="69" y="591"/>
                    </a:cubicBezTo>
                    <a:cubicBezTo>
                      <a:pt x="1" y="1515"/>
                      <a:pt x="5238" y="1823"/>
                      <a:pt x="5238" y="1823"/>
                    </a:cubicBezTo>
                    <a:lnTo>
                      <a:pt x="5872" y="1104"/>
                    </a:lnTo>
                    <a:lnTo>
                      <a:pt x="6026" y="94"/>
                    </a:lnTo>
                    <a:cubicBezTo>
                      <a:pt x="6026" y="94"/>
                      <a:pt x="4693" y="1"/>
                      <a:pt x="32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6943637" y="1913873"/>
                <a:ext cx="92814" cy="28691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1826" extrusionOk="0">
                    <a:moveTo>
                      <a:pt x="5907" y="1"/>
                    </a:moveTo>
                    <a:cubicBezTo>
                      <a:pt x="5906" y="1"/>
                      <a:pt x="1" y="223"/>
                      <a:pt x="35" y="1130"/>
                    </a:cubicBezTo>
                    <a:cubicBezTo>
                      <a:pt x="58" y="1723"/>
                      <a:pt x="2307" y="1826"/>
                      <a:pt x="3859" y="1826"/>
                    </a:cubicBezTo>
                    <a:cubicBezTo>
                      <a:pt x="4681" y="1826"/>
                      <a:pt x="5307" y="1797"/>
                      <a:pt x="5307" y="1797"/>
                    </a:cubicBezTo>
                    <a:lnTo>
                      <a:pt x="5855" y="1028"/>
                    </a:lnTo>
                    <a:lnTo>
                      <a:pt x="590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6957622" y="1931345"/>
                <a:ext cx="89310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5684" h="2505" extrusionOk="0">
                    <a:moveTo>
                      <a:pt x="5512" y="1"/>
                    </a:moveTo>
                    <a:cubicBezTo>
                      <a:pt x="5512" y="1"/>
                      <a:pt x="1" y="1285"/>
                      <a:pt x="224" y="2175"/>
                    </a:cubicBezTo>
                    <a:cubicBezTo>
                      <a:pt x="284" y="2416"/>
                      <a:pt x="685" y="2504"/>
                      <a:pt x="1237" y="2504"/>
                    </a:cubicBezTo>
                    <a:cubicBezTo>
                      <a:pt x="2723" y="2504"/>
                      <a:pt x="5307" y="1867"/>
                      <a:pt x="5307" y="1867"/>
                    </a:cubicBezTo>
                    <a:lnTo>
                      <a:pt x="5684" y="1011"/>
                    </a:lnTo>
                    <a:lnTo>
                      <a:pt x="55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6986140" y="1826779"/>
                <a:ext cx="349635" cy="292362"/>
              </a:xfrm>
              <a:custGeom>
                <a:avLst/>
                <a:gdLst/>
                <a:ahLst/>
                <a:cxnLst/>
                <a:rect l="l" t="t" r="r" b="b"/>
                <a:pathLst>
                  <a:path w="22252" h="18607" extrusionOk="0">
                    <a:moveTo>
                      <a:pt x="2685" y="1"/>
                    </a:moveTo>
                    <a:cubicBezTo>
                      <a:pt x="2648" y="1"/>
                      <a:pt x="2615" y="11"/>
                      <a:pt x="2586" y="32"/>
                    </a:cubicBezTo>
                    <a:cubicBezTo>
                      <a:pt x="2004" y="425"/>
                      <a:pt x="2757" y="2497"/>
                      <a:pt x="2757" y="2497"/>
                    </a:cubicBezTo>
                    <a:lnTo>
                      <a:pt x="0" y="2497"/>
                    </a:lnTo>
                    <a:lnTo>
                      <a:pt x="1438" y="8385"/>
                    </a:lnTo>
                    <a:lnTo>
                      <a:pt x="3955" y="9172"/>
                    </a:lnTo>
                    <a:cubicBezTo>
                      <a:pt x="3955" y="9172"/>
                      <a:pt x="11283" y="18607"/>
                      <a:pt x="19621" y="18607"/>
                    </a:cubicBezTo>
                    <a:cubicBezTo>
                      <a:pt x="20489" y="18607"/>
                      <a:pt x="21368" y="18504"/>
                      <a:pt x="22252" y="18278"/>
                    </a:cubicBezTo>
                    <a:lnTo>
                      <a:pt x="21875" y="16515"/>
                    </a:lnTo>
                    <a:lnTo>
                      <a:pt x="20335" y="10490"/>
                    </a:lnTo>
                    <a:lnTo>
                      <a:pt x="14549" y="10147"/>
                    </a:lnTo>
                    <a:lnTo>
                      <a:pt x="5238" y="3369"/>
                    </a:lnTo>
                    <a:cubicBezTo>
                      <a:pt x="5238" y="3369"/>
                      <a:pt x="3361" y="1"/>
                      <a:pt x="26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2"/>
              <p:cNvSpPr/>
              <p:nvPr/>
            </p:nvSpPr>
            <p:spPr>
              <a:xfrm>
                <a:off x="7746720" y="2305709"/>
                <a:ext cx="430318" cy="315743"/>
              </a:xfrm>
              <a:custGeom>
                <a:avLst/>
                <a:gdLst/>
                <a:ahLst/>
                <a:cxnLst/>
                <a:rect l="l" t="t" r="r" b="b"/>
                <a:pathLst>
                  <a:path w="27387" h="20095" extrusionOk="0">
                    <a:moveTo>
                      <a:pt x="6060" y="1"/>
                    </a:moveTo>
                    <a:lnTo>
                      <a:pt x="719" y="4948"/>
                    </a:lnTo>
                    <a:lnTo>
                      <a:pt x="0" y="6334"/>
                    </a:lnTo>
                    <a:cubicBezTo>
                      <a:pt x="0" y="6334"/>
                      <a:pt x="9791" y="16740"/>
                      <a:pt x="19223" y="18384"/>
                    </a:cubicBezTo>
                    <a:cubicBezTo>
                      <a:pt x="19223" y="18384"/>
                      <a:pt x="21677" y="20094"/>
                      <a:pt x="22561" y="20094"/>
                    </a:cubicBezTo>
                    <a:cubicBezTo>
                      <a:pt x="22689" y="20094"/>
                      <a:pt x="22784" y="20058"/>
                      <a:pt x="22834" y="19976"/>
                    </a:cubicBezTo>
                    <a:cubicBezTo>
                      <a:pt x="23228" y="19326"/>
                      <a:pt x="21225" y="17614"/>
                      <a:pt x="21225" y="17614"/>
                    </a:cubicBezTo>
                    <a:lnTo>
                      <a:pt x="21225" y="17614"/>
                    </a:lnTo>
                    <a:cubicBezTo>
                      <a:pt x="21225" y="17614"/>
                      <a:pt x="23610" y="19010"/>
                      <a:pt x="24589" y="19010"/>
                    </a:cubicBezTo>
                    <a:cubicBezTo>
                      <a:pt x="24762" y="19010"/>
                      <a:pt x="24892" y="18966"/>
                      <a:pt x="24956" y="18863"/>
                    </a:cubicBezTo>
                    <a:cubicBezTo>
                      <a:pt x="25369" y="18204"/>
                      <a:pt x="22559" y="16624"/>
                      <a:pt x="22350" y="16508"/>
                    </a:cubicBezTo>
                    <a:lnTo>
                      <a:pt x="22350" y="16508"/>
                    </a:lnTo>
                    <a:cubicBezTo>
                      <a:pt x="22547" y="16616"/>
                      <a:pt x="25060" y="17997"/>
                      <a:pt x="25940" y="17997"/>
                    </a:cubicBezTo>
                    <a:cubicBezTo>
                      <a:pt x="26066" y="17997"/>
                      <a:pt x="26159" y="17968"/>
                      <a:pt x="26206" y="17904"/>
                    </a:cubicBezTo>
                    <a:cubicBezTo>
                      <a:pt x="26599" y="17357"/>
                      <a:pt x="23160" y="15098"/>
                      <a:pt x="23159" y="15097"/>
                    </a:cubicBezTo>
                    <a:lnTo>
                      <a:pt x="23159" y="15097"/>
                    </a:lnTo>
                    <a:cubicBezTo>
                      <a:pt x="23160" y="15098"/>
                      <a:pt x="25630" y="16366"/>
                      <a:pt x="26584" y="16366"/>
                    </a:cubicBezTo>
                    <a:cubicBezTo>
                      <a:pt x="26722" y="16366"/>
                      <a:pt x="26828" y="16339"/>
                      <a:pt x="26891" y="16279"/>
                    </a:cubicBezTo>
                    <a:cubicBezTo>
                      <a:pt x="27387" y="15816"/>
                      <a:pt x="23621" y="13557"/>
                      <a:pt x="23621" y="13557"/>
                    </a:cubicBezTo>
                    <a:cubicBezTo>
                      <a:pt x="23621" y="13557"/>
                      <a:pt x="25385" y="13420"/>
                      <a:pt x="25556" y="12735"/>
                    </a:cubicBezTo>
                    <a:cubicBezTo>
                      <a:pt x="25743" y="12051"/>
                      <a:pt x="22475" y="12119"/>
                      <a:pt x="21156" y="12085"/>
                    </a:cubicBezTo>
                    <a:cubicBezTo>
                      <a:pt x="19821" y="12051"/>
                      <a:pt x="9757" y="8816"/>
                      <a:pt x="6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>
                <a:off x="7279562" y="1955133"/>
                <a:ext cx="275142" cy="179295"/>
              </a:xfrm>
              <a:custGeom>
                <a:avLst/>
                <a:gdLst/>
                <a:ahLst/>
                <a:cxnLst/>
                <a:rect l="l" t="t" r="r" b="b"/>
                <a:pathLst>
                  <a:path w="17511" h="11411" extrusionOk="0">
                    <a:moveTo>
                      <a:pt x="9706" y="0"/>
                    </a:moveTo>
                    <a:cubicBezTo>
                      <a:pt x="7932" y="0"/>
                      <a:pt x="5829" y="209"/>
                      <a:pt x="3372" y="764"/>
                    </a:cubicBezTo>
                    <a:cubicBezTo>
                      <a:pt x="2688" y="917"/>
                      <a:pt x="1986" y="1088"/>
                      <a:pt x="1233" y="1312"/>
                    </a:cubicBezTo>
                    <a:cubicBezTo>
                      <a:pt x="1233" y="1312"/>
                      <a:pt x="1" y="7901"/>
                      <a:pt x="4023" y="11410"/>
                    </a:cubicBezTo>
                    <a:lnTo>
                      <a:pt x="5358" y="10708"/>
                    </a:lnTo>
                    <a:lnTo>
                      <a:pt x="15422" y="5419"/>
                    </a:lnTo>
                    <a:lnTo>
                      <a:pt x="17510" y="1978"/>
                    </a:lnTo>
                    <a:cubicBezTo>
                      <a:pt x="17510" y="1978"/>
                      <a:pt x="15162" y="0"/>
                      <a:pt x="97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>
                <a:off x="7279562" y="1967122"/>
                <a:ext cx="84188" cy="167307"/>
              </a:xfrm>
              <a:custGeom>
                <a:avLst/>
                <a:gdLst/>
                <a:ahLst/>
                <a:cxnLst/>
                <a:rect l="l" t="t" r="r" b="b"/>
                <a:pathLst>
                  <a:path w="5358" h="10648" extrusionOk="0">
                    <a:moveTo>
                      <a:pt x="3372" y="1"/>
                    </a:moveTo>
                    <a:lnTo>
                      <a:pt x="3372" y="1"/>
                    </a:lnTo>
                    <a:cubicBezTo>
                      <a:pt x="2688" y="154"/>
                      <a:pt x="1986" y="325"/>
                      <a:pt x="1233" y="549"/>
                    </a:cubicBezTo>
                    <a:cubicBezTo>
                      <a:pt x="1233" y="549"/>
                      <a:pt x="1" y="7138"/>
                      <a:pt x="4023" y="10647"/>
                    </a:cubicBezTo>
                    <a:lnTo>
                      <a:pt x="5358" y="9945"/>
                    </a:lnTo>
                    <a:cubicBezTo>
                      <a:pt x="3783" y="6898"/>
                      <a:pt x="3082" y="3406"/>
                      <a:pt x="33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>
                <a:off x="7179518" y="1985537"/>
                <a:ext cx="677476" cy="509274"/>
              </a:xfrm>
              <a:custGeom>
                <a:avLst/>
                <a:gdLst/>
                <a:ahLst/>
                <a:cxnLst/>
                <a:rect l="l" t="t" r="r" b="b"/>
                <a:pathLst>
                  <a:path w="43117" h="32412" extrusionOk="0">
                    <a:moveTo>
                      <a:pt x="22850" y="1"/>
                    </a:moveTo>
                    <a:cubicBezTo>
                      <a:pt x="20642" y="1"/>
                      <a:pt x="18105" y="640"/>
                      <a:pt x="16346" y="1773"/>
                    </a:cubicBezTo>
                    <a:cubicBezTo>
                      <a:pt x="14566" y="2902"/>
                      <a:pt x="13162" y="4528"/>
                      <a:pt x="11777" y="6137"/>
                    </a:cubicBezTo>
                    <a:cubicBezTo>
                      <a:pt x="10407" y="7729"/>
                      <a:pt x="8986" y="9355"/>
                      <a:pt x="7190" y="10468"/>
                    </a:cubicBezTo>
                    <a:cubicBezTo>
                      <a:pt x="5826" y="11311"/>
                      <a:pt x="4098" y="12047"/>
                      <a:pt x="2469" y="12047"/>
                    </a:cubicBezTo>
                    <a:cubicBezTo>
                      <a:pt x="1951" y="12047"/>
                      <a:pt x="1443" y="11972"/>
                      <a:pt x="959" y="11803"/>
                    </a:cubicBezTo>
                    <a:cubicBezTo>
                      <a:pt x="959" y="11803"/>
                      <a:pt x="959" y="11819"/>
                      <a:pt x="941" y="11837"/>
                    </a:cubicBezTo>
                    <a:cubicBezTo>
                      <a:pt x="1" y="14165"/>
                      <a:pt x="531" y="16869"/>
                      <a:pt x="1660" y="19111"/>
                    </a:cubicBezTo>
                    <a:cubicBezTo>
                      <a:pt x="2790" y="21370"/>
                      <a:pt x="4485" y="23305"/>
                      <a:pt x="5974" y="25341"/>
                    </a:cubicBezTo>
                    <a:cubicBezTo>
                      <a:pt x="7480" y="27379"/>
                      <a:pt x="9191" y="29894"/>
                      <a:pt x="9465" y="32411"/>
                    </a:cubicBezTo>
                    <a:cubicBezTo>
                      <a:pt x="18863" y="30853"/>
                      <a:pt x="29252" y="21046"/>
                      <a:pt x="29252" y="21046"/>
                    </a:cubicBezTo>
                    <a:lnTo>
                      <a:pt x="32248" y="26557"/>
                    </a:lnTo>
                    <a:lnTo>
                      <a:pt x="33189" y="28285"/>
                    </a:lnTo>
                    <a:cubicBezTo>
                      <a:pt x="39060" y="27961"/>
                      <a:pt x="43116" y="21457"/>
                      <a:pt x="43116" y="21457"/>
                    </a:cubicBezTo>
                    <a:cubicBezTo>
                      <a:pt x="42860" y="20651"/>
                      <a:pt x="42534" y="19848"/>
                      <a:pt x="42158" y="19077"/>
                    </a:cubicBezTo>
                    <a:cubicBezTo>
                      <a:pt x="42123" y="18974"/>
                      <a:pt x="42073" y="18889"/>
                      <a:pt x="42021" y="18803"/>
                    </a:cubicBezTo>
                    <a:cubicBezTo>
                      <a:pt x="39300" y="13291"/>
                      <a:pt x="34147" y="8551"/>
                      <a:pt x="30998" y="6018"/>
                    </a:cubicBezTo>
                    <a:cubicBezTo>
                      <a:pt x="29441" y="4733"/>
                      <a:pt x="28380" y="4014"/>
                      <a:pt x="28380" y="4014"/>
                    </a:cubicBezTo>
                    <a:lnTo>
                      <a:pt x="23877" y="43"/>
                    </a:lnTo>
                    <a:lnTo>
                      <a:pt x="23809" y="43"/>
                    </a:lnTo>
                    <a:cubicBezTo>
                      <a:pt x="23499" y="15"/>
                      <a:pt x="23178" y="1"/>
                      <a:pt x="228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7622997" y="2072112"/>
                <a:ext cx="221201" cy="258046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16423" extrusionOk="0">
                    <a:moveTo>
                      <a:pt x="650" y="1"/>
                    </a:moveTo>
                    <a:cubicBezTo>
                      <a:pt x="300" y="1"/>
                      <a:pt x="1" y="420"/>
                      <a:pt x="327" y="679"/>
                    </a:cubicBezTo>
                    <a:cubicBezTo>
                      <a:pt x="5736" y="4872"/>
                      <a:pt x="10099" y="10127"/>
                      <a:pt x="13198" y="16220"/>
                    </a:cubicBezTo>
                    <a:cubicBezTo>
                      <a:pt x="13272" y="16363"/>
                      <a:pt x="13392" y="16422"/>
                      <a:pt x="13514" y="16422"/>
                    </a:cubicBezTo>
                    <a:cubicBezTo>
                      <a:pt x="13788" y="16422"/>
                      <a:pt x="14077" y="16123"/>
                      <a:pt x="13899" y="15792"/>
                    </a:cubicBezTo>
                    <a:cubicBezTo>
                      <a:pt x="10784" y="9648"/>
                      <a:pt x="6368" y="4324"/>
                      <a:pt x="925" y="97"/>
                    </a:cubicBezTo>
                    <a:cubicBezTo>
                      <a:pt x="837" y="29"/>
                      <a:pt x="742" y="1"/>
                      <a:pt x="6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>
                <a:off x="7331461" y="1973156"/>
                <a:ext cx="228350" cy="36642"/>
              </a:xfrm>
              <a:custGeom>
                <a:avLst/>
                <a:gdLst/>
                <a:ahLst/>
                <a:cxnLst/>
                <a:rect l="l" t="t" r="r" b="b"/>
                <a:pathLst>
                  <a:path w="14533" h="2332" extrusionOk="0">
                    <a:moveTo>
                      <a:pt x="5405" y="0"/>
                    </a:moveTo>
                    <a:cubicBezTo>
                      <a:pt x="3608" y="0"/>
                      <a:pt x="1807" y="191"/>
                      <a:pt x="19" y="575"/>
                    </a:cubicBezTo>
                    <a:cubicBezTo>
                      <a:pt x="19" y="849"/>
                      <a:pt x="1" y="1139"/>
                      <a:pt x="19" y="1413"/>
                    </a:cubicBezTo>
                    <a:cubicBezTo>
                      <a:pt x="1804" y="1025"/>
                      <a:pt x="3600" y="832"/>
                      <a:pt x="5390" y="832"/>
                    </a:cubicBezTo>
                    <a:cubicBezTo>
                      <a:pt x="8250" y="832"/>
                      <a:pt x="11097" y="1325"/>
                      <a:pt x="13865" y="2303"/>
                    </a:cubicBezTo>
                    <a:cubicBezTo>
                      <a:pt x="13917" y="2323"/>
                      <a:pt x="13965" y="2332"/>
                      <a:pt x="14010" y="2332"/>
                    </a:cubicBezTo>
                    <a:cubicBezTo>
                      <a:pt x="14400" y="2332"/>
                      <a:pt x="14532" y="1669"/>
                      <a:pt x="14088" y="1516"/>
                    </a:cubicBezTo>
                    <a:cubicBezTo>
                      <a:pt x="11255" y="508"/>
                      <a:pt x="8336" y="0"/>
                      <a:pt x="5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>
                <a:off x="7531030" y="1986213"/>
                <a:ext cx="135552" cy="108196"/>
              </a:xfrm>
              <a:custGeom>
                <a:avLst/>
                <a:gdLst/>
                <a:ahLst/>
                <a:cxnLst/>
                <a:rect l="l" t="t" r="r" b="b"/>
                <a:pathLst>
                  <a:path w="8627" h="6886" extrusionOk="0">
                    <a:moveTo>
                      <a:pt x="1438" y="0"/>
                    </a:moveTo>
                    <a:cubicBezTo>
                      <a:pt x="326" y="1164"/>
                      <a:pt x="0" y="3081"/>
                      <a:pt x="753" y="4519"/>
                    </a:cubicBezTo>
                    <a:cubicBezTo>
                      <a:pt x="1524" y="5991"/>
                      <a:pt x="3201" y="6813"/>
                      <a:pt x="4861" y="6881"/>
                    </a:cubicBezTo>
                    <a:cubicBezTo>
                      <a:pt x="4941" y="6884"/>
                      <a:pt x="5022" y="6886"/>
                      <a:pt x="5102" y="6886"/>
                    </a:cubicBezTo>
                    <a:cubicBezTo>
                      <a:pt x="6320" y="6886"/>
                      <a:pt x="7519" y="6521"/>
                      <a:pt x="8627" y="5975"/>
                    </a:cubicBezTo>
                    <a:cubicBezTo>
                      <a:pt x="7070" y="4690"/>
                      <a:pt x="6009" y="3971"/>
                      <a:pt x="6009" y="3971"/>
                    </a:cubicBezTo>
                    <a:lnTo>
                      <a:pt x="1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>
                <a:off x="7686210" y="2285267"/>
                <a:ext cx="170795" cy="144445"/>
              </a:xfrm>
              <a:custGeom>
                <a:avLst/>
                <a:gdLst/>
                <a:ahLst/>
                <a:cxnLst/>
                <a:rect l="l" t="t" r="r" b="b"/>
                <a:pathLst>
                  <a:path w="10870" h="9193" extrusionOk="0">
                    <a:moveTo>
                      <a:pt x="9911" y="1"/>
                    </a:moveTo>
                    <a:cubicBezTo>
                      <a:pt x="7361" y="3321"/>
                      <a:pt x="3903" y="5941"/>
                      <a:pt x="1" y="7481"/>
                    </a:cubicBezTo>
                    <a:lnTo>
                      <a:pt x="942" y="9193"/>
                    </a:lnTo>
                    <a:cubicBezTo>
                      <a:pt x="6813" y="8885"/>
                      <a:pt x="10869" y="2381"/>
                      <a:pt x="10869" y="2381"/>
                    </a:cubicBezTo>
                    <a:cubicBezTo>
                      <a:pt x="10613" y="1575"/>
                      <a:pt x="10287" y="772"/>
                      <a:pt x="99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2"/>
              <p:cNvSpPr/>
              <p:nvPr/>
            </p:nvSpPr>
            <p:spPr>
              <a:xfrm>
                <a:off x="7550121" y="1982976"/>
                <a:ext cx="123987" cy="93725"/>
              </a:xfrm>
              <a:custGeom>
                <a:avLst/>
                <a:gdLst/>
                <a:ahLst/>
                <a:cxnLst/>
                <a:rect l="l" t="t" r="r" b="b"/>
                <a:pathLst>
                  <a:path w="7891" h="5965" extrusionOk="0">
                    <a:moveTo>
                      <a:pt x="7104" y="1"/>
                    </a:moveTo>
                    <a:lnTo>
                      <a:pt x="4828" y="498"/>
                    </a:lnTo>
                    <a:lnTo>
                      <a:pt x="1524" y="1233"/>
                    </a:lnTo>
                    <a:cubicBezTo>
                      <a:pt x="549" y="1799"/>
                      <a:pt x="1" y="2466"/>
                      <a:pt x="480" y="3424"/>
                    </a:cubicBezTo>
                    <a:cubicBezTo>
                      <a:pt x="668" y="3784"/>
                      <a:pt x="994" y="4195"/>
                      <a:pt x="1524" y="4657"/>
                    </a:cubicBezTo>
                    <a:cubicBezTo>
                      <a:pt x="2817" y="5800"/>
                      <a:pt x="3701" y="5965"/>
                      <a:pt x="4408" y="5965"/>
                    </a:cubicBezTo>
                    <a:cubicBezTo>
                      <a:pt x="4505" y="5965"/>
                      <a:pt x="4600" y="5962"/>
                      <a:pt x="4691" y="5957"/>
                    </a:cubicBezTo>
                    <a:cubicBezTo>
                      <a:pt x="5084" y="5923"/>
                      <a:pt x="5426" y="5684"/>
                      <a:pt x="5597" y="5325"/>
                    </a:cubicBezTo>
                    <a:lnTo>
                      <a:pt x="7412" y="1559"/>
                    </a:lnTo>
                    <a:lnTo>
                      <a:pt x="7891" y="430"/>
                    </a:lnTo>
                    <a:lnTo>
                      <a:pt x="71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>
                <a:off x="7550121" y="1990801"/>
                <a:ext cx="86089" cy="56455"/>
              </a:xfrm>
              <a:custGeom>
                <a:avLst/>
                <a:gdLst/>
                <a:ahLst/>
                <a:cxnLst/>
                <a:rect l="l" t="t" r="r" b="b"/>
                <a:pathLst>
                  <a:path w="5479" h="3593" extrusionOk="0">
                    <a:moveTo>
                      <a:pt x="4828" y="0"/>
                    </a:moveTo>
                    <a:lnTo>
                      <a:pt x="1524" y="735"/>
                    </a:lnTo>
                    <a:cubicBezTo>
                      <a:pt x="549" y="1301"/>
                      <a:pt x="1" y="1968"/>
                      <a:pt x="480" y="2926"/>
                    </a:cubicBezTo>
                    <a:cubicBezTo>
                      <a:pt x="1028" y="3303"/>
                      <a:pt x="1729" y="3492"/>
                      <a:pt x="2414" y="3560"/>
                    </a:cubicBezTo>
                    <a:cubicBezTo>
                      <a:pt x="2590" y="3581"/>
                      <a:pt x="2767" y="3592"/>
                      <a:pt x="2944" y="3592"/>
                    </a:cubicBezTo>
                    <a:cubicBezTo>
                      <a:pt x="3508" y="3592"/>
                      <a:pt x="4063" y="3475"/>
                      <a:pt x="4520" y="3149"/>
                    </a:cubicBezTo>
                    <a:cubicBezTo>
                      <a:pt x="5170" y="2687"/>
                      <a:pt x="5478" y="1814"/>
                      <a:pt x="5323" y="1027"/>
                    </a:cubicBezTo>
                    <a:cubicBezTo>
                      <a:pt x="5255" y="650"/>
                      <a:pt x="5067" y="290"/>
                      <a:pt x="4828" y="0"/>
                    </a:cubicBezTo>
                    <a:close/>
                  </a:path>
                </a:pathLst>
              </a:custGeom>
              <a:solidFill>
                <a:srgbClr val="000000">
                  <a:alpha val="8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>
                <a:off x="7746720" y="1899354"/>
                <a:ext cx="71555" cy="71555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4554" extrusionOk="0">
                    <a:moveTo>
                      <a:pt x="2278" y="0"/>
                    </a:moveTo>
                    <a:cubicBezTo>
                      <a:pt x="1027" y="0"/>
                      <a:pt x="0" y="1027"/>
                      <a:pt x="0" y="2276"/>
                    </a:cubicBezTo>
                    <a:cubicBezTo>
                      <a:pt x="0" y="3526"/>
                      <a:pt x="1027" y="4553"/>
                      <a:pt x="2278" y="4553"/>
                    </a:cubicBezTo>
                    <a:cubicBezTo>
                      <a:pt x="3526" y="4553"/>
                      <a:pt x="4553" y="3526"/>
                      <a:pt x="4553" y="2276"/>
                    </a:cubicBezTo>
                    <a:cubicBezTo>
                      <a:pt x="4553" y="1027"/>
                      <a:pt x="3526" y="0"/>
                      <a:pt x="22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2"/>
              <p:cNvSpPr/>
              <p:nvPr/>
            </p:nvSpPr>
            <p:spPr>
              <a:xfrm>
                <a:off x="7721721" y="1908216"/>
                <a:ext cx="50029" cy="50327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3203" extrusionOk="0">
                    <a:moveTo>
                      <a:pt x="1591" y="1"/>
                    </a:moveTo>
                    <a:cubicBezTo>
                      <a:pt x="719" y="1"/>
                      <a:pt x="0" y="720"/>
                      <a:pt x="0" y="1610"/>
                    </a:cubicBezTo>
                    <a:cubicBezTo>
                      <a:pt x="0" y="2483"/>
                      <a:pt x="719" y="3202"/>
                      <a:pt x="1591" y="3202"/>
                    </a:cubicBezTo>
                    <a:cubicBezTo>
                      <a:pt x="2481" y="3202"/>
                      <a:pt x="3184" y="2483"/>
                      <a:pt x="3184" y="1610"/>
                    </a:cubicBezTo>
                    <a:cubicBezTo>
                      <a:pt x="3184" y="720"/>
                      <a:pt x="2481" y="1"/>
                      <a:pt x="15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2"/>
              <p:cNvSpPr/>
              <p:nvPr/>
            </p:nvSpPr>
            <p:spPr>
              <a:xfrm>
                <a:off x="7625433" y="1850960"/>
                <a:ext cx="137720" cy="175634"/>
              </a:xfrm>
              <a:custGeom>
                <a:avLst/>
                <a:gdLst/>
                <a:ahLst/>
                <a:cxnLst/>
                <a:rect l="l" t="t" r="r" b="b"/>
                <a:pathLst>
                  <a:path w="8765" h="11178" extrusionOk="0">
                    <a:moveTo>
                      <a:pt x="2842" y="0"/>
                    </a:moveTo>
                    <a:cubicBezTo>
                      <a:pt x="1226" y="0"/>
                      <a:pt x="1" y="718"/>
                      <a:pt x="1" y="718"/>
                    </a:cubicBezTo>
                    <a:lnTo>
                      <a:pt x="667" y="2533"/>
                    </a:lnTo>
                    <a:lnTo>
                      <a:pt x="1215" y="4689"/>
                    </a:lnTo>
                    <a:lnTo>
                      <a:pt x="1952" y="7599"/>
                    </a:lnTo>
                    <a:lnTo>
                      <a:pt x="873" y="10628"/>
                    </a:lnTo>
                    <a:cubicBezTo>
                      <a:pt x="1651" y="11017"/>
                      <a:pt x="2425" y="11177"/>
                      <a:pt x="3162" y="11177"/>
                    </a:cubicBezTo>
                    <a:cubicBezTo>
                      <a:pt x="5408" y="11177"/>
                      <a:pt x="7299" y="9687"/>
                      <a:pt x="7840" y="8643"/>
                    </a:cubicBezTo>
                    <a:cubicBezTo>
                      <a:pt x="7943" y="8455"/>
                      <a:pt x="8027" y="8250"/>
                      <a:pt x="8114" y="8010"/>
                    </a:cubicBezTo>
                    <a:cubicBezTo>
                      <a:pt x="8661" y="6367"/>
                      <a:pt x="8764" y="3423"/>
                      <a:pt x="6213" y="1266"/>
                    </a:cubicBezTo>
                    <a:cubicBezTo>
                      <a:pt x="5076" y="296"/>
                      <a:pt x="3879" y="0"/>
                      <a:pt x="2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>
                <a:off x="7639134" y="1924636"/>
                <a:ext cx="113790" cy="101958"/>
              </a:xfrm>
              <a:custGeom>
                <a:avLst/>
                <a:gdLst/>
                <a:ahLst/>
                <a:cxnLst/>
                <a:rect l="l" t="t" r="r" b="b"/>
                <a:pathLst>
                  <a:path w="7242" h="6489" extrusionOk="0">
                    <a:moveTo>
                      <a:pt x="343" y="0"/>
                    </a:moveTo>
                    <a:lnTo>
                      <a:pt x="1080" y="2910"/>
                    </a:lnTo>
                    <a:lnTo>
                      <a:pt x="1" y="5939"/>
                    </a:lnTo>
                    <a:cubicBezTo>
                      <a:pt x="779" y="6328"/>
                      <a:pt x="1553" y="6488"/>
                      <a:pt x="2290" y="6488"/>
                    </a:cubicBezTo>
                    <a:cubicBezTo>
                      <a:pt x="4536" y="6488"/>
                      <a:pt x="6427" y="4998"/>
                      <a:pt x="6968" y="3954"/>
                    </a:cubicBezTo>
                    <a:cubicBezTo>
                      <a:pt x="7071" y="3766"/>
                      <a:pt x="7155" y="3561"/>
                      <a:pt x="7242" y="3321"/>
                    </a:cubicBezTo>
                    <a:cubicBezTo>
                      <a:pt x="4948" y="2226"/>
                      <a:pt x="2637" y="1112"/>
                      <a:pt x="3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7540442" y="1861126"/>
                <a:ext cx="165437" cy="165186"/>
              </a:xfrm>
              <a:custGeom>
                <a:avLst/>
                <a:gdLst/>
                <a:ahLst/>
                <a:cxnLst/>
                <a:rect l="l" t="t" r="r" b="b"/>
                <a:pathLst>
                  <a:path w="10529" h="10513" extrusionOk="0">
                    <a:moveTo>
                      <a:pt x="5655" y="0"/>
                    </a:moveTo>
                    <a:cubicBezTo>
                      <a:pt x="5573" y="0"/>
                      <a:pt x="5488" y="23"/>
                      <a:pt x="5410" y="71"/>
                    </a:cubicBezTo>
                    <a:cubicBezTo>
                      <a:pt x="4485" y="653"/>
                      <a:pt x="2739" y="1954"/>
                      <a:pt x="1010" y="4264"/>
                    </a:cubicBezTo>
                    <a:cubicBezTo>
                      <a:pt x="17" y="5599"/>
                      <a:pt x="1" y="7448"/>
                      <a:pt x="959" y="8835"/>
                    </a:cubicBezTo>
                    <a:cubicBezTo>
                      <a:pt x="1713" y="9910"/>
                      <a:pt x="2932" y="10513"/>
                      <a:pt x="4190" y="10513"/>
                    </a:cubicBezTo>
                    <a:cubicBezTo>
                      <a:pt x="4673" y="10513"/>
                      <a:pt x="5161" y="10424"/>
                      <a:pt x="5631" y="10239"/>
                    </a:cubicBezTo>
                    <a:lnTo>
                      <a:pt x="8028" y="9296"/>
                    </a:lnTo>
                    <a:cubicBezTo>
                      <a:pt x="8313" y="9296"/>
                      <a:pt x="8624" y="9389"/>
                      <a:pt x="8915" y="9389"/>
                    </a:cubicBezTo>
                    <a:cubicBezTo>
                      <a:pt x="8957" y="9389"/>
                      <a:pt x="8998" y="9387"/>
                      <a:pt x="9038" y="9383"/>
                    </a:cubicBezTo>
                    <a:cubicBezTo>
                      <a:pt x="9363" y="9331"/>
                      <a:pt x="9689" y="9212"/>
                      <a:pt x="9910" y="8988"/>
                    </a:cubicBezTo>
                    <a:cubicBezTo>
                      <a:pt x="9979" y="8920"/>
                      <a:pt x="10031" y="8835"/>
                      <a:pt x="10065" y="8749"/>
                    </a:cubicBezTo>
                    <a:cubicBezTo>
                      <a:pt x="10528" y="7689"/>
                      <a:pt x="9813" y="7060"/>
                      <a:pt x="9101" y="7060"/>
                    </a:cubicBezTo>
                    <a:cubicBezTo>
                      <a:pt x="8893" y="7060"/>
                      <a:pt x="8685" y="7114"/>
                      <a:pt x="8507" y="7226"/>
                    </a:cubicBezTo>
                    <a:lnTo>
                      <a:pt x="9654" y="6010"/>
                    </a:lnTo>
                    <a:cubicBezTo>
                      <a:pt x="9945" y="5702"/>
                      <a:pt x="9910" y="5189"/>
                      <a:pt x="9552" y="4949"/>
                    </a:cubicBezTo>
                    <a:cubicBezTo>
                      <a:pt x="8473" y="4162"/>
                      <a:pt x="6453" y="2468"/>
                      <a:pt x="6094" y="362"/>
                    </a:cubicBezTo>
                    <a:cubicBezTo>
                      <a:pt x="6057" y="141"/>
                      <a:pt x="5863" y="0"/>
                      <a:pt x="5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7536404" y="2243598"/>
                <a:ext cx="68067" cy="68051"/>
              </a:xfrm>
              <a:custGeom>
                <a:avLst/>
                <a:gdLst/>
                <a:ahLst/>
                <a:cxnLst/>
                <a:rect l="l" t="t" r="r" b="b"/>
                <a:pathLst>
                  <a:path w="4332" h="4331" extrusionOk="0">
                    <a:moveTo>
                      <a:pt x="2157" y="0"/>
                    </a:moveTo>
                    <a:cubicBezTo>
                      <a:pt x="977" y="0"/>
                      <a:pt x="0" y="959"/>
                      <a:pt x="0" y="2157"/>
                    </a:cubicBezTo>
                    <a:cubicBezTo>
                      <a:pt x="0" y="3355"/>
                      <a:pt x="977" y="4330"/>
                      <a:pt x="2157" y="4330"/>
                    </a:cubicBezTo>
                    <a:cubicBezTo>
                      <a:pt x="3355" y="4330"/>
                      <a:pt x="4331" y="3355"/>
                      <a:pt x="4331" y="2157"/>
                    </a:cubicBezTo>
                    <a:cubicBezTo>
                      <a:pt x="4331" y="959"/>
                      <a:pt x="3355" y="0"/>
                      <a:pt x="21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>
                <a:off x="7632582" y="1931612"/>
                <a:ext cx="18399" cy="23537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498" extrusionOk="0">
                    <a:moveTo>
                      <a:pt x="347" y="0"/>
                    </a:moveTo>
                    <a:cubicBezTo>
                      <a:pt x="169" y="0"/>
                      <a:pt x="0" y="204"/>
                      <a:pt x="59" y="394"/>
                    </a:cubicBezTo>
                    <a:cubicBezTo>
                      <a:pt x="144" y="600"/>
                      <a:pt x="299" y="771"/>
                      <a:pt x="470" y="908"/>
                    </a:cubicBezTo>
                    <a:cubicBezTo>
                      <a:pt x="641" y="1079"/>
                      <a:pt x="726" y="1268"/>
                      <a:pt x="881" y="1456"/>
                    </a:cubicBezTo>
                    <a:cubicBezTo>
                      <a:pt x="910" y="1485"/>
                      <a:pt x="944" y="1498"/>
                      <a:pt x="978" y="1498"/>
                    </a:cubicBezTo>
                    <a:cubicBezTo>
                      <a:pt x="1060" y="1498"/>
                      <a:pt x="1142" y="1421"/>
                      <a:pt x="1155" y="1337"/>
                    </a:cubicBezTo>
                    <a:cubicBezTo>
                      <a:pt x="1171" y="1113"/>
                      <a:pt x="1052" y="823"/>
                      <a:pt x="983" y="618"/>
                    </a:cubicBezTo>
                    <a:cubicBezTo>
                      <a:pt x="881" y="344"/>
                      <a:pt x="709" y="121"/>
                      <a:pt x="436" y="18"/>
                    </a:cubicBezTo>
                    <a:cubicBezTo>
                      <a:pt x="407" y="6"/>
                      <a:pt x="377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7623814" y="1943710"/>
                <a:ext cx="17488" cy="13748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875" extrusionOk="0">
                    <a:moveTo>
                      <a:pt x="549" y="1"/>
                    </a:moveTo>
                    <a:cubicBezTo>
                      <a:pt x="1" y="1"/>
                      <a:pt x="1" y="875"/>
                      <a:pt x="549" y="875"/>
                    </a:cubicBezTo>
                    <a:cubicBezTo>
                      <a:pt x="1113" y="875"/>
                      <a:pt x="1113" y="1"/>
                      <a:pt x="5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7597888" y="1891105"/>
                <a:ext cx="18415" cy="23616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503" extrusionOk="0">
                    <a:moveTo>
                      <a:pt x="378" y="0"/>
                    </a:moveTo>
                    <a:cubicBezTo>
                      <a:pt x="191" y="0"/>
                      <a:pt x="0" y="208"/>
                      <a:pt x="76" y="389"/>
                    </a:cubicBezTo>
                    <a:cubicBezTo>
                      <a:pt x="145" y="610"/>
                      <a:pt x="316" y="765"/>
                      <a:pt x="469" y="918"/>
                    </a:cubicBezTo>
                    <a:cubicBezTo>
                      <a:pt x="658" y="1073"/>
                      <a:pt x="743" y="1279"/>
                      <a:pt x="880" y="1450"/>
                    </a:cubicBezTo>
                    <a:cubicBezTo>
                      <a:pt x="912" y="1487"/>
                      <a:pt x="951" y="1503"/>
                      <a:pt x="990" y="1503"/>
                    </a:cubicBezTo>
                    <a:cubicBezTo>
                      <a:pt x="1073" y="1503"/>
                      <a:pt x="1154" y="1429"/>
                      <a:pt x="1154" y="1347"/>
                    </a:cubicBezTo>
                    <a:cubicBezTo>
                      <a:pt x="1172" y="1124"/>
                      <a:pt x="1069" y="816"/>
                      <a:pt x="983" y="610"/>
                    </a:cubicBezTo>
                    <a:cubicBezTo>
                      <a:pt x="880" y="354"/>
                      <a:pt x="727" y="115"/>
                      <a:pt x="453" y="12"/>
                    </a:cubicBezTo>
                    <a:cubicBezTo>
                      <a:pt x="428" y="4"/>
                      <a:pt x="403" y="0"/>
                      <a:pt x="3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>
                <a:off x="7589120" y="1903377"/>
                <a:ext cx="17504" cy="1346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857" extrusionOk="0">
                    <a:moveTo>
                      <a:pt x="566" y="1"/>
                    </a:moveTo>
                    <a:cubicBezTo>
                      <a:pt x="0" y="1"/>
                      <a:pt x="0" y="856"/>
                      <a:pt x="566" y="856"/>
                    </a:cubicBezTo>
                    <a:cubicBezTo>
                      <a:pt x="1113" y="856"/>
                      <a:pt x="1113" y="1"/>
                      <a:pt x="5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>
                <a:off x="7574335" y="1933497"/>
                <a:ext cx="34976" cy="21526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1370" extrusionOk="0">
                    <a:moveTo>
                      <a:pt x="2226" y="1"/>
                    </a:moveTo>
                    <a:cubicBezTo>
                      <a:pt x="2225" y="1"/>
                      <a:pt x="0" y="343"/>
                      <a:pt x="154" y="635"/>
                    </a:cubicBezTo>
                    <a:cubicBezTo>
                      <a:pt x="291" y="925"/>
                      <a:pt x="770" y="1370"/>
                      <a:pt x="770" y="1370"/>
                    </a:cubicBezTo>
                    <a:lnTo>
                      <a:pt x="2226" y="1"/>
                    </a:lnTo>
                    <a:close/>
                  </a:path>
                </a:pathLst>
              </a:custGeom>
              <a:solidFill>
                <a:srgbClr val="000000">
                  <a:alpha val="8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7569747" y="1966792"/>
                <a:ext cx="22359" cy="29979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908" extrusionOk="0">
                    <a:moveTo>
                      <a:pt x="686" y="1"/>
                    </a:moveTo>
                    <a:cubicBezTo>
                      <a:pt x="663" y="1"/>
                      <a:pt x="640" y="2"/>
                      <a:pt x="617" y="4"/>
                    </a:cubicBezTo>
                    <a:cubicBezTo>
                      <a:pt x="429" y="4"/>
                      <a:pt x="240" y="72"/>
                      <a:pt x="69" y="125"/>
                    </a:cubicBezTo>
                    <a:cubicBezTo>
                      <a:pt x="1" y="586"/>
                      <a:pt x="87" y="1083"/>
                      <a:pt x="327" y="1510"/>
                    </a:cubicBezTo>
                    <a:cubicBezTo>
                      <a:pt x="395" y="1613"/>
                      <a:pt x="464" y="1733"/>
                      <a:pt x="583" y="1818"/>
                    </a:cubicBezTo>
                    <a:cubicBezTo>
                      <a:pt x="656" y="1867"/>
                      <a:pt x="757" y="1908"/>
                      <a:pt x="851" y="1908"/>
                    </a:cubicBezTo>
                    <a:cubicBezTo>
                      <a:pt x="889" y="1908"/>
                      <a:pt x="925" y="1902"/>
                      <a:pt x="959" y="1887"/>
                    </a:cubicBezTo>
                    <a:cubicBezTo>
                      <a:pt x="1183" y="1818"/>
                      <a:pt x="1267" y="1562"/>
                      <a:pt x="1319" y="1339"/>
                    </a:cubicBezTo>
                    <a:cubicBezTo>
                      <a:pt x="1370" y="1134"/>
                      <a:pt x="1422" y="928"/>
                      <a:pt x="1404" y="706"/>
                    </a:cubicBezTo>
                    <a:cubicBezTo>
                      <a:pt x="1388" y="501"/>
                      <a:pt x="1302" y="278"/>
                      <a:pt x="1148" y="159"/>
                    </a:cubicBezTo>
                    <a:cubicBezTo>
                      <a:pt x="1012" y="53"/>
                      <a:pt x="851" y="1"/>
                      <a:pt x="6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6" name="Google Shape;566;p22"/>
          <p:cNvGrpSpPr/>
          <p:nvPr/>
        </p:nvGrpSpPr>
        <p:grpSpPr>
          <a:xfrm>
            <a:off x="625115" y="3663664"/>
            <a:ext cx="1938422" cy="940086"/>
            <a:chOff x="713225" y="3663664"/>
            <a:chExt cx="1762202" cy="940086"/>
          </a:xfrm>
        </p:grpSpPr>
        <p:sp>
          <p:nvSpPr>
            <p:cNvPr id="567" name="Google Shape;567;p22"/>
            <p:cNvSpPr txBox="1"/>
            <p:nvPr/>
          </p:nvSpPr>
          <p:spPr>
            <a:xfrm>
              <a:off x="713228" y="3947650"/>
              <a:ext cx="1762200" cy="6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The main objective, of course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8" name="Google Shape;568;p22"/>
            <p:cNvSpPr txBox="1"/>
            <p:nvPr/>
          </p:nvSpPr>
          <p:spPr>
            <a:xfrm>
              <a:off x="713225" y="3663664"/>
              <a:ext cx="1762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Scoring a goal</a:t>
              </a:r>
              <a:endParaRPr sz="1800" dirty="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69" name="Google Shape;569;p22"/>
          <p:cNvGrpSpPr/>
          <p:nvPr/>
        </p:nvGrpSpPr>
        <p:grpSpPr>
          <a:xfrm>
            <a:off x="6731695" y="2559475"/>
            <a:ext cx="1762861" cy="940074"/>
            <a:chOff x="6811825" y="2559475"/>
            <a:chExt cx="1602601" cy="940074"/>
          </a:xfrm>
        </p:grpSpPr>
        <p:sp>
          <p:nvSpPr>
            <p:cNvPr id="570" name="Google Shape;570;p22"/>
            <p:cNvSpPr txBox="1"/>
            <p:nvPr/>
          </p:nvSpPr>
          <p:spPr>
            <a:xfrm>
              <a:off x="6811826" y="2843449"/>
              <a:ext cx="1602600" cy="6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To promote teamwork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1" name="Google Shape;571;p22"/>
            <p:cNvSpPr txBox="1"/>
            <p:nvPr/>
          </p:nvSpPr>
          <p:spPr>
            <a:xfrm>
              <a:off x="6811825" y="2559475"/>
              <a:ext cx="1602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Passing to Teammates</a:t>
              </a:r>
              <a:endParaRPr sz="1800" dirty="0">
                <a:solidFill>
                  <a:schemeClr val="dk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72" name="Google Shape;572;p22"/>
          <p:cNvGrpSpPr/>
          <p:nvPr/>
        </p:nvGrpSpPr>
        <p:grpSpPr>
          <a:xfrm>
            <a:off x="713225" y="1455225"/>
            <a:ext cx="1762200" cy="940079"/>
            <a:chOff x="713225" y="1455225"/>
            <a:chExt cx="1762200" cy="940079"/>
          </a:xfrm>
        </p:grpSpPr>
        <p:sp>
          <p:nvSpPr>
            <p:cNvPr id="573" name="Google Shape;573;p22"/>
            <p:cNvSpPr txBox="1"/>
            <p:nvPr/>
          </p:nvSpPr>
          <p:spPr>
            <a:xfrm>
              <a:off x="713225" y="1739204"/>
              <a:ext cx="1762200" cy="65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For better formation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22"/>
            <p:cNvSpPr txBox="1"/>
            <p:nvPr/>
          </p:nvSpPr>
          <p:spPr>
            <a:xfrm>
              <a:off x="713225" y="1455225"/>
              <a:ext cx="1762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Spacing out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</p:grpSp>
      <p:grpSp>
        <p:nvGrpSpPr>
          <p:cNvPr id="575" name="Google Shape;575;p22"/>
          <p:cNvGrpSpPr/>
          <p:nvPr/>
        </p:nvGrpSpPr>
        <p:grpSpPr>
          <a:xfrm>
            <a:off x="2633725" y="3423344"/>
            <a:ext cx="2150902" cy="1185231"/>
            <a:chOff x="2633725" y="3423344"/>
            <a:chExt cx="2150902" cy="1185231"/>
          </a:xfrm>
        </p:grpSpPr>
        <p:sp>
          <p:nvSpPr>
            <p:cNvPr id="576" name="Google Shape;576;p22"/>
            <p:cNvSpPr/>
            <p:nvPr/>
          </p:nvSpPr>
          <p:spPr>
            <a:xfrm>
              <a:off x="3145449" y="4384175"/>
              <a:ext cx="1496700" cy="22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 flipH="1">
              <a:off x="3451372" y="4311868"/>
              <a:ext cx="523257" cy="245460"/>
            </a:xfrm>
            <a:custGeom>
              <a:avLst/>
              <a:gdLst/>
              <a:ahLst/>
              <a:cxnLst/>
              <a:rect l="l" t="t" r="r" b="b"/>
              <a:pathLst>
                <a:path w="31100" h="14589" extrusionOk="0">
                  <a:moveTo>
                    <a:pt x="26736" y="1"/>
                  </a:moveTo>
                  <a:cubicBezTo>
                    <a:pt x="25896" y="1301"/>
                    <a:pt x="24271" y="1815"/>
                    <a:pt x="22747" y="2055"/>
                  </a:cubicBezTo>
                  <a:cubicBezTo>
                    <a:pt x="21224" y="2294"/>
                    <a:pt x="19650" y="2192"/>
                    <a:pt x="18126" y="2397"/>
                  </a:cubicBezTo>
                  <a:cubicBezTo>
                    <a:pt x="16329" y="2637"/>
                    <a:pt x="14583" y="3321"/>
                    <a:pt x="13077" y="4348"/>
                  </a:cubicBezTo>
                  <a:cubicBezTo>
                    <a:pt x="12700" y="4604"/>
                    <a:pt x="12324" y="4896"/>
                    <a:pt x="11982" y="5204"/>
                  </a:cubicBezTo>
                  <a:cubicBezTo>
                    <a:pt x="11982" y="5204"/>
                    <a:pt x="11614" y="5277"/>
                    <a:pt x="11035" y="5277"/>
                  </a:cubicBezTo>
                  <a:cubicBezTo>
                    <a:pt x="10134" y="5277"/>
                    <a:pt x="8721" y="5100"/>
                    <a:pt x="7377" y="4193"/>
                  </a:cubicBezTo>
                  <a:lnTo>
                    <a:pt x="3406" y="6505"/>
                  </a:lnTo>
                  <a:lnTo>
                    <a:pt x="0" y="11451"/>
                  </a:lnTo>
                  <a:lnTo>
                    <a:pt x="701" y="14207"/>
                  </a:lnTo>
                  <a:cubicBezTo>
                    <a:pt x="701" y="14207"/>
                    <a:pt x="2543" y="14588"/>
                    <a:pt x="5091" y="14588"/>
                  </a:cubicBezTo>
                  <a:cubicBezTo>
                    <a:pt x="6895" y="14588"/>
                    <a:pt x="9052" y="14397"/>
                    <a:pt x="11160" y="13744"/>
                  </a:cubicBezTo>
                  <a:cubicBezTo>
                    <a:pt x="12221" y="13420"/>
                    <a:pt x="13538" y="12889"/>
                    <a:pt x="14994" y="12222"/>
                  </a:cubicBezTo>
                  <a:cubicBezTo>
                    <a:pt x="20590" y="9654"/>
                    <a:pt x="28276" y="4981"/>
                    <a:pt x="31100" y="1712"/>
                  </a:cubicBezTo>
                  <a:lnTo>
                    <a:pt x="267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 flipH="1">
              <a:off x="3451360" y="4311868"/>
              <a:ext cx="303237" cy="205635"/>
            </a:xfrm>
            <a:custGeom>
              <a:avLst/>
              <a:gdLst/>
              <a:ahLst/>
              <a:cxnLst/>
              <a:rect l="l" t="t" r="r" b="b"/>
              <a:pathLst>
                <a:path w="18023" h="12222" extrusionOk="0">
                  <a:moveTo>
                    <a:pt x="13659" y="1"/>
                  </a:moveTo>
                  <a:cubicBezTo>
                    <a:pt x="12819" y="1301"/>
                    <a:pt x="11194" y="1815"/>
                    <a:pt x="9670" y="2055"/>
                  </a:cubicBezTo>
                  <a:cubicBezTo>
                    <a:pt x="8147" y="2294"/>
                    <a:pt x="6573" y="2192"/>
                    <a:pt x="5049" y="2397"/>
                  </a:cubicBezTo>
                  <a:cubicBezTo>
                    <a:pt x="3252" y="2637"/>
                    <a:pt x="1506" y="3321"/>
                    <a:pt x="0" y="4348"/>
                  </a:cubicBezTo>
                  <a:cubicBezTo>
                    <a:pt x="68" y="6487"/>
                    <a:pt x="427" y="9723"/>
                    <a:pt x="1917" y="12222"/>
                  </a:cubicBezTo>
                  <a:cubicBezTo>
                    <a:pt x="7513" y="9654"/>
                    <a:pt x="15199" y="4981"/>
                    <a:pt x="18023" y="1712"/>
                  </a:cubicBezTo>
                  <a:lnTo>
                    <a:pt x="136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 flipH="1">
              <a:off x="3693842" y="4370050"/>
              <a:ext cx="60755" cy="147454"/>
            </a:xfrm>
            <a:custGeom>
              <a:avLst/>
              <a:gdLst/>
              <a:ahLst/>
              <a:cxnLst/>
              <a:rect l="l" t="t" r="r" b="b"/>
              <a:pathLst>
                <a:path w="3611" h="8764" extrusionOk="0">
                  <a:moveTo>
                    <a:pt x="1523" y="0"/>
                  </a:moveTo>
                  <a:cubicBezTo>
                    <a:pt x="993" y="256"/>
                    <a:pt x="496" y="548"/>
                    <a:pt x="0" y="890"/>
                  </a:cubicBezTo>
                  <a:cubicBezTo>
                    <a:pt x="68" y="3029"/>
                    <a:pt x="427" y="6265"/>
                    <a:pt x="1917" y="8764"/>
                  </a:cubicBezTo>
                  <a:cubicBezTo>
                    <a:pt x="2465" y="8524"/>
                    <a:pt x="3029" y="8250"/>
                    <a:pt x="3611" y="7959"/>
                  </a:cubicBezTo>
                  <a:cubicBezTo>
                    <a:pt x="2020" y="5512"/>
                    <a:pt x="1609" y="2242"/>
                    <a:pt x="15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 flipH="1">
              <a:off x="3849364" y="4140500"/>
              <a:ext cx="396296" cy="410412"/>
            </a:xfrm>
            <a:custGeom>
              <a:avLst/>
              <a:gdLst/>
              <a:ahLst/>
              <a:cxnLst/>
              <a:rect l="l" t="t" r="r" b="b"/>
              <a:pathLst>
                <a:path w="23554" h="24393" extrusionOk="0">
                  <a:moveTo>
                    <a:pt x="8714" y="1"/>
                  </a:moveTo>
                  <a:lnTo>
                    <a:pt x="1422" y="7806"/>
                  </a:lnTo>
                  <a:lnTo>
                    <a:pt x="1" y="9312"/>
                  </a:lnTo>
                  <a:cubicBezTo>
                    <a:pt x="1" y="9312"/>
                    <a:pt x="1799" y="14910"/>
                    <a:pt x="9604" y="20353"/>
                  </a:cubicBezTo>
                  <a:cubicBezTo>
                    <a:pt x="9860" y="20540"/>
                    <a:pt x="10134" y="20712"/>
                    <a:pt x="10391" y="20883"/>
                  </a:cubicBezTo>
                  <a:cubicBezTo>
                    <a:pt x="12222" y="22081"/>
                    <a:pt x="14328" y="23279"/>
                    <a:pt x="16809" y="24392"/>
                  </a:cubicBezTo>
                  <a:cubicBezTo>
                    <a:pt x="16809" y="24392"/>
                    <a:pt x="17528" y="23758"/>
                    <a:pt x="18487" y="22765"/>
                  </a:cubicBezTo>
                  <a:cubicBezTo>
                    <a:pt x="18676" y="22578"/>
                    <a:pt x="18863" y="22372"/>
                    <a:pt x="19069" y="22149"/>
                  </a:cubicBezTo>
                  <a:cubicBezTo>
                    <a:pt x="20951" y="20130"/>
                    <a:pt x="23348" y="17083"/>
                    <a:pt x="23553" y="14584"/>
                  </a:cubicBezTo>
                  <a:lnTo>
                    <a:pt x="23485" y="14481"/>
                  </a:lnTo>
                  <a:lnTo>
                    <a:pt x="17135" y="6573"/>
                  </a:lnTo>
                  <a:lnTo>
                    <a:pt x="87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 flipH="1">
              <a:off x="3924816" y="4466579"/>
              <a:ext cx="159265" cy="56969"/>
            </a:xfrm>
            <a:custGeom>
              <a:avLst/>
              <a:gdLst/>
              <a:ahLst/>
              <a:cxnLst/>
              <a:rect l="l" t="t" r="r" b="b"/>
              <a:pathLst>
                <a:path w="9466" h="3386" extrusionOk="0">
                  <a:moveTo>
                    <a:pt x="3684" y="0"/>
                  </a:moveTo>
                  <a:cubicBezTo>
                    <a:pt x="2446" y="0"/>
                    <a:pt x="1183" y="311"/>
                    <a:pt x="1" y="973"/>
                  </a:cubicBezTo>
                  <a:cubicBezTo>
                    <a:pt x="257" y="1160"/>
                    <a:pt x="531" y="1332"/>
                    <a:pt x="788" y="1503"/>
                  </a:cubicBezTo>
                  <a:cubicBezTo>
                    <a:pt x="1739" y="1055"/>
                    <a:pt x="2733" y="842"/>
                    <a:pt x="3706" y="842"/>
                  </a:cubicBezTo>
                  <a:cubicBezTo>
                    <a:pt x="5712" y="842"/>
                    <a:pt x="7628" y="1749"/>
                    <a:pt x="8884" y="3385"/>
                  </a:cubicBezTo>
                  <a:cubicBezTo>
                    <a:pt x="9073" y="3198"/>
                    <a:pt x="9260" y="2992"/>
                    <a:pt x="9466" y="2769"/>
                  </a:cubicBezTo>
                  <a:cubicBezTo>
                    <a:pt x="8037" y="1000"/>
                    <a:pt x="5903" y="0"/>
                    <a:pt x="3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 flipH="1">
              <a:off x="2922278" y="4275289"/>
              <a:ext cx="102262" cy="164464"/>
            </a:xfrm>
            <a:custGeom>
              <a:avLst/>
              <a:gdLst/>
              <a:ahLst/>
              <a:cxnLst/>
              <a:rect l="l" t="t" r="r" b="b"/>
              <a:pathLst>
                <a:path w="6078" h="9775" extrusionOk="0">
                  <a:moveTo>
                    <a:pt x="6077" y="0"/>
                  </a:moveTo>
                  <a:cubicBezTo>
                    <a:pt x="5358" y="69"/>
                    <a:pt x="4674" y="308"/>
                    <a:pt x="4074" y="685"/>
                  </a:cubicBezTo>
                  <a:cubicBezTo>
                    <a:pt x="3869" y="805"/>
                    <a:pt x="3663" y="959"/>
                    <a:pt x="3492" y="1113"/>
                  </a:cubicBezTo>
                  <a:cubicBezTo>
                    <a:pt x="3252" y="1319"/>
                    <a:pt x="3047" y="1541"/>
                    <a:pt x="2859" y="1798"/>
                  </a:cubicBezTo>
                  <a:cubicBezTo>
                    <a:pt x="2739" y="1969"/>
                    <a:pt x="2620" y="2140"/>
                    <a:pt x="2499" y="2328"/>
                  </a:cubicBezTo>
                  <a:lnTo>
                    <a:pt x="2191" y="2996"/>
                  </a:lnTo>
                  <a:cubicBezTo>
                    <a:pt x="2157" y="3081"/>
                    <a:pt x="2141" y="3167"/>
                    <a:pt x="2106" y="3252"/>
                  </a:cubicBezTo>
                  <a:cubicBezTo>
                    <a:pt x="1952" y="3715"/>
                    <a:pt x="1712" y="4126"/>
                    <a:pt x="1404" y="4468"/>
                  </a:cubicBezTo>
                  <a:cubicBezTo>
                    <a:pt x="1250" y="4639"/>
                    <a:pt x="1079" y="4793"/>
                    <a:pt x="890" y="4930"/>
                  </a:cubicBezTo>
                  <a:lnTo>
                    <a:pt x="582" y="5153"/>
                  </a:lnTo>
                  <a:lnTo>
                    <a:pt x="0" y="8798"/>
                  </a:lnTo>
                  <a:lnTo>
                    <a:pt x="1901" y="9209"/>
                  </a:lnTo>
                  <a:lnTo>
                    <a:pt x="4519" y="9774"/>
                  </a:lnTo>
                  <a:lnTo>
                    <a:pt x="60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2"/>
            <p:cNvSpPr/>
            <p:nvPr/>
          </p:nvSpPr>
          <p:spPr>
            <a:xfrm flipH="1">
              <a:off x="2940127" y="4386725"/>
              <a:ext cx="52444" cy="53032"/>
            </a:xfrm>
            <a:custGeom>
              <a:avLst/>
              <a:gdLst/>
              <a:ahLst/>
              <a:cxnLst/>
              <a:rect l="l" t="t" r="r" b="b"/>
              <a:pathLst>
                <a:path w="3117" h="3152" extrusionOk="0">
                  <a:moveTo>
                    <a:pt x="3012" y="0"/>
                  </a:moveTo>
                  <a:cubicBezTo>
                    <a:pt x="1548" y="0"/>
                    <a:pt x="251" y="1065"/>
                    <a:pt x="17" y="2569"/>
                  </a:cubicBezTo>
                  <a:lnTo>
                    <a:pt x="1" y="2586"/>
                  </a:lnTo>
                  <a:lnTo>
                    <a:pt x="2619" y="3151"/>
                  </a:lnTo>
                  <a:lnTo>
                    <a:pt x="3116" y="2"/>
                  </a:lnTo>
                  <a:cubicBezTo>
                    <a:pt x="3081" y="1"/>
                    <a:pt x="3046" y="0"/>
                    <a:pt x="30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2"/>
            <p:cNvSpPr/>
            <p:nvPr/>
          </p:nvSpPr>
          <p:spPr>
            <a:xfrm flipH="1">
              <a:off x="2971809" y="4325698"/>
              <a:ext cx="29124" cy="38109"/>
            </a:xfrm>
            <a:custGeom>
              <a:avLst/>
              <a:gdLst/>
              <a:ahLst/>
              <a:cxnLst/>
              <a:rect l="l" t="t" r="r" b="b"/>
              <a:pathLst>
                <a:path w="1731" h="2265" extrusionOk="0">
                  <a:moveTo>
                    <a:pt x="788" y="0"/>
                  </a:moveTo>
                  <a:cubicBezTo>
                    <a:pt x="754" y="85"/>
                    <a:pt x="738" y="171"/>
                    <a:pt x="703" y="256"/>
                  </a:cubicBezTo>
                  <a:cubicBezTo>
                    <a:pt x="549" y="719"/>
                    <a:pt x="309" y="1130"/>
                    <a:pt x="1" y="1472"/>
                  </a:cubicBezTo>
                  <a:lnTo>
                    <a:pt x="343" y="1952"/>
                  </a:lnTo>
                  <a:cubicBezTo>
                    <a:pt x="488" y="2158"/>
                    <a:pt x="719" y="2265"/>
                    <a:pt x="955" y="2265"/>
                  </a:cubicBezTo>
                  <a:cubicBezTo>
                    <a:pt x="1110" y="2265"/>
                    <a:pt x="1268" y="2218"/>
                    <a:pt x="1404" y="2123"/>
                  </a:cubicBezTo>
                  <a:cubicBezTo>
                    <a:pt x="1559" y="2002"/>
                    <a:pt x="1678" y="1815"/>
                    <a:pt x="1696" y="1626"/>
                  </a:cubicBezTo>
                  <a:cubicBezTo>
                    <a:pt x="1730" y="1438"/>
                    <a:pt x="1696" y="1233"/>
                    <a:pt x="1576" y="1078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 flipH="1">
              <a:off x="2942432" y="4294016"/>
              <a:ext cx="40060" cy="48624"/>
            </a:xfrm>
            <a:custGeom>
              <a:avLst/>
              <a:gdLst/>
              <a:ahLst/>
              <a:cxnLst/>
              <a:rect l="l" t="t" r="r" b="b"/>
              <a:pathLst>
                <a:path w="2381" h="2890" extrusionOk="0">
                  <a:moveTo>
                    <a:pt x="993" y="0"/>
                  </a:moveTo>
                  <a:cubicBezTo>
                    <a:pt x="753" y="206"/>
                    <a:pt x="548" y="428"/>
                    <a:pt x="360" y="685"/>
                  </a:cubicBezTo>
                  <a:cubicBezTo>
                    <a:pt x="240" y="856"/>
                    <a:pt x="121" y="1027"/>
                    <a:pt x="0" y="1215"/>
                  </a:cubicBezTo>
                  <a:lnTo>
                    <a:pt x="993" y="2584"/>
                  </a:lnTo>
                  <a:cubicBezTo>
                    <a:pt x="1137" y="2780"/>
                    <a:pt x="1368" y="2889"/>
                    <a:pt x="1603" y="2889"/>
                  </a:cubicBezTo>
                  <a:cubicBezTo>
                    <a:pt x="1759" y="2889"/>
                    <a:pt x="1918" y="2841"/>
                    <a:pt x="2054" y="2739"/>
                  </a:cubicBezTo>
                  <a:cubicBezTo>
                    <a:pt x="2209" y="2619"/>
                    <a:pt x="2312" y="2447"/>
                    <a:pt x="2346" y="2260"/>
                  </a:cubicBezTo>
                  <a:cubicBezTo>
                    <a:pt x="2380" y="2054"/>
                    <a:pt x="2328" y="1849"/>
                    <a:pt x="2209" y="1694"/>
                  </a:cubicBezTo>
                  <a:lnTo>
                    <a:pt x="9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 flipH="1">
              <a:off x="2905297" y="4275289"/>
              <a:ext cx="43207" cy="167341"/>
            </a:xfrm>
            <a:custGeom>
              <a:avLst/>
              <a:gdLst/>
              <a:ahLst/>
              <a:cxnLst/>
              <a:rect l="l" t="t" r="r" b="b"/>
              <a:pathLst>
                <a:path w="2568" h="9946" extrusionOk="0">
                  <a:moveTo>
                    <a:pt x="1558" y="0"/>
                  </a:moveTo>
                  <a:lnTo>
                    <a:pt x="0" y="9774"/>
                  </a:lnTo>
                  <a:lnTo>
                    <a:pt x="1011" y="9945"/>
                  </a:lnTo>
                  <a:lnTo>
                    <a:pt x="2567" y="155"/>
                  </a:lnTo>
                  <a:lnTo>
                    <a:pt x="15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2"/>
            <p:cNvSpPr/>
            <p:nvPr/>
          </p:nvSpPr>
          <p:spPr>
            <a:xfrm flipH="1">
              <a:off x="2893770" y="4277880"/>
              <a:ext cx="15849" cy="28249"/>
            </a:xfrm>
            <a:custGeom>
              <a:avLst/>
              <a:gdLst/>
              <a:ahLst/>
              <a:cxnLst/>
              <a:rect l="l" t="t" r="r" b="b"/>
              <a:pathLst>
                <a:path w="942" h="1679" extrusionOk="0">
                  <a:moveTo>
                    <a:pt x="256" y="1"/>
                  </a:moveTo>
                  <a:lnTo>
                    <a:pt x="0" y="1678"/>
                  </a:lnTo>
                  <a:lnTo>
                    <a:pt x="788" y="1439"/>
                  </a:lnTo>
                  <a:lnTo>
                    <a:pt x="941" y="480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 flipH="1">
              <a:off x="2903849" y="4340942"/>
              <a:ext cx="15866" cy="28249"/>
            </a:xfrm>
            <a:custGeom>
              <a:avLst/>
              <a:gdLst/>
              <a:ahLst/>
              <a:cxnLst/>
              <a:rect l="l" t="t" r="r" b="b"/>
              <a:pathLst>
                <a:path w="943" h="1679" extrusionOk="0">
                  <a:moveTo>
                    <a:pt x="258" y="1"/>
                  </a:moveTo>
                  <a:lnTo>
                    <a:pt x="1" y="1678"/>
                  </a:lnTo>
                  <a:lnTo>
                    <a:pt x="1" y="1678"/>
                  </a:lnTo>
                  <a:lnTo>
                    <a:pt x="788" y="1438"/>
                  </a:lnTo>
                  <a:lnTo>
                    <a:pt x="943" y="4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 flipH="1">
              <a:off x="2913944" y="4404021"/>
              <a:ext cx="15832" cy="28249"/>
            </a:xfrm>
            <a:custGeom>
              <a:avLst/>
              <a:gdLst/>
              <a:ahLst/>
              <a:cxnLst/>
              <a:rect l="l" t="t" r="r" b="b"/>
              <a:pathLst>
                <a:path w="941" h="1679" extrusionOk="0">
                  <a:moveTo>
                    <a:pt x="256" y="1"/>
                  </a:moveTo>
                  <a:lnTo>
                    <a:pt x="0" y="1678"/>
                  </a:lnTo>
                  <a:lnTo>
                    <a:pt x="788" y="1439"/>
                  </a:lnTo>
                  <a:lnTo>
                    <a:pt x="941" y="480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 flipH="1">
              <a:off x="3009585" y="4110550"/>
              <a:ext cx="725158" cy="318750"/>
            </a:xfrm>
            <a:custGeom>
              <a:avLst/>
              <a:gdLst/>
              <a:ahLst/>
              <a:cxnLst/>
              <a:rect l="l" t="t" r="r" b="b"/>
              <a:pathLst>
                <a:path w="43100" h="18945" extrusionOk="0">
                  <a:moveTo>
                    <a:pt x="2380" y="1"/>
                  </a:moveTo>
                  <a:lnTo>
                    <a:pt x="0" y="10442"/>
                  </a:lnTo>
                  <a:lnTo>
                    <a:pt x="2209" y="13420"/>
                  </a:lnTo>
                  <a:lnTo>
                    <a:pt x="22441" y="14721"/>
                  </a:lnTo>
                  <a:cubicBezTo>
                    <a:pt x="22662" y="15081"/>
                    <a:pt x="23023" y="15526"/>
                    <a:pt x="23502" y="15953"/>
                  </a:cubicBezTo>
                  <a:cubicBezTo>
                    <a:pt x="25010" y="17382"/>
                    <a:pt x="27740" y="18944"/>
                    <a:pt x="31694" y="18944"/>
                  </a:cubicBezTo>
                  <a:cubicBezTo>
                    <a:pt x="32003" y="18944"/>
                    <a:pt x="32319" y="18935"/>
                    <a:pt x="32642" y="18915"/>
                  </a:cubicBezTo>
                  <a:cubicBezTo>
                    <a:pt x="34947" y="18769"/>
                    <a:pt x="36898" y="18288"/>
                    <a:pt x="39180" y="18288"/>
                  </a:cubicBezTo>
                  <a:cubicBezTo>
                    <a:pt x="40118" y="18288"/>
                    <a:pt x="41112" y="18370"/>
                    <a:pt x="42209" y="18589"/>
                  </a:cubicBezTo>
                  <a:cubicBezTo>
                    <a:pt x="42672" y="15902"/>
                    <a:pt x="43099" y="14841"/>
                    <a:pt x="43099" y="14841"/>
                  </a:cubicBezTo>
                  <a:cubicBezTo>
                    <a:pt x="37006" y="12427"/>
                    <a:pt x="30177" y="9877"/>
                    <a:pt x="23878" y="7584"/>
                  </a:cubicBezTo>
                  <a:cubicBezTo>
                    <a:pt x="12221" y="3339"/>
                    <a:pt x="2380" y="1"/>
                    <a:pt x="2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 flipH="1">
              <a:off x="3633071" y="4033102"/>
              <a:ext cx="454460" cy="303237"/>
            </a:xfrm>
            <a:custGeom>
              <a:avLst/>
              <a:gdLst/>
              <a:ahLst/>
              <a:cxnLst/>
              <a:rect l="l" t="t" r="r" b="b"/>
              <a:pathLst>
                <a:path w="27011" h="18023" extrusionOk="0">
                  <a:moveTo>
                    <a:pt x="8986" y="0"/>
                  </a:moveTo>
                  <a:lnTo>
                    <a:pt x="4330" y="838"/>
                  </a:lnTo>
                  <a:lnTo>
                    <a:pt x="1" y="9362"/>
                  </a:lnTo>
                  <a:cubicBezTo>
                    <a:pt x="1" y="9362"/>
                    <a:pt x="9705" y="16226"/>
                    <a:pt x="10116" y="16226"/>
                  </a:cubicBezTo>
                  <a:cubicBezTo>
                    <a:pt x="10526" y="16226"/>
                    <a:pt x="23176" y="18023"/>
                    <a:pt x="23176" y="18023"/>
                  </a:cubicBezTo>
                  <a:cubicBezTo>
                    <a:pt x="25897" y="14925"/>
                    <a:pt x="26736" y="11656"/>
                    <a:pt x="26924" y="9277"/>
                  </a:cubicBezTo>
                  <a:cubicBezTo>
                    <a:pt x="26958" y="8951"/>
                    <a:pt x="26976" y="8643"/>
                    <a:pt x="26976" y="8353"/>
                  </a:cubicBezTo>
                  <a:cubicBezTo>
                    <a:pt x="27010" y="6726"/>
                    <a:pt x="26753" y="5683"/>
                    <a:pt x="26753" y="5683"/>
                  </a:cubicBezTo>
                  <a:lnTo>
                    <a:pt x="21704" y="4074"/>
                  </a:lnTo>
                  <a:lnTo>
                    <a:pt x="20659" y="3731"/>
                  </a:lnTo>
                  <a:lnTo>
                    <a:pt x="8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 flipH="1">
              <a:off x="3633642" y="4095878"/>
              <a:ext cx="106284" cy="93328"/>
            </a:xfrm>
            <a:custGeom>
              <a:avLst/>
              <a:gdLst/>
              <a:ahLst/>
              <a:cxnLst/>
              <a:rect l="l" t="t" r="r" b="b"/>
              <a:pathLst>
                <a:path w="6317" h="5547" extrusionOk="0">
                  <a:moveTo>
                    <a:pt x="0" y="0"/>
                  </a:moveTo>
                  <a:cubicBezTo>
                    <a:pt x="616" y="3029"/>
                    <a:pt x="3133" y="5289"/>
                    <a:pt x="6265" y="5546"/>
                  </a:cubicBezTo>
                  <a:cubicBezTo>
                    <a:pt x="6299" y="5220"/>
                    <a:pt x="6317" y="4912"/>
                    <a:pt x="6317" y="4622"/>
                  </a:cubicBezTo>
                  <a:cubicBezTo>
                    <a:pt x="3766" y="4382"/>
                    <a:pt x="1730" y="2687"/>
                    <a:pt x="1045" y="34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2"/>
            <p:cNvSpPr/>
            <p:nvPr/>
          </p:nvSpPr>
          <p:spPr>
            <a:xfrm flipH="1">
              <a:off x="4467975" y="4121503"/>
              <a:ext cx="226952" cy="436895"/>
            </a:xfrm>
            <a:custGeom>
              <a:avLst/>
              <a:gdLst/>
              <a:ahLst/>
              <a:cxnLst/>
              <a:rect l="l" t="t" r="r" b="b"/>
              <a:pathLst>
                <a:path w="13489" h="25967" extrusionOk="0">
                  <a:moveTo>
                    <a:pt x="4468" y="0"/>
                  </a:moveTo>
                  <a:cubicBezTo>
                    <a:pt x="4469" y="0"/>
                    <a:pt x="5204" y="6967"/>
                    <a:pt x="4468" y="11315"/>
                  </a:cubicBezTo>
                  <a:cubicBezTo>
                    <a:pt x="4245" y="12735"/>
                    <a:pt x="3681" y="14378"/>
                    <a:pt x="3031" y="15952"/>
                  </a:cubicBezTo>
                  <a:cubicBezTo>
                    <a:pt x="2534" y="17185"/>
                    <a:pt x="1986" y="18383"/>
                    <a:pt x="1490" y="19394"/>
                  </a:cubicBezTo>
                  <a:cubicBezTo>
                    <a:pt x="651" y="21053"/>
                    <a:pt x="0" y="22201"/>
                    <a:pt x="0" y="22201"/>
                  </a:cubicBezTo>
                  <a:lnTo>
                    <a:pt x="2654" y="25966"/>
                  </a:lnTo>
                  <a:cubicBezTo>
                    <a:pt x="11829" y="21909"/>
                    <a:pt x="13488" y="3731"/>
                    <a:pt x="13488" y="3731"/>
                  </a:cubicBezTo>
                  <a:lnTo>
                    <a:pt x="11023" y="2431"/>
                  </a:lnTo>
                  <a:lnTo>
                    <a:pt x="44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2"/>
            <p:cNvSpPr/>
            <p:nvPr/>
          </p:nvSpPr>
          <p:spPr>
            <a:xfrm flipH="1">
              <a:off x="4585480" y="4389905"/>
              <a:ext cx="84377" cy="151475"/>
            </a:xfrm>
            <a:custGeom>
              <a:avLst/>
              <a:gdLst/>
              <a:ahLst/>
              <a:cxnLst/>
              <a:rect l="l" t="t" r="r" b="b"/>
              <a:pathLst>
                <a:path w="5015" h="9003" extrusionOk="0">
                  <a:moveTo>
                    <a:pt x="1541" y="0"/>
                  </a:moveTo>
                  <a:cubicBezTo>
                    <a:pt x="1044" y="1233"/>
                    <a:pt x="496" y="2431"/>
                    <a:pt x="0" y="3442"/>
                  </a:cubicBezTo>
                  <a:lnTo>
                    <a:pt x="0" y="3647"/>
                  </a:lnTo>
                  <a:cubicBezTo>
                    <a:pt x="69" y="5119"/>
                    <a:pt x="496" y="6557"/>
                    <a:pt x="925" y="7977"/>
                  </a:cubicBezTo>
                  <a:cubicBezTo>
                    <a:pt x="1044" y="8337"/>
                    <a:pt x="1164" y="8730"/>
                    <a:pt x="1506" y="8901"/>
                  </a:cubicBezTo>
                  <a:cubicBezTo>
                    <a:pt x="1624" y="8972"/>
                    <a:pt x="1762" y="9003"/>
                    <a:pt x="1905" y="9003"/>
                  </a:cubicBezTo>
                  <a:cubicBezTo>
                    <a:pt x="2074" y="9003"/>
                    <a:pt x="2248" y="8959"/>
                    <a:pt x="2397" y="8885"/>
                  </a:cubicBezTo>
                  <a:cubicBezTo>
                    <a:pt x="2687" y="8730"/>
                    <a:pt x="2910" y="8508"/>
                    <a:pt x="3115" y="8268"/>
                  </a:cubicBezTo>
                  <a:cubicBezTo>
                    <a:pt x="3663" y="7600"/>
                    <a:pt x="4125" y="6881"/>
                    <a:pt x="4467" y="6112"/>
                  </a:cubicBezTo>
                  <a:cubicBezTo>
                    <a:pt x="4793" y="5427"/>
                    <a:pt x="5015" y="4690"/>
                    <a:pt x="4998" y="3937"/>
                  </a:cubicBezTo>
                  <a:cubicBezTo>
                    <a:pt x="4998" y="3184"/>
                    <a:pt x="4707" y="2397"/>
                    <a:pt x="4142" y="1918"/>
                  </a:cubicBezTo>
                  <a:cubicBezTo>
                    <a:pt x="3837" y="1666"/>
                    <a:pt x="3457" y="1547"/>
                    <a:pt x="3073" y="1547"/>
                  </a:cubicBezTo>
                  <a:cubicBezTo>
                    <a:pt x="2724" y="1547"/>
                    <a:pt x="2372" y="1645"/>
                    <a:pt x="2071" y="1833"/>
                  </a:cubicBezTo>
                  <a:cubicBezTo>
                    <a:pt x="2105" y="1199"/>
                    <a:pt x="1917" y="548"/>
                    <a:pt x="1541" y="0"/>
                  </a:cubicBezTo>
                  <a:close/>
                </a:path>
              </a:pathLst>
            </a:custGeom>
            <a:solidFill>
              <a:srgbClr val="000000">
                <a:alpha val="8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2"/>
            <p:cNvSpPr/>
            <p:nvPr/>
          </p:nvSpPr>
          <p:spPr>
            <a:xfrm flipH="1">
              <a:off x="4593310" y="4371716"/>
              <a:ext cx="191317" cy="189517"/>
            </a:xfrm>
            <a:custGeom>
              <a:avLst/>
              <a:gdLst/>
              <a:ahLst/>
              <a:cxnLst/>
              <a:rect l="l" t="t" r="r" b="b"/>
              <a:pathLst>
                <a:path w="11371" h="11264" extrusionOk="0">
                  <a:moveTo>
                    <a:pt x="4441" y="0"/>
                  </a:moveTo>
                  <a:cubicBezTo>
                    <a:pt x="4395" y="0"/>
                    <a:pt x="4349" y="12"/>
                    <a:pt x="4304" y="38"/>
                  </a:cubicBezTo>
                  <a:cubicBezTo>
                    <a:pt x="3330" y="602"/>
                    <a:pt x="5007" y="5652"/>
                    <a:pt x="5007" y="5652"/>
                  </a:cubicBezTo>
                  <a:cubicBezTo>
                    <a:pt x="5007" y="5652"/>
                    <a:pt x="3035" y="2184"/>
                    <a:pt x="2099" y="2184"/>
                  </a:cubicBezTo>
                  <a:cubicBezTo>
                    <a:pt x="2029" y="2184"/>
                    <a:pt x="1965" y="2204"/>
                    <a:pt x="1908" y="2245"/>
                  </a:cubicBezTo>
                  <a:cubicBezTo>
                    <a:pt x="1104" y="2827"/>
                    <a:pt x="3277" y="6850"/>
                    <a:pt x="3277" y="6850"/>
                  </a:cubicBezTo>
                  <a:cubicBezTo>
                    <a:pt x="3277" y="6850"/>
                    <a:pt x="1326" y="5525"/>
                    <a:pt x="557" y="5525"/>
                  </a:cubicBezTo>
                  <a:cubicBezTo>
                    <a:pt x="426" y="5525"/>
                    <a:pt x="330" y="5563"/>
                    <a:pt x="283" y="5652"/>
                  </a:cubicBezTo>
                  <a:cubicBezTo>
                    <a:pt x="0" y="6187"/>
                    <a:pt x="3606" y="11264"/>
                    <a:pt x="6957" y="11264"/>
                  </a:cubicBezTo>
                  <a:cubicBezTo>
                    <a:pt x="7471" y="11264"/>
                    <a:pt x="7978" y="11145"/>
                    <a:pt x="8464" y="10872"/>
                  </a:cubicBezTo>
                  <a:cubicBezTo>
                    <a:pt x="11371" y="9258"/>
                    <a:pt x="11053" y="3084"/>
                    <a:pt x="10093" y="3084"/>
                  </a:cubicBezTo>
                  <a:cubicBezTo>
                    <a:pt x="10087" y="3084"/>
                    <a:pt x="10080" y="3084"/>
                    <a:pt x="10073" y="3085"/>
                  </a:cubicBezTo>
                  <a:cubicBezTo>
                    <a:pt x="9081" y="3170"/>
                    <a:pt x="8823" y="6268"/>
                    <a:pt x="8823" y="6268"/>
                  </a:cubicBezTo>
                  <a:cubicBezTo>
                    <a:pt x="8823" y="6268"/>
                    <a:pt x="8103" y="51"/>
                    <a:pt x="7172" y="51"/>
                  </a:cubicBezTo>
                  <a:cubicBezTo>
                    <a:pt x="7140" y="51"/>
                    <a:pt x="7109" y="58"/>
                    <a:pt x="7077" y="72"/>
                  </a:cubicBezTo>
                  <a:cubicBezTo>
                    <a:pt x="6102" y="500"/>
                    <a:pt x="6855" y="5395"/>
                    <a:pt x="6855" y="5395"/>
                  </a:cubicBezTo>
                  <a:cubicBezTo>
                    <a:pt x="6855" y="5395"/>
                    <a:pt x="5421" y="0"/>
                    <a:pt x="44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 flipH="1">
              <a:off x="3618094" y="3523355"/>
              <a:ext cx="411842" cy="272447"/>
            </a:xfrm>
            <a:custGeom>
              <a:avLst/>
              <a:gdLst/>
              <a:ahLst/>
              <a:cxnLst/>
              <a:rect l="l" t="t" r="r" b="b"/>
              <a:pathLst>
                <a:path w="24478" h="16193" extrusionOk="0">
                  <a:moveTo>
                    <a:pt x="21020" y="0"/>
                  </a:moveTo>
                  <a:cubicBezTo>
                    <a:pt x="10572" y="7223"/>
                    <a:pt x="2190" y="7274"/>
                    <a:pt x="1957" y="7274"/>
                  </a:cubicBezTo>
                  <a:cubicBezTo>
                    <a:pt x="1954" y="7274"/>
                    <a:pt x="1952" y="7274"/>
                    <a:pt x="1952" y="7274"/>
                  </a:cubicBezTo>
                  <a:lnTo>
                    <a:pt x="1" y="10218"/>
                  </a:lnTo>
                  <a:lnTo>
                    <a:pt x="1832" y="16192"/>
                  </a:lnTo>
                  <a:cubicBezTo>
                    <a:pt x="13368" y="15918"/>
                    <a:pt x="24477" y="4450"/>
                    <a:pt x="24477" y="4450"/>
                  </a:cubicBezTo>
                  <a:lnTo>
                    <a:pt x="210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 flipH="1">
              <a:off x="4435147" y="3839844"/>
              <a:ext cx="195271" cy="344441"/>
            </a:xfrm>
            <a:custGeom>
              <a:avLst/>
              <a:gdLst/>
              <a:ahLst/>
              <a:cxnLst/>
              <a:rect l="l" t="t" r="r" b="b"/>
              <a:pathLst>
                <a:path w="11606" h="20472" extrusionOk="0">
                  <a:moveTo>
                    <a:pt x="5496" y="0"/>
                  </a:moveTo>
                  <a:cubicBezTo>
                    <a:pt x="5496" y="0"/>
                    <a:pt x="4314" y="977"/>
                    <a:pt x="3047" y="3115"/>
                  </a:cubicBezTo>
                  <a:cubicBezTo>
                    <a:pt x="1609" y="5546"/>
                    <a:pt x="69" y="9448"/>
                    <a:pt x="1" y="15097"/>
                  </a:cubicBezTo>
                  <a:lnTo>
                    <a:pt x="1" y="15286"/>
                  </a:lnTo>
                  <a:cubicBezTo>
                    <a:pt x="1" y="15902"/>
                    <a:pt x="18" y="16518"/>
                    <a:pt x="53" y="17169"/>
                  </a:cubicBezTo>
                  <a:cubicBezTo>
                    <a:pt x="53" y="17169"/>
                    <a:pt x="3971" y="20471"/>
                    <a:pt x="9654" y="20471"/>
                  </a:cubicBezTo>
                  <a:lnTo>
                    <a:pt x="9980" y="18554"/>
                  </a:lnTo>
                  <a:lnTo>
                    <a:pt x="10715" y="14104"/>
                  </a:lnTo>
                  <a:lnTo>
                    <a:pt x="11349" y="10407"/>
                  </a:lnTo>
                  <a:lnTo>
                    <a:pt x="11605" y="8816"/>
                  </a:lnTo>
                  <a:lnTo>
                    <a:pt x="54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 flipH="1">
              <a:off x="3936367" y="3662166"/>
              <a:ext cx="642782" cy="635009"/>
            </a:xfrm>
            <a:custGeom>
              <a:avLst/>
              <a:gdLst/>
              <a:ahLst/>
              <a:cxnLst/>
              <a:rect l="l" t="t" r="r" b="b"/>
              <a:pathLst>
                <a:path w="38204" h="37742" extrusionOk="0">
                  <a:moveTo>
                    <a:pt x="19462" y="0"/>
                  </a:moveTo>
                  <a:cubicBezTo>
                    <a:pt x="18246" y="359"/>
                    <a:pt x="17306" y="719"/>
                    <a:pt x="16655" y="975"/>
                  </a:cubicBezTo>
                  <a:cubicBezTo>
                    <a:pt x="16637" y="993"/>
                    <a:pt x="16603" y="1009"/>
                    <a:pt x="16569" y="1009"/>
                  </a:cubicBezTo>
                  <a:cubicBezTo>
                    <a:pt x="16347" y="1112"/>
                    <a:pt x="16124" y="1215"/>
                    <a:pt x="15918" y="1317"/>
                  </a:cubicBezTo>
                  <a:cubicBezTo>
                    <a:pt x="15765" y="1369"/>
                    <a:pt x="15697" y="1420"/>
                    <a:pt x="15697" y="1420"/>
                  </a:cubicBezTo>
                  <a:cubicBezTo>
                    <a:pt x="13437" y="2499"/>
                    <a:pt x="12495" y="3371"/>
                    <a:pt x="12495" y="3371"/>
                  </a:cubicBezTo>
                  <a:cubicBezTo>
                    <a:pt x="12427" y="3389"/>
                    <a:pt x="12376" y="3406"/>
                    <a:pt x="12308" y="3423"/>
                  </a:cubicBezTo>
                  <a:cubicBezTo>
                    <a:pt x="9003" y="4656"/>
                    <a:pt x="6214" y="6812"/>
                    <a:pt x="4142" y="8814"/>
                  </a:cubicBezTo>
                  <a:cubicBezTo>
                    <a:pt x="3510" y="9414"/>
                    <a:pt x="2944" y="10013"/>
                    <a:pt x="2449" y="10560"/>
                  </a:cubicBezTo>
                  <a:cubicBezTo>
                    <a:pt x="924" y="12255"/>
                    <a:pt x="69" y="13573"/>
                    <a:pt x="0" y="13675"/>
                  </a:cubicBezTo>
                  <a:lnTo>
                    <a:pt x="0" y="13693"/>
                  </a:lnTo>
                  <a:cubicBezTo>
                    <a:pt x="1695" y="16277"/>
                    <a:pt x="3389" y="18794"/>
                    <a:pt x="5084" y="21156"/>
                  </a:cubicBezTo>
                  <a:cubicBezTo>
                    <a:pt x="5957" y="22371"/>
                    <a:pt x="6813" y="23534"/>
                    <a:pt x="7668" y="24664"/>
                  </a:cubicBezTo>
                  <a:cubicBezTo>
                    <a:pt x="11828" y="30125"/>
                    <a:pt x="15936" y="34694"/>
                    <a:pt x="19821" y="37741"/>
                  </a:cubicBezTo>
                  <a:cubicBezTo>
                    <a:pt x="34593" y="36714"/>
                    <a:pt x="38204" y="22046"/>
                    <a:pt x="38204" y="22046"/>
                  </a:cubicBezTo>
                  <a:cubicBezTo>
                    <a:pt x="38187" y="22046"/>
                    <a:pt x="38153" y="22028"/>
                    <a:pt x="38135" y="22012"/>
                  </a:cubicBezTo>
                  <a:cubicBezTo>
                    <a:pt x="31683" y="17390"/>
                    <a:pt x="29869" y="12203"/>
                    <a:pt x="29390" y="10202"/>
                  </a:cubicBezTo>
                  <a:cubicBezTo>
                    <a:pt x="29253" y="9654"/>
                    <a:pt x="29219" y="9346"/>
                    <a:pt x="29219" y="9346"/>
                  </a:cubicBezTo>
                  <a:lnTo>
                    <a:pt x="194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2"/>
            <p:cNvSpPr/>
            <p:nvPr/>
          </p:nvSpPr>
          <p:spPr>
            <a:xfrm flipH="1">
              <a:off x="4480876" y="3813899"/>
              <a:ext cx="139176" cy="320920"/>
            </a:xfrm>
            <a:custGeom>
              <a:avLst/>
              <a:gdLst/>
              <a:ahLst/>
              <a:cxnLst/>
              <a:rect l="l" t="t" r="r" b="b"/>
              <a:pathLst>
                <a:path w="8272" h="19074" extrusionOk="0">
                  <a:moveTo>
                    <a:pt x="7671" y="0"/>
                  </a:moveTo>
                  <a:cubicBezTo>
                    <a:pt x="7577" y="0"/>
                    <a:pt x="7481" y="36"/>
                    <a:pt x="7395" y="122"/>
                  </a:cubicBezTo>
                  <a:cubicBezTo>
                    <a:pt x="2534" y="5052"/>
                    <a:pt x="1" y="11761"/>
                    <a:pt x="464" y="18676"/>
                  </a:cubicBezTo>
                  <a:cubicBezTo>
                    <a:pt x="481" y="18941"/>
                    <a:pt x="695" y="19074"/>
                    <a:pt x="900" y="19074"/>
                  </a:cubicBezTo>
                  <a:cubicBezTo>
                    <a:pt x="1105" y="19074"/>
                    <a:pt x="1302" y="18941"/>
                    <a:pt x="1285" y="18676"/>
                  </a:cubicBezTo>
                  <a:cubicBezTo>
                    <a:pt x="857" y="11967"/>
                    <a:pt x="3253" y="5479"/>
                    <a:pt x="7995" y="704"/>
                  </a:cubicBezTo>
                  <a:cubicBezTo>
                    <a:pt x="8272" y="414"/>
                    <a:pt x="7988" y="0"/>
                    <a:pt x="7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2"/>
            <p:cNvSpPr/>
            <p:nvPr/>
          </p:nvSpPr>
          <p:spPr>
            <a:xfrm flipH="1">
              <a:off x="4339524" y="3720029"/>
              <a:ext cx="169932" cy="151795"/>
            </a:xfrm>
            <a:custGeom>
              <a:avLst/>
              <a:gdLst/>
              <a:ahLst/>
              <a:cxnLst/>
              <a:rect l="l" t="t" r="r" b="b"/>
              <a:pathLst>
                <a:path w="10100" h="9022" extrusionOk="0">
                  <a:moveTo>
                    <a:pt x="8166" y="1"/>
                  </a:moveTo>
                  <a:cubicBezTo>
                    <a:pt x="4861" y="1217"/>
                    <a:pt x="2072" y="3356"/>
                    <a:pt x="0" y="5375"/>
                  </a:cubicBezTo>
                  <a:cubicBezTo>
                    <a:pt x="189" y="6899"/>
                    <a:pt x="1370" y="8269"/>
                    <a:pt x="2842" y="8764"/>
                  </a:cubicBezTo>
                  <a:cubicBezTo>
                    <a:pt x="3346" y="8939"/>
                    <a:pt x="3874" y="9022"/>
                    <a:pt x="4403" y="9022"/>
                  </a:cubicBezTo>
                  <a:cubicBezTo>
                    <a:pt x="5635" y="9022"/>
                    <a:pt x="6876" y="8577"/>
                    <a:pt x="7857" y="7824"/>
                  </a:cubicBezTo>
                  <a:cubicBezTo>
                    <a:pt x="9175" y="6813"/>
                    <a:pt x="10099" y="5222"/>
                    <a:pt x="10083" y="3561"/>
                  </a:cubicBezTo>
                  <a:cubicBezTo>
                    <a:pt x="10083" y="2158"/>
                    <a:pt x="9346" y="738"/>
                    <a:pt x="8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2"/>
            <p:cNvSpPr/>
            <p:nvPr/>
          </p:nvSpPr>
          <p:spPr>
            <a:xfrm flipH="1">
              <a:off x="3948434" y="3639098"/>
              <a:ext cx="366617" cy="200756"/>
            </a:xfrm>
            <a:custGeom>
              <a:avLst/>
              <a:gdLst/>
              <a:ahLst/>
              <a:cxnLst/>
              <a:rect l="l" t="t" r="r" b="b"/>
              <a:pathLst>
                <a:path w="21790" h="11932" extrusionOk="0">
                  <a:moveTo>
                    <a:pt x="13573" y="0"/>
                  </a:moveTo>
                  <a:cubicBezTo>
                    <a:pt x="9500" y="0"/>
                    <a:pt x="6135" y="680"/>
                    <a:pt x="3766" y="1371"/>
                  </a:cubicBezTo>
                  <a:cubicBezTo>
                    <a:pt x="2550" y="1730"/>
                    <a:pt x="1610" y="2090"/>
                    <a:pt x="959" y="2346"/>
                  </a:cubicBezTo>
                  <a:cubicBezTo>
                    <a:pt x="941" y="2364"/>
                    <a:pt x="907" y="2380"/>
                    <a:pt x="873" y="2380"/>
                  </a:cubicBezTo>
                  <a:cubicBezTo>
                    <a:pt x="583" y="2501"/>
                    <a:pt x="359" y="2604"/>
                    <a:pt x="222" y="2688"/>
                  </a:cubicBezTo>
                  <a:cubicBezTo>
                    <a:pt x="69" y="2740"/>
                    <a:pt x="1" y="2791"/>
                    <a:pt x="1" y="2791"/>
                  </a:cubicBezTo>
                  <a:lnTo>
                    <a:pt x="12085" y="11931"/>
                  </a:lnTo>
                  <a:lnTo>
                    <a:pt x="13694" y="11573"/>
                  </a:lnTo>
                  <a:lnTo>
                    <a:pt x="19582" y="10237"/>
                  </a:lnTo>
                  <a:lnTo>
                    <a:pt x="21156" y="9895"/>
                  </a:lnTo>
                  <a:cubicBezTo>
                    <a:pt x="21789" y="4092"/>
                    <a:pt x="18897" y="395"/>
                    <a:pt x="18897" y="395"/>
                  </a:cubicBezTo>
                  <a:cubicBezTo>
                    <a:pt x="18229" y="292"/>
                    <a:pt x="17578" y="224"/>
                    <a:pt x="16946" y="155"/>
                  </a:cubicBezTo>
                  <a:cubicBezTo>
                    <a:pt x="15775" y="48"/>
                    <a:pt x="14649" y="0"/>
                    <a:pt x="13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2"/>
            <p:cNvSpPr/>
            <p:nvPr/>
          </p:nvSpPr>
          <p:spPr>
            <a:xfrm flipH="1">
              <a:off x="3984039" y="3662873"/>
              <a:ext cx="395438" cy="91360"/>
            </a:xfrm>
            <a:custGeom>
              <a:avLst/>
              <a:gdLst/>
              <a:ahLst/>
              <a:cxnLst/>
              <a:rect l="l" t="t" r="r" b="b"/>
              <a:pathLst>
                <a:path w="23503" h="5430" extrusionOk="0">
                  <a:moveTo>
                    <a:pt x="17459" y="1"/>
                  </a:moveTo>
                  <a:cubicBezTo>
                    <a:pt x="11491" y="1"/>
                    <a:pt x="5620" y="1578"/>
                    <a:pt x="389" y="4664"/>
                  </a:cubicBezTo>
                  <a:cubicBezTo>
                    <a:pt x="0" y="4895"/>
                    <a:pt x="241" y="5429"/>
                    <a:pt x="593" y="5429"/>
                  </a:cubicBezTo>
                  <a:cubicBezTo>
                    <a:pt x="659" y="5429"/>
                    <a:pt x="729" y="5410"/>
                    <a:pt x="799" y="5367"/>
                  </a:cubicBezTo>
                  <a:cubicBezTo>
                    <a:pt x="5897" y="2371"/>
                    <a:pt x="11641" y="808"/>
                    <a:pt x="17480" y="808"/>
                  </a:cubicBezTo>
                  <a:cubicBezTo>
                    <a:pt x="19248" y="808"/>
                    <a:pt x="21024" y="951"/>
                    <a:pt x="22795" y="1241"/>
                  </a:cubicBezTo>
                  <a:cubicBezTo>
                    <a:pt x="22821" y="1246"/>
                    <a:pt x="22847" y="1248"/>
                    <a:pt x="22872" y="1248"/>
                  </a:cubicBezTo>
                  <a:cubicBezTo>
                    <a:pt x="23329" y="1248"/>
                    <a:pt x="23502" y="536"/>
                    <a:pt x="23000" y="454"/>
                  </a:cubicBezTo>
                  <a:cubicBezTo>
                    <a:pt x="21154" y="151"/>
                    <a:pt x="19302" y="1"/>
                    <a:pt x="174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 flipH="1">
              <a:off x="3553959" y="3423344"/>
              <a:ext cx="191738" cy="194245"/>
            </a:xfrm>
            <a:custGeom>
              <a:avLst/>
              <a:gdLst/>
              <a:ahLst/>
              <a:cxnLst/>
              <a:rect l="l" t="t" r="r" b="b"/>
              <a:pathLst>
                <a:path w="11396" h="11545" extrusionOk="0">
                  <a:moveTo>
                    <a:pt x="6160" y="0"/>
                  </a:moveTo>
                  <a:cubicBezTo>
                    <a:pt x="5173" y="0"/>
                    <a:pt x="4485" y="5670"/>
                    <a:pt x="4485" y="5670"/>
                  </a:cubicBezTo>
                  <a:cubicBezTo>
                    <a:pt x="4485" y="5670"/>
                    <a:pt x="4554" y="723"/>
                    <a:pt x="3527" y="433"/>
                  </a:cubicBezTo>
                  <a:cubicBezTo>
                    <a:pt x="3504" y="426"/>
                    <a:pt x="3481" y="422"/>
                    <a:pt x="3459" y="422"/>
                  </a:cubicBezTo>
                  <a:cubicBezTo>
                    <a:pt x="2507" y="422"/>
                    <a:pt x="2655" y="6800"/>
                    <a:pt x="2655" y="6800"/>
                  </a:cubicBezTo>
                  <a:cubicBezTo>
                    <a:pt x="2655" y="6800"/>
                    <a:pt x="1982" y="3821"/>
                    <a:pt x="1003" y="3821"/>
                  </a:cubicBezTo>
                  <a:cubicBezTo>
                    <a:pt x="994" y="3821"/>
                    <a:pt x="986" y="3821"/>
                    <a:pt x="977" y="3822"/>
                  </a:cubicBezTo>
                  <a:cubicBezTo>
                    <a:pt x="1" y="3890"/>
                    <a:pt x="514" y="10103"/>
                    <a:pt x="3647" y="11335"/>
                  </a:cubicBezTo>
                  <a:cubicBezTo>
                    <a:pt x="4018" y="11479"/>
                    <a:pt x="4387" y="11544"/>
                    <a:pt x="4753" y="11544"/>
                  </a:cubicBezTo>
                  <a:cubicBezTo>
                    <a:pt x="8259" y="11544"/>
                    <a:pt x="11396" y="5531"/>
                    <a:pt x="11024" y="5020"/>
                  </a:cubicBezTo>
                  <a:cubicBezTo>
                    <a:pt x="10977" y="4955"/>
                    <a:pt x="10903" y="4926"/>
                    <a:pt x="10811" y="4926"/>
                  </a:cubicBezTo>
                  <a:cubicBezTo>
                    <a:pt x="10097" y="4926"/>
                    <a:pt x="8235" y="6629"/>
                    <a:pt x="8235" y="6629"/>
                  </a:cubicBezTo>
                  <a:cubicBezTo>
                    <a:pt x="8235" y="6629"/>
                    <a:pt x="9826" y="2350"/>
                    <a:pt x="8936" y="1870"/>
                  </a:cubicBezTo>
                  <a:cubicBezTo>
                    <a:pt x="8888" y="1845"/>
                    <a:pt x="8839" y="1833"/>
                    <a:pt x="8788" y="1833"/>
                  </a:cubicBezTo>
                  <a:cubicBezTo>
                    <a:pt x="7869" y="1833"/>
                    <a:pt x="6334" y="5670"/>
                    <a:pt x="6334" y="5670"/>
                  </a:cubicBezTo>
                  <a:cubicBezTo>
                    <a:pt x="6334" y="5670"/>
                    <a:pt x="7310" y="449"/>
                    <a:pt x="6266" y="22"/>
                  </a:cubicBezTo>
                  <a:cubicBezTo>
                    <a:pt x="6230" y="7"/>
                    <a:pt x="6195" y="0"/>
                    <a:pt x="61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2"/>
            <p:cNvSpPr/>
            <p:nvPr/>
          </p:nvSpPr>
          <p:spPr>
            <a:xfrm flipH="1">
              <a:off x="4396256" y="3760360"/>
              <a:ext cx="87860" cy="90434"/>
            </a:xfrm>
            <a:custGeom>
              <a:avLst/>
              <a:gdLst/>
              <a:ahLst/>
              <a:cxnLst/>
              <a:rect l="l" t="t" r="r" b="b"/>
              <a:pathLst>
                <a:path w="5222" h="5375" extrusionOk="0">
                  <a:moveTo>
                    <a:pt x="1" y="0"/>
                  </a:moveTo>
                  <a:lnTo>
                    <a:pt x="172" y="2893"/>
                  </a:lnTo>
                  <a:cubicBezTo>
                    <a:pt x="224" y="3732"/>
                    <a:pt x="703" y="4485"/>
                    <a:pt x="1456" y="4861"/>
                  </a:cubicBezTo>
                  <a:cubicBezTo>
                    <a:pt x="2029" y="5134"/>
                    <a:pt x="2754" y="5374"/>
                    <a:pt x="3579" y="5374"/>
                  </a:cubicBezTo>
                  <a:cubicBezTo>
                    <a:pt x="3789" y="5374"/>
                    <a:pt x="4006" y="5359"/>
                    <a:pt x="4229" y="5324"/>
                  </a:cubicBezTo>
                  <a:cubicBezTo>
                    <a:pt x="4434" y="5290"/>
                    <a:pt x="4606" y="5204"/>
                    <a:pt x="4743" y="5101"/>
                  </a:cubicBezTo>
                  <a:cubicBezTo>
                    <a:pt x="5051" y="4861"/>
                    <a:pt x="5222" y="4485"/>
                    <a:pt x="5188" y="4074"/>
                  </a:cubicBezTo>
                  <a:lnTo>
                    <a:pt x="4930" y="1438"/>
                  </a:lnTo>
                  <a:lnTo>
                    <a:pt x="2294" y="411"/>
                  </a:lnTo>
                  <a:lnTo>
                    <a:pt x="1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 flipH="1">
              <a:off x="4396255" y="3767258"/>
              <a:ext cx="60486" cy="78926"/>
            </a:xfrm>
            <a:custGeom>
              <a:avLst/>
              <a:gdLst/>
              <a:ahLst/>
              <a:cxnLst/>
              <a:rect l="l" t="t" r="r" b="b"/>
              <a:pathLst>
                <a:path w="3595" h="4691" extrusionOk="0">
                  <a:moveTo>
                    <a:pt x="667" y="1"/>
                  </a:moveTo>
                  <a:cubicBezTo>
                    <a:pt x="633" y="19"/>
                    <a:pt x="582" y="53"/>
                    <a:pt x="548" y="87"/>
                  </a:cubicBezTo>
                  <a:cubicBezTo>
                    <a:pt x="172" y="378"/>
                    <a:pt x="0" y="875"/>
                    <a:pt x="0" y="1336"/>
                  </a:cubicBezTo>
                  <a:cubicBezTo>
                    <a:pt x="0" y="1815"/>
                    <a:pt x="188" y="2260"/>
                    <a:pt x="411" y="2671"/>
                  </a:cubicBezTo>
                  <a:cubicBezTo>
                    <a:pt x="770" y="3287"/>
                    <a:pt x="1267" y="3819"/>
                    <a:pt x="1883" y="4212"/>
                  </a:cubicBezTo>
                  <a:cubicBezTo>
                    <a:pt x="2242" y="4451"/>
                    <a:pt x="2671" y="4657"/>
                    <a:pt x="3116" y="4691"/>
                  </a:cubicBezTo>
                  <a:cubicBezTo>
                    <a:pt x="3424" y="4451"/>
                    <a:pt x="3595" y="4075"/>
                    <a:pt x="3561" y="3664"/>
                  </a:cubicBezTo>
                  <a:lnTo>
                    <a:pt x="3303" y="1028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000000">
                <a:alpha val="8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2"/>
            <p:cNvSpPr/>
            <p:nvPr/>
          </p:nvSpPr>
          <p:spPr>
            <a:xfrm flipH="1">
              <a:off x="4319084" y="3565099"/>
              <a:ext cx="248556" cy="219415"/>
            </a:xfrm>
            <a:custGeom>
              <a:avLst/>
              <a:gdLst/>
              <a:ahLst/>
              <a:cxnLst/>
              <a:rect l="l" t="t" r="r" b="b"/>
              <a:pathLst>
                <a:path w="14773" h="13041" extrusionOk="0">
                  <a:moveTo>
                    <a:pt x="10100" y="0"/>
                  </a:moveTo>
                  <a:cubicBezTo>
                    <a:pt x="9654" y="18"/>
                    <a:pt x="9209" y="171"/>
                    <a:pt x="8799" y="326"/>
                  </a:cubicBezTo>
                  <a:cubicBezTo>
                    <a:pt x="7019" y="977"/>
                    <a:pt x="5941" y="1216"/>
                    <a:pt x="4366" y="2277"/>
                  </a:cubicBezTo>
                  <a:cubicBezTo>
                    <a:pt x="3408" y="2910"/>
                    <a:pt x="2346" y="3834"/>
                    <a:pt x="2175" y="4964"/>
                  </a:cubicBezTo>
                  <a:cubicBezTo>
                    <a:pt x="1" y="7070"/>
                    <a:pt x="2997" y="11331"/>
                    <a:pt x="4161" y="12479"/>
                  </a:cubicBezTo>
                  <a:cubicBezTo>
                    <a:pt x="4602" y="12907"/>
                    <a:pt x="5086" y="13040"/>
                    <a:pt x="5515" y="13040"/>
                  </a:cubicBezTo>
                  <a:cubicBezTo>
                    <a:pt x="6219" y="13040"/>
                    <a:pt x="6779" y="12684"/>
                    <a:pt x="6779" y="12684"/>
                  </a:cubicBezTo>
                  <a:lnTo>
                    <a:pt x="11400" y="7857"/>
                  </a:lnTo>
                  <a:lnTo>
                    <a:pt x="12804" y="5751"/>
                  </a:lnTo>
                  <a:cubicBezTo>
                    <a:pt x="13797" y="4998"/>
                    <a:pt x="14773" y="2586"/>
                    <a:pt x="14173" y="1695"/>
                  </a:cubicBezTo>
                  <a:cubicBezTo>
                    <a:pt x="13977" y="1395"/>
                    <a:pt x="13596" y="1295"/>
                    <a:pt x="13179" y="1295"/>
                  </a:cubicBezTo>
                  <a:cubicBezTo>
                    <a:pt x="12361" y="1295"/>
                    <a:pt x="11400" y="1678"/>
                    <a:pt x="11400" y="1678"/>
                  </a:cubicBezTo>
                  <a:cubicBezTo>
                    <a:pt x="11674" y="1335"/>
                    <a:pt x="11606" y="788"/>
                    <a:pt x="11298" y="463"/>
                  </a:cubicBezTo>
                  <a:cubicBezTo>
                    <a:pt x="11007" y="137"/>
                    <a:pt x="10528" y="0"/>
                    <a:pt x="10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 flipH="1">
              <a:off x="4333466" y="3661005"/>
              <a:ext cx="164750" cy="167779"/>
            </a:xfrm>
            <a:custGeom>
              <a:avLst/>
              <a:gdLst/>
              <a:ahLst/>
              <a:cxnLst/>
              <a:rect l="l" t="t" r="r" b="b"/>
              <a:pathLst>
                <a:path w="9792" h="9972" extrusionOk="0">
                  <a:moveTo>
                    <a:pt x="6984" y="1"/>
                  </a:moveTo>
                  <a:cubicBezTo>
                    <a:pt x="5918" y="944"/>
                    <a:pt x="4501" y="1472"/>
                    <a:pt x="3093" y="1472"/>
                  </a:cubicBezTo>
                  <a:cubicBezTo>
                    <a:pt x="2739" y="1472"/>
                    <a:pt x="2385" y="1439"/>
                    <a:pt x="2037" y="1370"/>
                  </a:cubicBezTo>
                  <a:cubicBezTo>
                    <a:pt x="1781" y="1558"/>
                    <a:pt x="1626" y="1883"/>
                    <a:pt x="1592" y="2208"/>
                  </a:cubicBezTo>
                  <a:cubicBezTo>
                    <a:pt x="1541" y="2516"/>
                    <a:pt x="1592" y="2858"/>
                    <a:pt x="1797" y="3098"/>
                  </a:cubicBezTo>
                  <a:cubicBezTo>
                    <a:pt x="2020" y="3355"/>
                    <a:pt x="2260" y="3629"/>
                    <a:pt x="2397" y="3954"/>
                  </a:cubicBezTo>
                  <a:cubicBezTo>
                    <a:pt x="2516" y="4246"/>
                    <a:pt x="2500" y="4741"/>
                    <a:pt x="2363" y="5033"/>
                  </a:cubicBezTo>
                  <a:lnTo>
                    <a:pt x="2363" y="5049"/>
                  </a:lnTo>
                  <a:cubicBezTo>
                    <a:pt x="2300" y="5191"/>
                    <a:pt x="2161" y="5264"/>
                    <a:pt x="2019" y="5264"/>
                  </a:cubicBezTo>
                  <a:cubicBezTo>
                    <a:pt x="1887" y="5264"/>
                    <a:pt x="1752" y="5200"/>
                    <a:pt x="1678" y="5067"/>
                  </a:cubicBezTo>
                  <a:cubicBezTo>
                    <a:pt x="1541" y="4844"/>
                    <a:pt x="1404" y="4622"/>
                    <a:pt x="1199" y="4536"/>
                  </a:cubicBezTo>
                  <a:cubicBezTo>
                    <a:pt x="1079" y="4489"/>
                    <a:pt x="945" y="4464"/>
                    <a:pt x="813" y="4464"/>
                  </a:cubicBezTo>
                  <a:cubicBezTo>
                    <a:pt x="606" y="4464"/>
                    <a:pt x="403" y="4527"/>
                    <a:pt x="257" y="4673"/>
                  </a:cubicBezTo>
                  <a:cubicBezTo>
                    <a:pt x="69" y="4878"/>
                    <a:pt x="1" y="5186"/>
                    <a:pt x="35" y="5460"/>
                  </a:cubicBezTo>
                  <a:cubicBezTo>
                    <a:pt x="85" y="5905"/>
                    <a:pt x="359" y="6300"/>
                    <a:pt x="719" y="6539"/>
                  </a:cubicBezTo>
                  <a:cubicBezTo>
                    <a:pt x="973" y="6688"/>
                    <a:pt x="1295" y="6776"/>
                    <a:pt x="1604" y="6776"/>
                  </a:cubicBezTo>
                  <a:cubicBezTo>
                    <a:pt x="1755" y="6776"/>
                    <a:pt x="1902" y="6755"/>
                    <a:pt x="2037" y="6710"/>
                  </a:cubicBezTo>
                  <a:lnTo>
                    <a:pt x="3509" y="8644"/>
                  </a:lnTo>
                  <a:cubicBezTo>
                    <a:pt x="4173" y="9504"/>
                    <a:pt x="5175" y="9972"/>
                    <a:pt x="6202" y="9972"/>
                  </a:cubicBezTo>
                  <a:cubicBezTo>
                    <a:pt x="6709" y="9972"/>
                    <a:pt x="7222" y="9858"/>
                    <a:pt x="7703" y="9620"/>
                  </a:cubicBezTo>
                  <a:cubicBezTo>
                    <a:pt x="9038" y="8970"/>
                    <a:pt x="9791" y="7532"/>
                    <a:pt x="9568" y="6060"/>
                  </a:cubicBezTo>
                  <a:lnTo>
                    <a:pt x="8678" y="51"/>
                  </a:lnTo>
                  <a:cubicBezTo>
                    <a:pt x="8422" y="163"/>
                    <a:pt x="8147" y="219"/>
                    <a:pt x="7875" y="219"/>
                  </a:cubicBezTo>
                  <a:cubicBezTo>
                    <a:pt x="7565" y="219"/>
                    <a:pt x="7258" y="147"/>
                    <a:pt x="6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2"/>
            <p:cNvSpPr/>
            <p:nvPr/>
          </p:nvSpPr>
          <p:spPr>
            <a:xfrm flipH="1">
              <a:off x="3948419" y="3641706"/>
              <a:ext cx="81517" cy="169646"/>
            </a:xfrm>
            <a:custGeom>
              <a:avLst/>
              <a:gdLst/>
              <a:ahLst/>
              <a:cxnLst/>
              <a:rect l="l" t="t" r="r" b="b"/>
              <a:pathLst>
                <a:path w="4845" h="10083" extrusionOk="0">
                  <a:moveTo>
                    <a:pt x="1" y="0"/>
                  </a:moveTo>
                  <a:lnTo>
                    <a:pt x="1" y="0"/>
                  </a:lnTo>
                  <a:cubicBezTo>
                    <a:pt x="1044" y="1404"/>
                    <a:pt x="2534" y="4382"/>
                    <a:pt x="2637" y="10082"/>
                  </a:cubicBezTo>
                  <a:lnTo>
                    <a:pt x="4211" y="9740"/>
                  </a:lnTo>
                  <a:cubicBezTo>
                    <a:pt x="4844" y="3937"/>
                    <a:pt x="1952" y="240"/>
                    <a:pt x="1952" y="240"/>
                  </a:cubicBezTo>
                  <a:cubicBezTo>
                    <a:pt x="1284" y="137"/>
                    <a:pt x="633" y="69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2"/>
            <p:cNvSpPr/>
            <p:nvPr/>
          </p:nvSpPr>
          <p:spPr>
            <a:xfrm flipH="1">
              <a:off x="4462487" y="4093842"/>
              <a:ext cx="167930" cy="90451"/>
            </a:xfrm>
            <a:custGeom>
              <a:avLst/>
              <a:gdLst/>
              <a:ahLst/>
              <a:cxnLst/>
              <a:rect l="l" t="t" r="r" b="b"/>
              <a:pathLst>
                <a:path w="9981" h="5376" extrusionOk="0">
                  <a:moveTo>
                    <a:pt x="1" y="1"/>
                  </a:moveTo>
                  <a:cubicBezTo>
                    <a:pt x="1" y="669"/>
                    <a:pt x="18" y="1354"/>
                    <a:pt x="53" y="2073"/>
                  </a:cubicBezTo>
                  <a:cubicBezTo>
                    <a:pt x="53" y="2073"/>
                    <a:pt x="3971" y="5375"/>
                    <a:pt x="9654" y="5375"/>
                  </a:cubicBezTo>
                  <a:lnTo>
                    <a:pt x="9980" y="3458"/>
                  </a:lnTo>
                  <a:cubicBezTo>
                    <a:pt x="5101" y="3237"/>
                    <a:pt x="1525" y="108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2"/>
            <p:cNvSpPr/>
            <p:nvPr/>
          </p:nvSpPr>
          <p:spPr>
            <a:xfrm flipH="1">
              <a:off x="3005813" y="4238138"/>
              <a:ext cx="339562" cy="191166"/>
            </a:xfrm>
            <a:custGeom>
              <a:avLst/>
              <a:gdLst/>
              <a:ahLst/>
              <a:cxnLst/>
              <a:rect l="l" t="t" r="r" b="b"/>
              <a:pathLst>
                <a:path w="20182" h="11362" extrusionOk="0">
                  <a:moveTo>
                    <a:pt x="737" y="1"/>
                  </a:moveTo>
                  <a:cubicBezTo>
                    <a:pt x="1" y="3132"/>
                    <a:pt x="53" y="6042"/>
                    <a:pt x="361" y="8370"/>
                  </a:cubicBezTo>
                  <a:cubicBezTo>
                    <a:pt x="1869" y="9799"/>
                    <a:pt x="4599" y="11361"/>
                    <a:pt x="8553" y="11361"/>
                  </a:cubicBezTo>
                  <a:cubicBezTo>
                    <a:pt x="8862" y="11361"/>
                    <a:pt x="9178" y="11352"/>
                    <a:pt x="9501" y="11332"/>
                  </a:cubicBezTo>
                  <a:cubicBezTo>
                    <a:pt x="11834" y="11185"/>
                    <a:pt x="13700" y="10773"/>
                    <a:pt x="16034" y="10773"/>
                  </a:cubicBezTo>
                  <a:cubicBezTo>
                    <a:pt x="16953" y="10773"/>
                    <a:pt x="17946" y="10837"/>
                    <a:pt x="19068" y="11006"/>
                  </a:cubicBezTo>
                  <a:cubicBezTo>
                    <a:pt x="20182" y="8422"/>
                    <a:pt x="19958" y="7258"/>
                    <a:pt x="19958" y="7258"/>
                  </a:cubicBezTo>
                  <a:cubicBezTo>
                    <a:pt x="13865" y="4844"/>
                    <a:pt x="7036" y="2294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 flipH="1">
              <a:off x="3303010" y="4238138"/>
              <a:ext cx="42365" cy="163589"/>
            </a:xfrm>
            <a:custGeom>
              <a:avLst/>
              <a:gdLst/>
              <a:ahLst/>
              <a:cxnLst/>
              <a:rect l="l" t="t" r="r" b="b"/>
              <a:pathLst>
                <a:path w="2518" h="9723" extrusionOk="0">
                  <a:moveTo>
                    <a:pt x="737" y="1"/>
                  </a:moveTo>
                  <a:cubicBezTo>
                    <a:pt x="1" y="3132"/>
                    <a:pt x="53" y="6042"/>
                    <a:pt x="361" y="8370"/>
                  </a:cubicBezTo>
                  <a:cubicBezTo>
                    <a:pt x="840" y="8833"/>
                    <a:pt x="1438" y="9294"/>
                    <a:pt x="2175" y="9723"/>
                  </a:cubicBezTo>
                  <a:cubicBezTo>
                    <a:pt x="1799" y="7275"/>
                    <a:pt x="1678" y="4075"/>
                    <a:pt x="2517" y="651"/>
                  </a:cubicBezTo>
                  <a:cubicBezTo>
                    <a:pt x="1918" y="428"/>
                    <a:pt x="1319" y="223"/>
                    <a:pt x="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 flipH="1">
              <a:off x="4099918" y="3844168"/>
              <a:ext cx="72852" cy="72869"/>
            </a:xfrm>
            <a:custGeom>
              <a:avLst/>
              <a:gdLst/>
              <a:ahLst/>
              <a:cxnLst/>
              <a:rect l="l" t="t" r="r" b="b"/>
              <a:pathLst>
                <a:path w="4330" h="4331" extrusionOk="0">
                  <a:moveTo>
                    <a:pt x="2173" y="1"/>
                  </a:moveTo>
                  <a:cubicBezTo>
                    <a:pt x="975" y="1"/>
                    <a:pt x="0" y="976"/>
                    <a:pt x="0" y="2174"/>
                  </a:cubicBezTo>
                  <a:cubicBezTo>
                    <a:pt x="0" y="3355"/>
                    <a:pt x="975" y="4330"/>
                    <a:pt x="2173" y="4330"/>
                  </a:cubicBezTo>
                  <a:cubicBezTo>
                    <a:pt x="3371" y="4330"/>
                    <a:pt x="4330" y="3355"/>
                    <a:pt x="4330" y="2174"/>
                  </a:cubicBezTo>
                  <a:cubicBezTo>
                    <a:pt x="4330" y="976"/>
                    <a:pt x="3371" y="1"/>
                    <a:pt x="2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 flipH="1">
              <a:off x="4396254" y="3710674"/>
              <a:ext cx="35719" cy="13410"/>
            </a:xfrm>
            <a:custGeom>
              <a:avLst/>
              <a:gdLst/>
              <a:ahLst/>
              <a:cxnLst/>
              <a:rect l="l" t="t" r="r" b="b"/>
              <a:pathLst>
                <a:path w="2123" h="797" extrusionOk="0">
                  <a:moveTo>
                    <a:pt x="1422" y="1"/>
                  </a:moveTo>
                  <a:cubicBezTo>
                    <a:pt x="946" y="1"/>
                    <a:pt x="421" y="96"/>
                    <a:pt x="103" y="472"/>
                  </a:cubicBezTo>
                  <a:cubicBezTo>
                    <a:pt x="0" y="591"/>
                    <a:pt x="69" y="796"/>
                    <a:pt x="240" y="796"/>
                  </a:cubicBezTo>
                  <a:cubicBezTo>
                    <a:pt x="665" y="796"/>
                    <a:pt x="1054" y="684"/>
                    <a:pt x="1469" y="684"/>
                  </a:cubicBezTo>
                  <a:cubicBezTo>
                    <a:pt x="1538" y="684"/>
                    <a:pt x="1607" y="687"/>
                    <a:pt x="1678" y="694"/>
                  </a:cubicBezTo>
                  <a:cubicBezTo>
                    <a:pt x="1694" y="696"/>
                    <a:pt x="1709" y="697"/>
                    <a:pt x="1724" y="697"/>
                  </a:cubicBezTo>
                  <a:cubicBezTo>
                    <a:pt x="2122" y="697"/>
                    <a:pt x="2107" y="42"/>
                    <a:pt x="1678" y="9"/>
                  </a:cubicBezTo>
                  <a:cubicBezTo>
                    <a:pt x="1595" y="4"/>
                    <a:pt x="1509" y="1"/>
                    <a:pt x="1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2"/>
            <p:cNvSpPr/>
            <p:nvPr/>
          </p:nvSpPr>
          <p:spPr>
            <a:xfrm flipH="1">
              <a:off x="4402058" y="3727264"/>
              <a:ext cx="15984" cy="12854"/>
            </a:xfrm>
            <a:custGeom>
              <a:avLst/>
              <a:gdLst/>
              <a:ahLst/>
              <a:cxnLst/>
              <a:rect l="l" t="t" r="r" b="b"/>
              <a:pathLst>
                <a:path w="950" h="764" extrusionOk="0">
                  <a:moveTo>
                    <a:pt x="525" y="0"/>
                  </a:moveTo>
                  <a:cubicBezTo>
                    <a:pt x="437" y="0"/>
                    <a:pt x="346" y="36"/>
                    <a:pt x="268" y="119"/>
                  </a:cubicBezTo>
                  <a:cubicBezTo>
                    <a:pt x="1" y="369"/>
                    <a:pt x="223" y="763"/>
                    <a:pt x="537" y="763"/>
                  </a:cubicBezTo>
                  <a:cubicBezTo>
                    <a:pt x="566" y="763"/>
                    <a:pt x="596" y="760"/>
                    <a:pt x="627" y="753"/>
                  </a:cubicBezTo>
                  <a:lnTo>
                    <a:pt x="661" y="753"/>
                  </a:lnTo>
                  <a:cubicBezTo>
                    <a:pt x="763" y="735"/>
                    <a:pt x="866" y="616"/>
                    <a:pt x="900" y="513"/>
                  </a:cubicBezTo>
                  <a:lnTo>
                    <a:pt x="900" y="479"/>
                  </a:lnTo>
                  <a:cubicBezTo>
                    <a:pt x="949" y="222"/>
                    <a:pt x="745" y="0"/>
                    <a:pt x="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 flipH="1">
              <a:off x="4344127" y="3695733"/>
              <a:ext cx="34912" cy="19769"/>
            </a:xfrm>
            <a:custGeom>
              <a:avLst/>
              <a:gdLst/>
              <a:ahLst/>
              <a:cxnLst/>
              <a:rect l="l" t="t" r="r" b="b"/>
              <a:pathLst>
                <a:path w="2075" h="1175" extrusionOk="0">
                  <a:moveTo>
                    <a:pt x="1551" y="1"/>
                  </a:moveTo>
                  <a:cubicBezTo>
                    <a:pt x="1098" y="1"/>
                    <a:pt x="645" y="255"/>
                    <a:pt x="294" y="521"/>
                  </a:cubicBezTo>
                  <a:cubicBezTo>
                    <a:pt x="1" y="744"/>
                    <a:pt x="210" y="1174"/>
                    <a:pt x="483" y="1174"/>
                  </a:cubicBezTo>
                  <a:cubicBezTo>
                    <a:pt x="544" y="1174"/>
                    <a:pt x="608" y="1153"/>
                    <a:pt x="671" y="1103"/>
                  </a:cubicBezTo>
                  <a:cubicBezTo>
                    <a:pt x="1047" y="778"/>
                    <a:pt x="1510" y="658"/>
                    <a:pt x="1921" y="384"/>
                  </a:cubicBezTo>
                  <a:cubicBezTo>
                    <a:pt x="2074" y="299"/>
                    <a:pt x="2006" y="76"/>
                    <a:pt x="1852" y="41"/>
                  </a:cubicBezTo>
                  <a:cubicBezTo>
                    <a:pt x="1753" y="13"/>
                    <a:pt x="1652" y="1"/>
                    <a:pt x="1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 flipH="1">
              <a:off x="4349023" y="3714157"/>
              <a:ext cx="16404" cy="13224"/>
            </a:xfrm>
            <a:custGeom>
              <a:avLst/>
              <a:gdLst/>
              <a:ahLst/>
              <a:cxnLst/>
              <a:rect l="l" t="t" r="r" b="b"/>
              <a:pathLst>
                <a:path w="975" h="786" extrusionOk="0">
                  <a:moveTo>
                    <a:pt x="506" y="1"/>
                  </a:moveTo>
                  <a:cubicBezTo>
                    <a:pt x="163" y="1"/>
                    <a:pt x="0" y="435"/>
                    <a:pt x="256" y="676"/>
                  </a:cubicBezTo>
                  <a:cubicBezTo>
                    <a:pt x="256" y="692"/>
                    <a:pt x="272" y="692"/>
                    <a:pt x="272" y="692"/>
                  </a:cubicBezTo>
                  <a:cubicBezTo>
                    <a:pt x="331" y="751"/>
                    <a:pt x="413" y="785"/>
                    <a:pt x="491" y="785"/>
                  </a:cubicBezTo>
                  <a:cubicBezTo>
                    <a:pt x="529" y="785"/>
                    <a:pt x="565" y="777"/>
                    <a:pt x="598" y="761"/>
                  </a:cubicBezTo>
                  <a:lnTo>
                    <a:pt x="633" y="761"/>
                  </a:lnTo>
                  <a:cubicBezTo>
                    <a:pt x="975" y="607"/>
                    <a:pt x="975" y="94"/>
                    <a:pt x="581" y="8"/>
                  </a:cubicBezTo>
                  <a:cubicBezTo>
                    <a:pt x="555" y="3"/>
                    <a:pt x="530" y="1"/>
                    <a:pt x="5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 flipH="1">
              <a:off x="4348434" y="3730410"/>
              <a:ext cx="32270" cy="36864"/>
            </a:xfrm>
            <a:custGeom>
              <a:avLst/>
              <a:gdLst/>
              <a:ahLst/>
              <a:cxnLst/>
              <a:rect l="l" t="t" r="r" b="b"/>
              <a:pathLst>
                <a:path w="1918" h="2191" extrusionOk="0">
                  <a:moveTo>
                    <a:pt x="0" y="0"/>
                  </a:moveTo>
                  <a:lnTo>
                    <a:pt x="564" y="2191"/>
                  </a:lnTo>
                  <a:cubicBezTo>
                    <a:pt x="564" y="2191"/>
                    <a:pt x="1232" y="2157"/>
                    <a:pt x="1575" y="1780"/>
                  </a:cubicBezTo>
                  <a:cubicBezTo>
                    <a:pt x="1917" y="140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8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 flipH="1">
              <a:off x="4366590" y="3779945"/>
              <a:ext cx="47245" cy="17363"/>
            </a:xfrm>
            <a:custGeom>
              <a:avLst/>
              <a:gdLst/>
              <a:ahLst/>
              <a:cxnLst/>
              <a:rect l="l" t="t" r="r" b="b"/>
              <a:pathLst>
                <a:path w="2808" h="1032" extrusionOk="0">
                  <a:moveTo>
                    <a:pt x="0" y="0"/>
                  </a:moveTo>
                  <a:lnTo>
                    <a:pt x="0" y="0"/>
                  </a:lnTo>
                  <a:cubicBezTo>
                    <a:pt x="326" y="429"/>
                    <a:pt x="771" y="805"/>
                    <a:pt x="1284" y="959"/>
                  </a:cubicBezTo>
                  <a:cubicBezTo>
                    <a:pt x="1444" y="1007"/>
                    <a:pt x="1614" y="1032"/>
                    <a:pt x="1784" y="1032"/>
                  </a:cubicBezTo>
                  <a:cubicBezTo>
                    <a:pt x="2160" y="1032"/>
                    <a:pt x="2536" y="910"/>
                    <a:pt x="2807" y="650"/>
                  </a:cubicBezTo>
                  <a:cubicBezTo>
                    <a:pt x="1849" y="582"/>
                    <a:pt x="908" y="3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2"/>
            <p:cNvSpPr/>
            <p:nvPr/>
          </p:nvSpPr>
          <p:spPr>
            <a:xfrm flipH="1">
              <a:off x="2633725" y="4237697"/>
              <a:ext cx="204205" cy="204491"/>
            </a:xfrm>
            <a:custGeom>
              <a:avLst/>
              <a:gdLst/>
              <a:ahLst/>
              <a:cxnLst/>
              <a:rect l="l" t="t" r="r" b="b"/>
              <a:pathLst>
                <a:path w="12137" h="12154" extrusionOk="0">
                  <a:moveTo>
                    <a:pt x="6059" y="1"/>
                  </a:moveTo>
                  <a:cubicBezTo>
                    <a:pt x="5272" y="1"/>
                    <a:pt x="4503" y="154"/>
                    <a:pt x="3800" y="446"/>
                  </a:cubicBezTo>
                  <a:cubicBezTo>
                    <a:pt x="2979" y="770"/>
                    <a:pt x="2243" y="1284"/>
                    <a:pt x="1643" y="1934"/>
                  </a:cubicBezTo>
                  <a:cubicBezTo>
                    <a:pt x="616" y="3013"/>
                    <a:pt x="0" y="4468"/>
                    <a:pt x="0" y="6077"/>
                  </a:cubicBezTo>
                  <a:lnTo>
                    <a:pt x="0" y="6385"/>
                  </a:lnTo>
                  <a:lnTo>
                    <a:pt x="0" y="6402"/>
                  </a:lnTo>
                  <a:cubicBezTo>
                    <a:pt x="52" y="7327"/>
                    <a:pt x="308" y="8183"/>
                    <a:pt x="719" y="8952"/>
                  </a:cubicBezTo>
                  <a:cubicBezTo>
                    <a:pt x="1490" y="10390"/>
                    <a:pt x="2825" y="11485"/>
                    <a:pt x="4416" y="11930"/>
                  </a:cubicBezTo>
                  <a:cubicBezTo>
                    <a:pt x="4948" y="12067"/>
                    <a:pt x="5495" y="12154"/>
                    <a:pt x="6059" y="12154"/>
                  </a:cubicBezTo>
                  <a:cubicBezTo>
                    <a:pt x="6470" y="12154"/>
                    <a:pt x="6865" y="12119"/>
                    <a:pt x="7258" y="12033"/>
                  </a:cubicBezTo>
                  <a:cubicBezTo>
                    <a:pt x="8867" y="11725"/>
                    <a:pt x="10270" y="10750"/>
                    <a:pt x="11144" y="9415"/>
                  </a:cubicBezTo>
                  <a:cubicBezTo>
                    <a:pt x="11674" y="8628"/>
                    <a:pt x="12000" y="7703"/>
                    <a:pt x="12102" y="6711"/>
                  </a:cubicBezTo>
                  <a:cubicBezTo>
                    <a:pt x="12136" y="6505"/>
                    <a:pt x="12136" y="6300"/>
                    <a:pt x="12136" y="6077"/>
                  </a:cubicBezTo>
                  <a:cubicBezTo>
                    <a:pt x="12136" y="4605"/>
                    <a:pt x="11623" y="3253"/>
                    <a:pt x="10749" y="2208"/>
                  </a:cubicBezTo>
                  <a:cubicBezTo>
                    <a:pt x="10151" y="1507"/>
                    <a:pt x="9414" y="925"/>
                    <a:pt x="8576" y="549"/>
                  </a:cubicBezTo>
                  <a:cubicBezTo>
                    <a:pt x="7823" y="206"/>
                    <a:pt x="6967" y="1"/>
                    <a:pt x="6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2"/>
            <p:cNvSpPr/>
            <p:nvPr/>
          </p:nvSpPr>
          <p:spPr>
            <a:xfrm flipH="1">
              <a:off x="2633725" y="4237697"/>
              <a:ext cx="204205" cy="202472"/>
            </a:xfrm>
            <a:custGeom>
              <a:avLst/>
              <a:gdLst/>
              <a:ahLst/>
              <a:cxnLst/>
              <a:rect l="l" t="t" r="r" b="b"/>
              <a:pathLst>
                <a:path w="12137" h="12034" extrusionOk="0">
                  <a:moveTo>
                    <a:pt x="6059" y="1"/>
                  </a:moveTo>
                  <a:cubicBezTo>
                    <a:pt x="5272" y="1"/>
                    <a:pt x="4503" y="154"/>
                    <a:pt x="3800" y="446"/>
                  </a:cubicBezTo>
                  <a:lnTo>
                    <a:pt x="3766" y="583"/>
                  </a:lnTo>
                  <a:lnTo>
                    <a:pt x="6077" y="2260"/>
                  </a:lnTo>
                  <a:lnTo>
                    <a:pt x="6025" y="3390"/>
                  </a:lnTo>
                  <a:lnTo>
                    <a:pt x="3715" y="5050"/>
                  </a:lnTo>
                  <a:lnTo>
                    <a:pt x="2517" y="4639"/>
                  </a:lnTo>
                  <a:lnTo>
                    <a:pt x="1643" y="1934"/>
                  </a:lnTo>
                  <a:cubicBezTo>
                    <a:pt x="616" y="3013"/>
                    <a:pt x="0" y="4468"/>
                    <a:pt x="0" y="6077"/>
                  </a:cubicBezTo>
                  <a:lnTo>
                    <a:pt x="0" y="6385"/>
                  </a:lnTo>
                  <a:lnTo>
                    <a:pt x="0" y="6402"/>
                  </a:lnTo>
                  <a:lnTo>
                    <a:pt x="137" y="6487"/>
                  </a:lnTo>
                  <a:lnTo>
                    <a:pt x="2483" y="4776"/>
                  </a:lnTo>
                  <a:lnTo>
                    <a:pt x="3681" y="5204"/>
                  </a:lnTo>
                  <a:lnTo>
                    <a:pt x="4519" y="7772"/>
                  </a:lnTo>
                  <a:lnTo>
                    <a:pt x="3715" y="8936"/>
                  </a:lnTo>
                  <a:lnTo>
                    <a:pt x="737" y="8936"/>
                  </a:lnTo>
                  <a:lnTo>
                    <a:pt x="719" y="8952"/>
                  </a:lnTo>
                  <a:cubicBezTo>
                    <a:pt x="1490" y="10390"/>
                    <a:pt x="2825" y="11485"/>
                    <a:pt x="4416" y="11930"/>
                  </a:cubicBezTo>
                  <a:lnTo>
                    <a:pt x="4639" y="11759"/>
                  </a:lnTo>
                  <a:lnTo>
                    <a:pt x="3766" y="9107"/>
                  </a:lnTo>
                  <a:lnTo>
                    <a:pt x="4587" y="7943"/>
                  </a:lnTo>
                  <a:lnTo>
                    <a:pt x="7481" y="7943"/>
                  </a:lnTo>
                  <a:lnTo>
                    <a:pt x="7497" y="7977"/>
                  </a:lnTo>
                  <a:lnTo>
                    <a:pt x="7994" y="9158"/>
                  </a:lnTo>
                  <a:lnTo>
                    <a:pt x="8029" y="9226"/>
                  </a:lnTo>
                  <a:lnTo>
                    <a:pt x="7138" y="11948"/>
                  </a:lnTo>
                  <a:lnTo>
                    <a:pt x="7258" y="12033"/>
                  </a:lnTo>
                  <a:cubicBezTo>
                    <a:pt x="8867" y="11725"/>
                    <a:pt x="10270" y="10750"/>
                    <a:pt x="11144" y="9415"/>
                  </a:cubicBezTo>
                  <a:lnTo>
                    <a:pt x="11057" y="9123"/>
                  </a:lnTo>
                  <a:lnTo>
                    <a:pt x="8148" y="9123"/>
                  </a:lnTo>
                  <a:lnTo>
                    <a:pt x="8131" y="9089"/>
                  </a:lnTo>
                  <a:lnTo>
                    <a:pt x="7634" y="7909"/>
                  </a:lnTo>
                  <a:lnTo>
                    <a:pt x="7600" y="7840"/>
                  </a:lnTo>
                  <a:lnTo>
                    <a:pt x="8456" y="5152"/>
                  </a:lnTo>
                  <a:lnTo>
                    <a:pt x="9706" y="5136"/>
                  </a:lnTo>
                  <a:lnTo>
                    <a:pt x="12000" y="6795"/>
                  </a:lnTo>
                  <a:lnTo>
                    <a:pt x="12102" y="6711"/>
                  </a:lnTo>
                  <a:cubicBezTo>
                    <a:pt x="12136" y="6505"/>
                    <a:pt x="12136" y="6300"/>
                    <a:pt x="12136" y="6077"/>
                  </a:cubicBezTo>
                  <a:cubicBezTo>
                    <a:pt x="12136" y="4605"/>
                    <a:pt x="11623" y="3253"/>
                    <a:pt x="10749" y="2208"/>
                  </a:cubicBezTo>
                  <a:lnTo>
                    <a:pt x="10510" y="2208"/>
                  </a:lnTo>
                  <a:lnTo>
                    <a:pt x="9603" y="4981"/>
                  </a:lnTo>
                  <a:lnTo>
                    <a:pt x="8353" y="5015"/>
                  </a:lnTo>
                  <a:lnTo>
                    <a:pt x="6162" y="3424"/>
                  </a:lnTo>
                  <a:lnTo>
                    <a:pt x="6231" y="2295"/>
                  </a:lnTo>
                  <a:lnTo>
                    <a:pt x="8593" y="583"/>
                  </a:lnTo>
                  <a:lnTo>
                    <a:pt x="8576" y="549"/>
                  </a:lnTo>
                  <a:cubicBezTo>
                    <a:pt x="7823" y="206"/>
                    <a:pt x="6967" y="1"/>
                    <a:pt x="6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>
          <a:extLst>
            <a:ext uri="{FF2B5EF4-FFF2-40B4-BE49-F238E27FC236}">
              <a16:creationId xmlns:a16="http://schemas.microsoft.com/office/drawing/2014/main" id="{E9EDBFFD-165C-1F83-0C0A-C26005F1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ining Recording">
            <a:hlinkClick r:id="" action="ppaction://media"/>
            <a:extLst>
              <a:ext uri="{FF2B5EF4-FFF2-40B4-BE49-F238E27FC236}">
                <a16:creationId xmlns:a16="http://schemas.microsoft.com/office/drawing/2014/main" id="{B29CB950-2394-B808-E462-739C5635DA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9612" r="20544" b="37871"/>
          <a:stretch/>
        </p:blipFill>
        <p:spPr>
          <a:xfrm>
            <a:off x="105765" y="999258"/>
            <a:ext cx="8932471" cy="3321053"/>
          </a:xfrm>
          <a:prstGeom prst="rect">
            <a:avLst/>
          </a:prstGeom>
        </p:spPr>
      </p:pic>
      <p:sp>
        <p:nvSpPr>
          <p:cNvPr id="3" name="Google Shape;628;p23">
            <a:extLst>
              <a:ext uri="{FF2B5EF4-FFF2-40B4-BE49-F238E27FC236}">
                <a16:creationId xmlns:a16="http://schemas.microsoft.com/office/drawing/2014/main" id="{49A1D45A-7C1D-CE93-1D6F-6D107476F399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n"/>
              <a:t>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93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p24"/>
          <p:cNvCxnSpPr/>
          <p:nvPr/>
        </p:nvCxnSpPr>
        <p:spPr>
          <a:xfrm rot="10800000">
            <a:off x="1163300" y="3044550"/>
            <a:ext cx="70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47" name="Google Shape;647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Timeline</a:t>
            </a:r>
            <a:endParaRPr dirty="0"/>
          </a:p>
        </p:txBody>
      </p:sp>
      <p:sp>
        <p:nvSpPr>
          <p:cNvPr id="648" name="Google Shape;648;p24"/>
          <p:cNvSpPr txBox="1"/>
          <p:nvPr/>
        </p:nvSpPr>
        <p:spPr>
          <a:xfrm>
            <a:off x="2559163" y="-628612"/>
            <a:ext cx="1664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24"/>
          <p:cNvSpPr txBox="1"/>
          <p:nvPr/>
        </p:nvSpPr>
        <p:spPr>
          <a:xfrm>
            <a:off x="6266675" y="-628612"/>
            <a:ext cx="1664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Has a very poisonous atmosphere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0" name="Google Shape;650;p24"/>
          <p:cNvGrpSpPr/>
          <p:nvPr/>
        </p:nvGrpSpPr>
        <p:grpSpPr>
          <a:xfrm>
            <a:off x="7776557" y="2583853"/>
            <a:ext cx="851220" cy="921375"/>
            <a:chOff x="4191300" y="1704975"/>
            <a:chExt cx="2794550" cy="3024869"/>
          </a:xfrm>
        </p:grpSpPr>
        <p:sp>
          <p:nvSpPr>
            <p:cNvPr id="651" name="Google Shape;651;p24"/>
            <p:cNvSpPr/>
            <p:nvPr/>
          </p:nvSpPr>
          <p:spPr>
            <a:xfrm>
              <a:off x="4953647" y="3349786"/>
              <a:ext cx="1265692" cy="1380011"/>
            </a:xfrm>
            <a:custGeom>
              <a:avLst/>
              <a:gdLst/>
              <a:ahLst/>
              <a:cxnLst/>
              <a:rect l="l" t="t" r="r" b="b"/>
              <a:pathLst>
                <a:path w="58624" h="63919" extrusionOk="0">
                  <a:moveTo>
                    <a:pt x="22242" y="1"/>
                  </a:moveTo>
                  <a:lnTo>
                    <a:pt x="22242" y="28694"/>
                  </a:lnTo>
                  <a:cubicBezTo>
                    <a:pt x="22242" y="41069"/>
                    <a:pt x="14884" y="52232"/>
                    <a:pt x="3528" y="57110"/>
                  </a:cubicBezTo>
                  <a:cubicBezTo>
                    <a:pt x="0" y="58653"/>
                    <a:pt x="1074" y="63919"/>
                    <a:pt x="4906" y="63919"/>
                  </a:cubicBezTo>
                  <a:lnTo>
                    <a:pt x="53691" y="63919"/>
                  </a:lnTo>
                  <a:cubicBezTo>
                    <a:pt x="57550" y="63919"/>
                    <a:pt x="58624" y="58653"/>
                    <a:pt x="55096" y="57110"/>
                  </a:cubicBezTo>
                  <a:cubicBezTo>
                    <a:pt x="43740" y="52232"/>
                    <a:pt x="36382" y="41069"/>
                    <a:pt x="36382" y="28694"/>
                  </a:cubicBezTo>
                  <a:lnTo>
                    <a:pt x="36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5433847" y="3657477"/>
              <a:ext cx="305326" cy="205925"/>
            </a:xfrm>
            <a:custGeom>
              <a:avLst/>
              <a:gdLst/>
              <a:ahLst/>
              <a:cxnLst/>
              <a:rect l="l" t="t" r="r" b="b"/>
              <a:pathLst>
                <a:path w="14142" h="9538" extrusionOk="0">
                  <a:moveTo>
                    <a:pt x="1" y="1"/>
                  </a:moveTo>
                  <a:lnTo>
                    <a:pt x="1" y="9537"/>
                  </a:lnTo>
                  <a:lnTo>
                    <a:pt x="14141" y="9537"/>
                  </a:lnTo>
                  <a:lnTo>
                    <a:pt x="14141" y="1"/>
                  </a:lnTo>
                  <a:close/>
                </a:path>
              </a:pathLst>
            </a:custGeom>
            <a:solidFill>
              <a:srgbClr val="000000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5205957" y="3291469"/>
              <a:ext cx="778384" cy="437435"/>
            </a:xfrm>
            <a:custGeom>
              <a:avLst/>
              <a:gdLst/>
              <a:ahLst/>
              <a:cxnLst/>
              <a:rect l="l" t="t" r="r" b="b"/>
              <a:pathLst>
                <a:path w="36053" h="20261" extrusionOk="0">
                  <a:moveTo>
                    <a:pt x="1" y="1"/>
                  </a:moveTo>
                  <a:lnTo>
                    <a:pt x="1" y="8986"/>
                  </a:lnTo>
                  <a:cubicBezTo>
                    <a:pt x="1" y="15215"/>
                    <a:pt x="5043" y="20260"/>
                    <a:pt x="11272" y="20260"/>
                  </a:cubicBezTo>
                  <a:lnTo>
                    <a:pt x="24778" y="20260"/>
                  </a:lnTo>
                  <a:cubicBezTo>
                    <a:pt x="31007" y="20260"/>
                    <a:pt x="36052" y="15215"/>
                    <a:pt x="36052" y="8986"/>
                  </a:cubicBezTo>
                  <a:lnTo>
                    <a:pt x="360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4191300" y="1991226"/>
              <a:ext cx="730195" cy="1194920"/>
            </a:xfrm>
            <a:custGeom>
              <a:avLst/>
              <a:gdLst/>
              <a:ahLst/>
              <a:cxnLst/>
              <a:rect l="l" t="t" r="r" b="b"/>
              <a:pathLst>
                <a:path w="33821" h="55346" extrusionOk="0">
                  <a:moveTo>
                    <a:pt x="27673" y="1"/>
                  </a:moveTo>
                  <a:cubicBezTo>
                    <a:pt x="12433" y="1"/>
                    <a:pt x="1" y="12404"/>
                    <a:pt x="1" y="27673"/>
                  </a:cubicBezTo>
                  <a:cubicBezTo>
                    <a:pt x="1" y="42914"/>
                    <a:pt x="12433" y="55345"/>
                    <a:pt x="27673" y="55345"/>
                  </a:cubicBezTo>
                  <a:lnTo>
                    <a:pt x="33821" y="55345"/>
                  </a:lnTo>
                  <a:lnTo>
                    <a:pt x="33821" y="47930"/>
                  </a:lnTo>
                  <a:lnTo>
                    <a:pt x="27673" y="47930"/>
                  </a:lnTo>
                  <a:cubicBezTo>
                    <a:pt x="16512" y="47930"/>
                    <a:pt x="7416" y="38835"/>
                    <a:pt x="7416" y="27673"/>
                  </a:cubicBezTo>
                  <a:cubicBezTo>
                    <a:pt x="7416" y="16483"/>
                    <a:pt x="16512" y="7414"/>
                    <a:pt x="27673" y="7414"/>
                  </a:cubicBezTo>
                  <a:lnTo>
                    <a:pt x="33821" y="7414"/>
                  </a:lnTo>
                  <a:lnTo>
                    <a:pt x="338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56259" y="1991226"/>
              <a:ext cx="729591" cy="1194920"/>
            </a:xfrm>
            <a:custGeom>
              <a:avLst/>
              <a:gdLst/>
              <a:ahLst/>
              <a:cxnLst/>
              <a:rect l="l" t="t" r="r" b="b"/>
              <a:pathLst>
                <a:path w="33793" h="55346" extrusionOk="0">
                  <a:moveTo>
                    <a:pt x="1" y="1"/>
                  </a:moveTo>
                  <a:lnTo>
                    <a:pt x="1" y="7414"/>
                  </a:lnTo>
                  <a:lnTo>
                    <a:pt x="6120" y="7414"/>
                  </a:lnTo>
                  <a:cubicBezTo>
                    <a:pt x="17284" y="7414"/>
                    <a:pt x="26379" y="16483"/>
                    <a:pt x="26379" y="27673"/>
                  </a:cubicBezTo>
                  <a:cubicBezTo>
                    <a:pt x="26379" y="38835"/>
                    <a:pt x="17284" y="47930"/>
                    <a:pt x="6120" y="47930"/>
                  </a:cubicBezTo>
                  <a:lnTo>
                    <a:pt x="1" y="47930"/>
                  </a:lnTo>
                  <a:lnTo>
                    <a:pt x="1" y="55345"/>
                  </a:lnTo>
                  <a:lnTo>
                    <a:pt x="6120" y="55345"/>
                  </a:lnTo>
                  <a:cubicBezTo>
                    <a:pt x="21389" y="55345"/>
                    <a:pt x="33792" y="42914"/>
                    <a:pt x="33792" y="27673"/>
                  </a:cubicBezTo>
                  <a:cubicBezTo>
                    <a:pt x="33792" y="12404"/>
                    <a:pt x="21389" y="1"/>
                    <a:pt x="6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4688794" y="1882300"/>
              <a:ext cx="1795381" cy="1722774"/>
            </a:xfrm>
            <a:custGeom>
              <a:avLst/>
              <a:gdLst/>
              <a:ahLst/>
              <a:cxnLst/>
              <a:rect l="l" t="t" r="r" b="b"/>
              <a:pathLst>
                <a:path w="83158" h="79795" extrusionOk="0">
                  <a:moveTo>
                    <a:pt x="1" y="1"/>
                  </a:moveTo>
                  <a:lnTo>
                    <a:pt x="1" y="38202"/>
                  </a:lnTo>
                  <a:cubicBezTo>
                    <a:pt x="1" y="61162"/>
                    <a:pt x="18607" y="79794"/>
                    <a:pt x="41565" y="79794"/>
                  </a:cubicBezTo>
                  <a:cubicBezTo>
                    <a:pt x="64552" y="79794"/>
                    <a:pt x="83157" y="61162"/>
                    <a:pt x="83157" y="38202"/>
                  </a:cubicBezTo>
                  <a:lnTo>
                    <a:pt x="831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4594788" y="1704975"/>
              <a:ext cx="1983409" cy="177340"/>
            </a:xfrm>
            <a:custGeom>
              <a:avLst/>
              <a:gdLst/>
              <a:ahLst/>
              <a:cxnLst/>
              <a:rect l="l" t="t" r="r" b="b"/>
              <a:pathLst>
                <a:path w="91867" h="8214" extrusionOk="0">
                  <a:moveTo>
                    <a:pt x="4079" y="0"/>
                  </a:moveTo>
                  <a:cubicBezTo>
                    <a:pt x="1819" y="0"/>
                    <a:pt x="0" y="1848"/>
                    <a:pt x="0" y="4108"/>
                  </a:cubicBezTo>
                  <a:cubicBezTo>
                    <a:pt x="0" y="6368"/>
                    <a:pt x="1819" y="8214"/>
                    <a:pt x="4079" y="8214"/>
                  </a:cubicBezTo>
                  <a:lnTo>
                    <a:pt x="87758" y="8214"/>
                  </a:lnTo>
                  <a:cubicBezTo>
                    <a:pt x="90047" y="8214"/>
                    <a:pt x="91866" y="6368"/>
                    <a:pt x="91866" y="4108"/>
                  </a:cubicBezTo>
                  <a:cubicBezTo>
                    <a:pt x="91866" y="1848"/>
                    <a:pt x="90047" y="0"/>
                    <a:pt x="87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4688794" y="1882300"/>
              <a:ext cx="1795381" cy="91671"/>
            </a:xfrm>
            <a:custGeom>
              <a:avLst/>
              <a:gdLst/>
              <a:ahLst/>
              <a:cxnLst/>
              <a:rect l="l" t="t" r="r" b="b"/>
              <a:pathLst>
                <a:path w="83158" h="4246" extrusionOk="0">
                  <a:moveTo>
                    <a:pt x="1" y="1"/>
                  </a:moveTo>
                  <a:lnTo>
                    <a:pt x="1" y="4245"/>
                  </a:lnTo>
                  <a:lnTo>
                    <a:pt x="83157" y="4245"/>
                  </a:lnTo>
                  <a:lnTo>
                    <a:pt x="83157" y="1"/>
                  </a:lnTo>
                  <a:close/>
                </a:path>
              </a:pathLst>
            </a:custGeom>
            <a:solidFill>
              <a:srgbClr val="000000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4803052" y="2045981"/>
              <a:ext cx="327931" cy="564147"/>
            </a:xfrm>
            <a:custGeom>
              <a:avLst/>
              <a:gdLst/>
              <a:ahLst/>
              <a:cxnLst/>
              <a:rect l="l" t="t" r="r" b="b"/>
              <a:pathLst>
                <a:path w="15189" h="26130" extrusionOk="0">
                  <a:moveTo>
                    <a:pt x="7608" y="0"/>
                  </a:moveTo>
                  <a:cubicBezTo>
                    <a:pt x="3419" y="0"/>
                    <a:pt x="1" y="3418"/>
                    <a:pt x="1" y="7607"/>
                  </a:cubicBezTo>
                  <a:lnTo>
                    <a:pt x="1" y="18549"/>
                  </a:lnTo>
                  <a:cubicBezTo>
                    <a:pt x="1" y="22738"/>
                    <a:pt x="3419" y="26129"/>
                    <a:pt x="7608" y="26129"/>
                  </a:cubicBezTo>
                  <a:cubicBezTo>
                    <a:pt x="11797" y="26129"/>
                    <a:pt x="15189" y="22738"/>
                    <a:pt x="15189" y="18549"/>
                  </a:cubicBezTo>
                  <a:lnTo>
                    <a:pt x="15189" y="7607"/>
                  </a:lnTo>
                  <a:cubicBezTo>
                    <a:pt x="15189" y="3418"/>
                    <a:pt x="11797" y="0"/>
                    <a:pt x="7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4921499" y="2793412"/>
              <a:ext cx="244010" cy="243989"/>
            </a:xfrm>
            <a:custGeom>
              <a:avLst/>
              <a:gdLst/>
              <a:ahLst/>
              <a:cxnLst/>
              <a:rect l="l" t="t" r="r" b="b"/>
              <a:pathLst>
                <a:path w="11302" h="11301" extrusionOk="0">
                  <a:moveTo>
                    <a:pt x="5650" y="0"/>
                  </a:moveTo>
                  <a:cubicBezTo>
                    <a:pt x="2537" y="0"/>
                    <a:pt x="1" y="2536"/>
                    <a:pt x="1" y="5650"/>
                  </a:cubicBezTo>
                  <a:cubicBezTo>
                    <a:pt x="1" y="8765"/>
                    <a:pt x="2537" y="11301"/>
                    <a:pt x="5650" y="11301"/>
                  </a:cubicBezTo>
                  <a:cubicBezTo>
                    <a:pt x="8766" y="11301"/>
                    <a:pt x="11301" y="8765"/>
                    <a:pt x="11301" y="5650"/>
                  </a:cubicBezTo>
                  <a:cubicBezTo>
                    <a:pt x="11301" y="2536"/>
                    <a:pt x="8766" y="0"/>
                    <a:pt x="5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4906040" y="4565587"/>
              <a:ext cx="1360904" cy="164257"/>
            </a:xfrm>
            <a:custGeom>
              <a:avLst/>
              <a:gdLst/>
              <a:ahLst/>
              <a:cxnLst/>
              <a:rect l="l" t="t" r="r" b="b"/>
              <a:pathLst>
                <a:path w="63034" h="7608" extrusionOk="0">
                  <a:moveTo>
                    <a:pt x="3804" y="1"/>
                  </a:moveTo>
                  <a:cubicBezTo>
                    <a:pt x="1709" y="1"/>
                    <a:pt x="0" y="1710"/>
                    <a:pt x="0" y="3804"/>
                  </a:cubicBezTo>
                  <a:cubicBezTo>
                    <a:pt x="0" y="5899"/>
                    <a:pt x="1709" y="7608"/>
                    <a:pt x="3804" y="7608"/>
                  </a:cubicBezTo>
                  <a:lnTo>
                    <a:pt x="59230" y="7608"/>
                  </a:lnTo>
                  <a:cubicBezTo>
                    <a:pt x="61325" y="7608"/>
                    <a:pt x="63034" y="5899"/>
                    <a:pt x="63034" y="3804"/>
                  </a:cubicBezTo>
                  <a:cubicBezTo>
                    <a:pt x="63034" y="1710"/>
                    <a:pt x="61325" y="1"/>
                    <a:pt x="59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24"/>
          <p:cNvGrpSpPr/>
          <p:nvPr/>
        </p:nvGrpSpPr>
        <p:grpSpPr>
          <a:xfrm>
            <a:off x="438681" y="1345125"/>
            <a:ext cx="1922562" cy="1048173"/>
            <a:chOff x="713113" y="1345125"/>
            <a:chExt cx="1747784" cy="1048173"/>
          </a:xfrm>
        </p:grpSpPr>
        <p:sp>
          <p:nvSpPr>
            <p:cNvPr id="663" name="Google Shape;663;p24"/>
            <p:cNvSpPr/>
            <p:nvPr/>
          </p:nvSpPr>
          <p:spPr>
            <a:xfrm>
              <a:off x="713113" y="1345125"/>
              <a:ext cx="1747784" cy="359387"/>
            </a:xfrm>
            <a:custGeom>
              <a:avLst/>
              <a:gdLst/>
              <a:ahLst/>
              <a:cxnLst/>
              <a:rect l="l" t="t" r="r" b="b"/>
              <a:pathLst>
                <a:path w="76456" h="17514" extrusionOk="0">
                  <a:moveTo>
                    <a:pt x="1" y="1"/>
                  </a:moveTo>
                  <a:lnTo>
                    <a:pt x="76456" y="1"/>
                  </a:lnTo>
                  <a:lnTo>
                    <a:pt x="76456" y="17513"/>
                  </a:lnTo>
                  <a:lnTo>
                    <a:pt x="1" y="1751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SoccerFours0.1</a:t>
              </a:r>
              <a:endParaRPr sz="1800" dirty="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713695" y="1704498"/>
              <a:ext cx="1746600" cy="68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Started with 8 agents and increased rays</a:t>
              </a:r>
              <a:endParaRPr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5" name="Google Shape;665;p24"/>
          <p:cNvGrpSpPr/>
          <p:nvPr/>
        </p:nvGrpSpPr>
        <p:grpSpPr>
          <a:xfrm>
            <a:off x="2304025" y="2830478"/>
            <a:ext cx="427800" cy="427800"/>
            <a:chOff x="2304025" y="2830478"/>
            <a:chExt cx="427800" cy="427800"/>
          </a:xfrm>
        </p:grpSpPr>
        <p:sp>
          <p:nvSpPr>
            <p:cNvPr id="666" name="Google Shape;666;p24"/>
            <p:cNvSpPr/>
            <p:nvPr/>
          </p:nvSpPr>
          <p:spPr>
            <a:xfrm>
              <a:off x="2304025" y="2830478"/>
              <a:ext cx="427800" cy="42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7" name="Google Shape;667;p24"/>
            <p:cNvGrpSpPr/>
            <p:nvPr/>
          </p:nvGrpSpPr>
          <p:grpSpPr>
            <a:xfrm>
              <a:off x="2313903" y="2840243"/>
              <a:ext cx="408002" cy="408594"/>
              <a:chOff x="1650050" y="4161922"/>
              <a:chExt cx="204205" cy="204491"/>
            </a:xfrm>
          </p:grpSpPr>
          <p:sp>
            <p:nvSpPr>
              <p:cNvPr id="668" name="Google Shape;668;p24"/>
              <p:cNvSpPr/>
              <p:nvPr/>
            </p:nvSpPr>
            <p:spPr>
              <a:xfrm flipH="1">
                <a:off x="1650050" y="4161922"/>
                <a:ext cx="204205" cy="204491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cubicBezTo>
                      <a:pt x="2979" y="770"/>
                      <a:pt x="2243" y="1284"/>
                      <a:pt x="1643" y="1934"/>
                    </a:cubicBez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cubicBezTo>
                      <a:pt x="52" y="7327"/>
                      <a:pt x="308" y="8183"/>
                      <a:pt x="719" y="8952"/>
                    </a:cubicBezTo>
                    <a:cubicBezTo>
                      <a:pt x="1490" y="10390"/>
                      <a:pt x="2825" y="11485"/>
                      <a:pt x="4416" y="11930"/>
                    </a:cubicBezTo>
                    <a:cubicBezTo>
                      <a:pt x="4948" y="12067"/>
                      <a:pt x="5495" y="12154"/>
                      <a:pt x="6059" y="12154"/>
                    </a:cubicBezTo>
                    <a:cubicBezTo>
                      <a:pt x="6470" y="12154"/>
                      <a:pt x="6865" y="12119"/>
                      <a:pt x="7258" y="12033"/>
                    </a:cubicBezTo>
                    <a:cubicBezTo>
                      <a:pt x="8867" y="11725"/>
                      <a:pt x="10270" y="10750"/>
                      <a:pt x="11144" y="9415"/>
                    </a:cubicBezTo>
                    <a:cubicBezTo>
                      <a:pt x="11674" y="8628"/>
                      <a:pt x="12000" y="7703"/>
                      <a:pt x="12102" y="6711"/>
                    </a:cubicBez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cubicBezTo>
                      <a:pt x="10151" y="1507"/>
                      <a:pt x="9414" y="925"/>
                      <a:pt x="8576" y="549"/>
                    </a:cubicBez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4"/>
              <p:cNvSpPr/>
              <p:nvPr/>
            </p:nvSpPr>
            <p:spPr>
              <a:xfrm flipH="1">
                <a:off x="1650050" y="4161922"/>
                <a:ext cx="204205" cy="202472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lnTo>
                      <a:pt x="3766" y="583"/>
                    </a:lnTo>
                    <a:lnTo>
                      <a:pt x="6077" y="2260"/>
                    </a:lnTo>
                    <a:lnTo>
                      <a:pt x="6025" y="3390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4"/>
                    </a:ln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lnTo>
                      <a:pt x="137" y="6487"/>
                    </a:lnTo>
                    <a:lnTo>
                      <a:pt x="2483" y="4776"/>
                    </a:lnTo>
                    <a:lnTo>
                      <a:pt x="3681" y="5204"/>
                    </a:lnTo>
                    <a:lnTo>
                      <a:pt x="4519" y="7772"/>
                    </a:lnTo>
                    <a:lnTo>
                      <a:pt x="3715" y="8936"/>
                    </a:lnTo>
                    <a:lnTo>
                      <a:pt x="737" y="8936"/>
                    </a:lnTo>
                    <a:lnTo>
                      <a:pt x="719" y="8952"/>
                    </a:lnTo>
                    <a:cubicBezTo>
                      <a:pt x="1490" y="10390"/>
                      <a:pt x="2825" y="11485"/>
                      <a:pt x="4416" y="11930"/>
                    </a:cubicBezTo>
                    <a:lnTo>
                      <a:pt x="4639" y="11759"/>
                    </a:lnTo>
                    <a:lnTo>
                      <a:pt x="3766" y="9107"/>
                    </a:lnTo>
                    <a:lnTo>
                      <a:pt x="4587" y="7943"/>
                    </a:lnTo>
                    <a:lnTo>
                      <a:pt x="7481" y="7943"/>
                    </a:lnTo>
                    <a:lnTo>
                      <a:pt x="7497" y="7977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48"/>
                    </a:lnTo>
                    <a:lnTo>
                      <a:pt x="7258" y="12033"/>
                    </a:lnTo>
                    <a:cubicBezTo>
                      <a:pt x="8867" y="11725"/>
                      <a:pt x="10270" y="10750"/>
                      <a:pt x="11144" y="9415"/>
                    </a:cubicBezTo>
                    <a:lnTo>
                      <a:pt x="11057" y="9123"/>
                    </a:lnTo>
                    <a:lnTo>
                      <a:pt x="8148" y="9123"/>
                    </a:lnTo>
                    <a:lnTo>
                      <a:pt x="8131" y="9089"/>
                    </a:lnTo>
                    <a:lnTo>
                      <a:pt x="7634" y="7909"/>
                    </a:lnTo>
                    <a:lnTo>
                      <a:pt x="7600" y="7840"/>
                    </a:lnTo>
                    <a:lnTo>
                      <a:pt x="8456" y="5152"/>
                    </a:lnTo>
                    <a:lnTo>
                      <a:pt x="9706" y="5136"/>
                    </a:lnTo>
                    <a:lnTo>
                      <a:pt x="12000" y="6795"/>
                    </a:lnTo>
                    <a:lnTo>
                      <a:pt x="12102" y="6711"/>
                    </a:ln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lnTo>
                      <a:pt x="10510" y="2208"/>
                    </a:lnTo>
                    <a:lnTo>
                      <a:pt x="9603" y="4981"/>
                    </a:lnTo>
                    <a:lnTo>
                      <a:pt x="8353" y="5015"/>
                    </a:lnTo>
                    <a:lnTo>
                      <a:pt x="6162" y="3424"/>
                    </a:lnTo>
                    <a:lnTo>
                      <a:pt x="6231" y="2295"/>
                    </a:lnTo>
                    <a:lnTo>
                      <a:pt x="8593" y="583"/>
                    </a:lnTo>
                    <a:lnTo>
                      <a:pt x="8576" y="549"/>
                    </a:ln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70" name="Google Shape;670;p24"/>
          <p:cNvCxnSpPr>
            <a:stCxn id="666" idx="0"/>
            <a:endCxn id="664" idx="3"/>
          </p:cNvCxnSpPr>
          <p:nvPr/>
        </p:nvCxnSpPr>
        <p:spPr>
          <a:xfrm rot="16200000" flipV="1">
            <a:off x="2048463" y="2361016"/>
            <a:ext cx="781580" cy="157344"/>
          </a:xfrm>
          <a:prstGeom prst="bentConnector2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671" name="Google Shape;671;p24"/>
          <p:cNvGrpSpPr/>
          <p:nvPr/>
        </p:nvGrpSpPr>
        <p:grpSpPr>
          <a:xfrm>
            <a:off x="672055" y="2646045"/>
            <a:ext cx="684203" cy="796995"/>
            <a:chOff x="5575400" y="3073525"/>
            <a:chExt cx="1225950" cy="1428050"/>
          </a:xfrm>
        </p:grpSpPr>
        <p:sp>
          <p:nvSpPr>
            <p:cNvPr id="672" name="Google Shape;672;p24"/>
            <p:cNvSpPr/>
            <p:nvPr/>
          </p:nvSpPr>
          <p:spPr>
            <a:xfrm>
              <a:off x="5669650" y="3369500"/>
              <a:ext cx="581250" cy="581250"/>
            </a:xfrm>
            <a:custGeom>
              <a:avLst/>
              <a:gdLst/>
              <a:ahLst/>
              <a:cxnLst/>
              <a:rect l="l" t="t" r="r" b="b"/>
              <a:pathLst>
                <a:path w="23250" h="23250" extrusionOk="0">
                  <a:moveTo>
                    <a:pt x="3676" y="1"/>
                  </a:moveTo>
                  <a:lnTo>
                    <a:pt x="1" y="3692"/>
                  </a:lnTo>
                  <a:lnTo>
                    <a:pt x="19558" y="23250"/>
                  </a:lnTo>
                  <a:lnTo>
                    <a:pt x="23250" y="19575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6167800" y="3123050"/>
              <a:ext cx="130250" cy="770175"/>
            </a:xfrm>
            <a:custGeom>
              <a:avLst/>
              <a:gdLst/>
              <a:ahLst/>
              <a:cxnLst/>
              <a:rect l="l" t="t" r="r" b="b"/>
              <a:pathLst>
                <a:path w="5210" h="30807" extrusionOk="0">
                  <a:moveTo>
                    <a:pt x="0" y="1"/>
                  </a:moveTo>
                  <a:lnTo>
                    <a:pt x="0" y="30807"/>
                  </a:lnTo>
                  <a:lnTo>
                    <a:pt x="5209" y="30807"/>
                  </a:lnTo>
                  <a:lnTo>
                    <a:pt x="5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6049950" y="3303200"/>
              <a:ext cx="366325" cy="310425"/>
            </a:xfrm>
            <a:custGeom>
              <a:avLst/>
              <a:gdLst/>
              <a:ahLst/>
              <a:cxnLst/>
              <a:rect l="l" t="t" r="r" b="b"/>
              <a:pathLst>
                <a:path w="14653" h="12417" extrusionOk="0">
                  <a:moveTo>
                    <a:pt x="113" y="0"/>
                  </a:moveTo>
                  <a:cubicBezTo>
                    <a:pt x="49" y="0"/>
                    <a:pt x="0" y="49"/>
                    <a:pt x="0" y="113"/>
                  </a:cubicBezTo>
                  <a:lnTo>
                    <a:pt x="0" y="12304"/>
                  </a:lnTo>
                  <a:cubicBezTo>
                    <a:pt x="0" y="12367"/>
                    <a:pt x="49" y="12416"/>
                    <a:pt x="113" y="12416"/>
                  </a:cubicBezTo>
                  <a:lnTo>
                    <a:pt x="14540" y="12416"/>
                  </a:lnTo>
                  <a:cubicBezTo>
                    <a:pt x="14589" y="12416"/>
                    <a:pt x="14653" y="12367"/>
                    <a:pt x="14653" y="12304"/>
                  </a:cubicBezTo>
                  <a:lnTo>
                    <a:pt x="14653" y="113"/>
                  </a:lnTo>
                  <a:cubicBezTo>
                    <a:pt x="14653" y="49"/>
                    <a:pt x="14589" y="0"/>
                    <a:pt x="14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5664475" y="3364725"/>
              <a:ext cx="1136875" cy="1136850"/>
            </a:xfrm>
            <a:custGeom>
              <a:avLst/>
              <a:gdLst/>
              <a:ahLst/>
              <a:cxnLst/>
              <a:rect l="l" t="t" r="r" b="b"/>
              <a:pathLst>
                <a:path w="45475" h="45474" extrusionOk="0">
                  <a:moveTo>
                    <a:pt x="22737" y="0"/>
                  </a:moveTo>
                  <a:cubicBezTo>
                    <a:pt x="10178" y="0"/>
                    <a:pt x="1" y="10179"/>
                    <a:pt x="1" y="22738"/>
                  </a:cubicBezTo>
                  <a:cubicBezTo>
                    <a:pt x="1" y="35296"/>
                    <a:pt x="10178" y="45474"/>
                    <a:pt x="22737" y="45474"/>
                  </a:cubicBezTo>
                  <a:cubicBezTo>
                    <a:pt x="35296" y="45474"/>
                    <a:pt x="45475" y="35296"/>
                    <a:pt x="45475" y="22738"/>
                  </a:cubicBezTo>
                  <a:cubicBezTo>
                    <a:pt x="45475" y="10179"/>
                    <a:pt x="35296" y="0"/>
                    <a:pt x="2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5810275" y="3510125"/>
              <a:ext cx="845250" cy="845675"/>
            </a:xfrm>
            <a:custGeom>
              <a:avLst/>
              <a:gdLst/>
              <a:ahLst/>
              <a:cxnLst/>
              <a:rect l="l" t="t" r="r" b="b"/>
              <a:pathLst>
                <a:path w="33810" h="33827" extrusionOk="0">
                  <a:moveTo>
                    <a:pt x="16905" y="0"/>
                  </a:moveTo>
                  <a:cubicBezTo>
                    <a:pt x="7574" y="0"/>
                    <a:pt x="0" y="7574"/>
                    <a:pt x="0" y="16922"/>
                  </a:cubicBezTo>
                  <a:cubicBezTo>
                    <a:pt x="0" y="26253"/>
                    <a:pt x="7574" y="33826"/>
                    <a:pt x="16905" y="33826"/>
                  </a:cubicBezTo>
                  <a:cubicBezTo>
                    <a:pt x="26253" y="33826"/>
                    <a:pt x="33810" y="26253"/>
                    <a:pt x="33810" y="16922"/>
                  </a:cubicBezTo>
                  <a:cubicBezTo>
                    <a:pt x="33810" y="7574"/>
                    <a:pt x="26253" y="0"/>
                    <a:pt x="169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6074700" y="3073525"/>
              <a:ext cx="316800" cy="136650"/>
            </a:xfrm>
            <a:custGeom>
              <a:avLst/>
              <a:gdLst/>
              <a:ahLst/>
              <a:cxnLst/>
              <a:rect l="l" t="t" r="r" b="b"/>
              <a:pathLst>
                <a:path w="12672" h="5466" extrusionOk="0">
                  <a:moveTo>
                    <a:pt x="17" y="1"/>
                  </a:moveTo>
                  <a:cubicBezTo>
                    <a:pt x="1" y="1"/>
                    <a:pt x="1" y="1"/>
                    <a:pt x="1" y="16"/>
                  </a:cubicBezTo>
                  <a:lnTo>
                    <a:pt x="1" y="5449"/>
                  </a:lnTo>
                  <a:cubicBezTo>
                    <a:pt x="1" y="5449"/>
                    <a:pt x="1" y="5465"/>
                    <a:pt x="17" y="5465"/>
                  </a:cubicBezTo>
                  <a:lnTo>
                    <a:pt x="12655" y="5465"/>
                  </a:lnTo>
                  <a:lnTo>
                    <a:pt x="12672" y="5449"/>
                  </a:lnTo>
                  <a:lnTo>
                    <a:pt x="12672" y="16"/>
                  </a:lnTo>
                  <a:cubicBezTo>
                    <a:pt x="12672" y="1"/>
                    <a:pt x="12655" y="1"/>
                    <a:pt x="12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6544450" y="3924375"/>
              <a:ext cx="86725" cy="17600"/>
            </a:xfrm>
            <a:custGeom>
              <a:avLst/>
              <a:gdLst/>
              <a:ahLst/>
              <a:cxnLst/>
              <a:rect l="l" t="t" r="r" b="b"/>
              <a:pathLst>
                <a:path w="3469" h="704" extrusionOk="0">
                  <a:moveTo>
                    <a:pt x="352" y="0"/>
                  </a:moveTo>
                  <a:cubicBezTo>
                    <a:pt x="145" y="0"/>
                    <a:pt x="1" y="160"/>
                    <a:pt x="1" y="352"/>
                  </a:cubicBezTo>
                  <a:cubicBezTo>
                    <a:pt x="1" y="543"/>
                    <a:pt x="145" y="703"/>
                    <a:pt x="352" y="703"/>
                  </a:cubicBezTo>
                  <a:lnTo>
                    <a:pt x="3117" y="703"/>
                  </a:lnTo>
                  <a:cubicBezTo>
                    <a:pt x="3309" y="703"/>
                    <a:pt x="3469" y="543"/>
                    <a:pt x="3469" y="352"/>
                  </a:cubicBezTo>
                  <a:cubicBezTo>
                    <a:pt x="3469" y="160"/>
                    <a:pt x="3309" y="0"/>
                    <a:pt x="3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6500150" y="3729475"/>
              <a:ext cx="79900" cy="52300"/>
            </a:xfrm>
            <a:custGeom>
              <a:avLst/>
              <a:gdLst/>
              <a:ahLst/>
              <a:cxnLst/>
              <a:rect l="l" t="t" r="r" b="b"/>
              <a:pathLst>
                <a:path w="3196" h="2092" extrusionOk="0">
                  <a:moveTo>
                    <a:pt x="2794" y="1"/>
                  </a:moveTo>
                  <a:cubicBezTo>
                    <a:pt x="2736" y="1"/>
                    <a:pt x="2677" y="15"/>
                    <a:pt x="2620" y="46"/>
                  </a:cubicBezTo>
                  <a:lnTo>
                    <a:pt x="224" y="1437"/>
                  </a:lnTo>
                  <a:cubicBezTo>
                    <a:pt x="64" y="1533"/>
                    <a:pt x="0" y="1756"/>
                    <a:pt x="96" y="1916"/>
                  </a:cubicBezTo>
                  <a:cubicBezTo>
                    <a:pt x="160" y="2027"/>
                    <a:pt x="288" y="2091"/>
                    <a:pt x="399" y="2091"/>
                  </a:cubicBezTo>
                  <a:cubicBezTo>
                    <a:pt x="463" y="2091"/>
                    <a:pt x="527" y="2076"/>
                    <a:pt x="575" y="2044"/>
                  </a:cubicBezTo>
                  <a:lnTo>
                    <a:pt x="2972" y="653"/>
                  </a:lnTo>
                  <a:cubicBezTo>
                    <a:pt x="3147" y="557"/>
                    <a:pt x="3196" y="350"/>
                    <a:pt x="3100" y="174"/>
                  </a:cubicBezTo>
                  <a:cubicBezTo>
                    <a:pt x="3035" y="65"/>
                    <a:pt x="2918" y="1"/>
                    <a:pt x="2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6383075" y="3587200"/>
              <a:ext cx="54775" cy="77550"/>
            </a:xfrm>
            <a:custGeom>
              <a:avLst/>
              <a:gdLst/>
              <a:ahLst/>
              <a:cxnLst/>
              <a:rect l="l" t="t" r="r" b="b"/>
              <a:pathLst>
                <a:path w="2191" h="3102" extrusionOk="0">
                  <a:moveTo>
                    <a:pt x="1778" y="0"/>
                  </a:moveTo>
                  <a:cubicBezTo>
                    <a:pt x="1663" y="0"/>
                    <a:pt x="1551" y="61"/>
                    <a:pt x="1487" y="177"/>
                  </a:cubicBezTo>
                  <a:lnTo>
                    <a:pt x="97" y="2573"/>
                  </a:lnTo>
                  <a:cubicBezTo>
                    <a:pt x="1" y="2733"/>
                    <a:pt x="49" y="2957"/>
                    <a:pt x="225" y="3053"/>
                  </a:cubicBezTo>
                  <a:cubicBezTo>
                    <a:pt x="273" y="3085"/>
                    <a:pt x="337" y="3101"/>
                    <a:pt x="401" y="3101"/>
                  </a:cubicBezTo>
                  <a:cubicBezTo>
                    <a:pt x="512" y="3101"/>
                    <a:pt x="640" y="3037"/>
                    <a:pt x="704" y="2925"/>
                  </a:cubicBezTo>
                  <a:lnTo>
                    <a:pt x="2095" y="528"/>
                  </a:lnTo>
                  <a:cubicBezTo>
                    <a:pt x="2190" y="353"/>
                    <a:pt x="2127" y="145"/>
                    <a:pt x="1950" y="49"/>
                  </a:cubicBezTo>
                  <a:cubicBezTo>
                    <a:pt x="1896" y="16"/>
                    <a:pt x="1836" y="0"/>
                    <a:pt x="17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6224100" y="3534875"/>
              <a:ext cx="17600" cy="86725"/>
            </a:xfrm>
            <a:custGeom>
              <a:avLst/>
              <a:gdLst/>
              <a:ahLst/>
              <a:cxnLst/>
              <a:rect l="l" t="t" r="r" b="b"/>
              <a:pathLst>
                <a:path w="704" h="3469" extrusionOk="0">
                  <a:moveTo>
                    <a:pt x="352" y="1"/>
                  </a:moveTo>
                  <a:cubicBezTo>
                    <a:pt x="160" y="1"/>
                    <a:pt x="1" y="161"/>
                    <a:pt x="1" y="352"/>
                  </a:cubicBezTo>
                  <a:lnTo>
                    <a:pt x="1" y="3117"/>
                  </a:lnTo>
                  <a:cubicBezTo>
                    <a:pt x="1" y="3324"/>
                    <a:pt x="160" y="3469"/>
                    <a:pt x="352" y="3469"/>
                  </a:cubicBezTo>
                  <a:cubicBezTo>
                    <a:pt x="544" y="3469"/>
                    <a:pt x="704" y="3324"/>
                    <a:pt x="704" y="3117"/>
                  </a:cubicBezTo>
                  <a:lnTo>
                    <a:pt x="704" y="352"/>
                  </a:lnTo>
                  <a:cubicBezTo>
                    <a:pt x="704" y="161"/>
                    <a:pt x="544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6028375" y="3587200"/>
              <a:ext cx="54350" cy="77550"/>
            </a:xfrm>
            <a:custGeom>
              <a:avLst/>
              <a:gdLst/>
              <a:ahLst/>
              <a:cxnLst/>
              <a:rect l="l" t="t" r="r" b="b"/>
              <a:pathLst>
                <a:path w="2174" h="3102" extrusionOk="0">
                  <a:moveTo>
                    <a:pt x="401" y="0"/>
                  </a:moveTo>
                  <a:cubicBezTo>
                    <a:pt x="340" y="0"/>
                    <a:pt x="278" y="16"/>
                    <a:pt x="224" y="49"/>
                  </a:cubicBezTo>
                  <a:cubicBezTo>
                    <a:pt x="49" y="145"/>
                    <a:pt x="0" y="353"/>
                    <a:pt x="96" y="528"/>
                  </a:cubicBezTo>
                  <a:lnTo>
                    <a:pt x="1470" y="2925"/>
                  </a:lnTo>
                  <a:cubicBezTo>
                    <a:pt x="1534" y="3037"/>
                    <a:pt x="1662" y="3101"/>
                    <a:pt x="1774" y="3101"/>
                  </a:cubicBezTo>
                  <a:cubicBezTo>
                    <a:pt x="1838" y="3101"/>
                    <a:pt x="1902" y="3085"/>
                    <a:pt x="1950" y="3053"/>
                  </a:cubicBezTo>
                  <a:cubicBezTo>
                    <a:pt x="2126" y="2957"/>
                    <a:pt x="2173" y="2733"/>
                    <a:pt x="2077" y="2573"/>
                  </a:cubicBezTo>
                  <a:lnTo>
                    <a:pt x="703" y="177"/>
                  </a:lnTo>
                  <a:cubicBezTo>
                    <a:pt x="640" y="61"/>
                    <a:pt x="521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5885775" y="3729475"/>
              <a:ext cx="79925" cy="52300"/>
            </a:xfrm>
            <a:custGeom>
              <a:avLst/>
              <a:gdLst/>
              <a:ahLst/>
              <a:cxnLst/>
              <a:rect l="l" t="t" r="r" b="b"/>
              <a:pathLst>
                <a:path w="3197" h="2092" extrusionOk="0">
                  <a:moveTo>
                    <a:pt x="402" y="1"/>
                  </a:moveTo>
                  <a:cubicBezTo>
                    <a:pt x="278" y="1"/>
                    <a:pt x="162" y="65"/>
                    <a:pt x="97" y="174"/>
                  </a:cubicBezTo>
                  <a:cubicBezTo>
                    <a:pt x="1" y="350"/>
                    <a:pt x="48" y="557"/>
                    <a:pt x="224" y="653"/>
                  </a:cubicBezTo>
                  <a:lnTo>
                    <a:pt x="2621" y="2044"/>
                  </a:lnTo>
                  <a:cubicBezTo>
                    <a:pt x="2685" y="2076"/>
                    <a:pt x="2732" y="2091"/>
                    <a:pt x="2796" y="2091"/>
                  </a:cubicBezTo>
                  <a:cubicBezTo>
                    <a:pt x="2924" y="2091"/>
                    <a:pt x="3037" y="2027"/>
                    <a:pt x="3100" y="1916"/>
                  </a:cubicBezTo>
                  <a:cubicBezTo>
                    <a:pt x="3196" y="1756"/>
                    <a:pt x="3132" y="1533"/>
                    <a:pt x="2973" y="1437"/>
                  </a:cubicBezTo>
                  <a:lnTo>
                    <a:pt x="576" y="46"/>
                  </a:lnTo>
                  <a:cubicBezTo>
                    <a:pt x="519" y="15"/>
                    <a:pt x="460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5834650" y="3924375"/>
              <a:ext cx="87100" cy="17600"/>
            </a:xfrm>
            <a:custGeom>
              <a:avLst/>
              <a:gdLst/>
              <a:ahLst/>
              <a:cxnLst/>
              <a:rect l="l" t="t" r="r" b="b"/>
              <a:pathLst>
                <a:path w="3484" h="704" extrusionOk="0">
                  <a:moveTo>
                    <a:pt x="352" y="0"/>
                  </a:moveTo>
                  <a:cubicBezTo>
                    <a:pt x="160" y="0"/>
                    <a:pt x="1" y="160"/>
                    <a:pt x="1" y="352"/>
                  </a:cubicBezTo>
                  <a:cubicBezTo>
                    <a:pt x="1" y="543"/>
                    <a:pt x="160" y="703"/>
                    <a:pt x="352" y="703"/>
                  </a:cubicBezTo>
                  <a:lnTo>
                    <a:pt x="3132" y="703"/>
                  </a:lnTo>
                  <a:cubicBezTo>
                    <a:pt x="3324" y="703"/>
                    <a:pt x="3484" y="543"/>
                    <a:pt x="3484" y="352"/>
                  </a:cubicBezTo>
                  <a:cubicBezTo>
                    <a:pt x="3484" y="160"/>
                    <a:pt x="3324" y="0"/>
                    <a:pt x="3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5885775" y="4084525"/>
              <a:ext cx="79925" cy="51950"/>
            </a:xfrm>
            <a:custGeom>
              <a:avLst/>
              <a:gdLst/>
              <a:ahLst/>
              <a:cxnLst/>
              <a:rect l="l" t="t" r="r" b="b"/>
              <a:pathLst>
                <a:path w="3197" h="2078" extrusionOk="0">
                  <a:moveTo>
                    <a:pt x="2806" y="1"/>
                  </a:moveTo>
                  <a:cubicBezTo>
                    <a:pt x="2744" y="1"/>
                    <a:pt x="2681" y="17"/>
                    <a:pt x="2621" y="49"/>
                  </a:cubicBezTo>
                  <a:lnTo>
                    <a:pt x="224" y="1423"/>
                  </a:lnTo>
                  <a:cubicBezTo>
                    <a:pt x="48" y="1519"/>
                    <a:pt x="1" y="1743"/>
                    <a:pt x="97" y="1903"/>
                  </a:cubicBezTo>
                  <a:cubicBezTo>
                    <a:pt x="160" y="2014"/>
                    <a:pt x="272" y="2078"/>
                    <a:pt x="400" y="2078"/>
                  </a:cubicBezTo>
                  <a:cubicBezTo>
                    <a:pt x="463" y="2078"/>
                    <a:pt x="512" y="2062"/>
                    <a:pt x="576" y="2031"/>
                  </a:cubicBezTo>
                  <a:lnTo>
                    <a:pt x="2973" y="656"/>
                  </a:lnTo>
                  <a:cubicBezTo>
                    <a:pt x="3132" y="561"/>
                    <a:pt x="3196" y="337"/>
                    <a:pt x="3100" y="177"/>
                  </a:cubicBezTo>
                  <a:cubicBezTo>
                    <a:pt x="3037" y="61"/>
                    <a:pt x="2925" y="1"/>
                    <a:pt x="2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6028375" y="4201550"/>
              <a:ext cx="54350" cy="77550"/>
            </a:xfrm>
            <a:custGeom>
              <a:avLst/>
              <a:gdLst/>
              <a:ahLst/>
              <a:cxnLst/>
              <a:rect l="l" t="t" r="r" b="b"/>
              <a:pathLst>
                <a:path w="2174" h="3102" extrusionOk="0">
                  <a:moveTo>
                    <a:pt x="1773" y="1"/>
                  </a:moveTo>
                  <a:cubicBezTo>
                    <a:pt x="1653" y="1"/>
                    <a:pt x="1534" y="61"/>
                    <a:pt x="1470" y="177"/>
                  </a:cubicBezTo>
                  <a:lnTo>
                    <a:pt x="96" y="2574"/>
                  </a:lnTo>
                  <a:cubicBezTo>
                    <a:pt x="0" y="2750"/>
                    <a:pt x="49" y="2957"/>
                    <a:pt x="224" y="3053"/>
                  </a:cubicBezTo>
                  <a:cubicBezTo>
                    <a:pt x="273" y="3085"/>
                    <a:pt x="336" y="3102"/>
                    <a:pt x="400" y="3102"/>
                  </a:cubicBezTo>
                  <a:cubicBezTo>
                    <a:pt x="512" y="3102"/>
                    <a:pt x="639" y="3038"/>
                    <a:pt x="703" y="2925"/>
                  </a:cubicBezTo>
                  <a:lnTo>
                    <a:pt x="2077" y="529"/>
                  </a:lnTo>
                  <a:cubicBezTo>
                    <a:pt x="2173" y="353"/>
                    <a:pt x="2126" y="145"/>
                    <a:pt x="1950" y="49"/>
                  </a:cubicBezTo>
                  <a:cubicBezTo>
                    <a:pt x="1895" y="17"/>
                    <a:pt x="1834" y="1"/>
                    <a:pt x="1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6224100" y="4244300"/>
              <a:ext cx="17600" cy="87125"/>
            </a:xfrm>
            <a:custGeom>
              <a:avLst/>
              <a:gdLst/>
              <a:ahLst/>
              <a:cxnLst/>
              <a:rect l="l" t="t" r="r" b="b"/>
              <a:pathLst>
                <a:path w="704" h="3485" extrusionOk="0">
                  <a:moveTo>
                    <a:pt x="352" y="1"/>
                  </a:moveTo>
                  <a:cubicBezTo>
                    <a:pt x="160" y="1"/>
                    <a:pt x="1" y="161"/>
                    <a:pt x="1" y="352"/>
                  </a:cubicBezTo>
                  <a:lnTo>
                    <a:pt x="1" y="3133"/>
                  </a:lnTo>
                  <a:cubicBezTo>
                    <a:pt x="1" y="3324"/>
                    <a:pt x="160" y="3484"/>
                    <a:pt x="352" y="3484"/>
                  </a:cubicBezTo>
                  <a:cubicBezTo>
                    <a:pt x="544" y="3484"/>
                    <a:pt x="704" y="3324"/>
                    <a:pt x="704" y="3133"/>
                  </a:cubicBezTo>
                  <a:lnTo>
                    <a:pt x="704" y="352"/>
                  </a:lnTo>
                  <a:cubicBezTo>
                    <a:pt x="704" y="161"/>
                    <a:pt x="544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6383075" y="4201550"/>
              <a:ext cx="54775" cy="77550"/>
            </a:xfrm>
            <a:custGeom>
              <a:avLst/>
              <a:gdLst/>
              <a:ahLst/>
              <a:cxnLst/>
              <a:rect l="l" t="t" r="r" b="b"/>
              <a:pathLst>
                <a:path w="2191" h="3102" extrusionOk="0">
                  <a:moveTo>
                    <a:pt x="402" y="1"/>
                  </a:moveTo>
                  <a:cubicBezTo>
                    <a:pt x="340" y="1"/>
                    <a:pt x="279" y="17"/>
                    <a:pt x="225" y="49"/>
                  </a:cubicBezTo>
                  <a:cubicBezTo>
                    <a:pt x="49" y="145"/>
                    <a:pt x="1" y="353"/>
                    <a:pt x="97" y="529"/>
                  </a:cubicBezTo>
                  <a:lnTo>
                    <a:pt x="1487" y="2925"/>
                  </a:lnTo>
                  <a:cubicBezTo>
                    <a:pt x="1551" y="3038"/>
                    <a:pt x="1663" y="3102"/>
                    <a:pt x="1790" y="3102"/>
                  </a:cubicBezTo>
                  <a:cubicBezTo>
                    <a:pt x="1839" y="3102"/>
                    <a:pt x="1903" y="3085"/>
                    <a:pt x="1950" y="3053"/>
                  </a:cubicBezTo>
                  <a:cubicBezTo>
                    <a:pt x="2127" y="2957"/>
                    <a:pt x="2190" y="2750"/>
                    <a:pt x="2095" y="2574"/>
                  </a:cubicBezTo>
                  <a:lnTo>
                    <a:pt x="704" y="177"/>
                  </a:lnTo>
                  <a:cubicBezTo>
                    <a:pt x="640" y="61"/>
                    <a:pt x="521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6500150" y="4084525"/>
              <a:ext cx="79900" cy="51950"/>
            </a:xfrm>
            <a:custGeom>
              <a:avLst/>
              <a:gdLst/>
              <a:ahLst/>
              <a:cxnLst/>
              <a:rect l="l" t="t" r="r" b="b"/>
              <a:pathLst>
                <a:path w="3196" h="2078" extrusionOk="0">
                  <a:moveTo>
                    <a:pt x="397" y="1"/>
                  </a:moveTo>
                  <a:cubicBezTo>
                    <a:pt x="278" y="1"/>
                    <a:pt x="159" y="61"/>
                    <a:pt x="96" y="177"/>
                  </a:cubicBezTo>
                  <a:cubicBezTo>
                    <a:pt x="0" y="337"/>
                    <a:pt x="64" y="561"/>
                    <a:pt x="224" y="656"/>
                  </a:cubicBezTo>
                  <a:lnTo>
                    <a:pt x="2620" y="2031"/>
                  </a:lnTo>
                  <a:cubicBezTo>
                    <a:pt x="2684" y="2062"/>
                    <a:pt x="2748" y="2078"/>
                    <a:pt x="2796" y="2078"/>
                  </a:cubicBezTo>
                  <a:cubicBezTo>
                    <a:pt x="2923" y="2078"/>
                    <a:pt x="3036" y="2014"/>
                    <a:pt x="3100" y="1903"/>
                  </a:cubicBezTo>
                  <a:cubicBezTo>
                    <a:pt x="3196" y="1743"/>
                    <a:pt x="3147" y="1519"/>
                    <a:pt x="2972" y="1423"/>
                  </a:cubicBezTo>
                  <a:lnTo>
                    <a:pt x="575" y="49"/>
                  </a:lnTo>
                  <a:cubicBezTo>
                    <a:pt x="521" y="17"/>
                    <a:pt x="459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6224100" y="3697850"/>
              <a:ext cx="17600" cy="244125"/>
            </a:xfrm>
            <a:custGeom>
              <a:avLst/>
              <a:gdLst/>
              <a:ahLst/>
              <a:cxnLst/>
              <a:rect l="l" t="t" r="r" b="b"/>
              <a:pathLst>
                <a:path w="704" h="9765" extrusionOk="0">
                  <a:moveTo>
                    <a:pt x="352" y="1"/>
                  </a:moveTo>
                  <a:cubicBezTo>
                    <a:pt x="160" y="1"/>
                    <a:pt x="1" y="161"/>
                    <a:pt x="1" y="352"/>
                  </a:cubicBezTo>
                  <a:lnTo>
                    <a:pt x="1" y="9413"/>
                  </a:lnTo>
                  <a:cubicBezTo>
                    <a:pt x="1" y="9604"/>
                    <a:pt x="160" y="9764"/>
                    <a:pt x="352" y="9764"/>
                  </a:cubicBezTo>
                  <a:cubicBezTo>
                    <a:pt x="544" y="9764"/>
                    <a:pt x="704" y="9604"/>
                    <a:pt x="704" y="9413"/>
                  </a:cubicBezTo>
                  <a:lnTo>
                    <a:pt x="704" y="352"/>
                  </a:lnTo>
                  <a:cubicBezTo>
                    <a:pt x="704" y="161"/>
                    <a:pt x="544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6238475" y="3788125"/>
              <a:ext cx="86300" cy="135475"/>
            </a:xfrm>
            <a:custGeom>
              <a:avLst/>
              <a:gdLst/>
              <a:ahLst/>
              <a:cxnLst/>
              <a:rect l="l" t="t" r="r" b="b"/>
              <a:pathLst>
                <a:path w="3452" h="5419" extrusionOk="0">
                  <a:moveTo>
                    <a:pt x="3044" y="1"/>
                  </a:moveTo>
                  <a:cubicBezTo>
                    <a:pt x="2924" y="1"/>
                    <a:pt x="2812" y="61"/>
                    <a:pt x="2749" y="177"/>
                  </a:cubicBezTo>
                  <a:lnTo>
                    <a:pt x="97" y="4890"/>
                  </a:lnTo>
                  <a:cubicBezTo>
                    <a:pt x="1" y="5050"/>
                    <a:pt x="65" y="5274"/>
                    <a:pt x="224" y="5370"/>
                  </a:cubicBezTo>
                  <a:cubicBezTo>
                    <a:pt x="288" y="5401"/>
                    <a:pt x="352" y="5418"/>
                    <a:pt x="401" y="5418"/>
                  </a:cubicBezTo>
                  <a:cubicBezTo>
                    <a:pt x="529" y="5418"/>
                    <a:pt x="640" y="5354"/>
                    <a:pt x="704" y="5226"/>
                  </a:cubicBezTo>
                  <a:lnTo>
                    <a:pt x="3356" y="512"/>
                  </a:lnTo>
                  <a:cubicBezTo>
                    <a:pt x="3452" y="352"/>
                    <a:pt x="3388" y="129"/>
                    <a:pt x="3228" y="49"/>
                  </a:cubicBezTo>
                  <a:cubicBezTo>
                    <a:pt x="3169" y="17"/>
                    <a:pt x="3105" y="1"/>
                    <a:pt x="3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6182550" y="3882400"/>
              <a:ext cx="101100" cy="101100"/>
            </a:xfrm>
            <a:custGeom>
              <a:avLst/>
              <a:gdLst/>
              <a:ahLst/>
              <a:cxnLst/>
              <a:rect l="l" t="t" r="r" b="b"/>
              <a:pathLst>
                <a:path w="4044" h="4044" extrusionOk="0">
                  <a:moveTo>
                    <a:pt x="2014" y="1"/>
                  </a:moveTo>
                  <a:cubicBezTo>
                    <a:pt x="896" y="1"/>
                    <a:pt x="1" y="912"/>
                    <a:pt x="1" y="2031"/>
                  </a:cubicBezTo>
                  <a:cubicBezTo>
                    <a:pt x="1" y="3149"/>
                    <a:pt x="896" y="4044"/>
                    <a:pt x="2014" y="4044"/>
                  </a:cubicBezTo>
                  <a:cubicBezTo>
                    <a:pt x="3133" y="4044"/>
                    <a:pt x="4044" y="3149"/>
                    <a:pt x="4044" y="2031"/>
                  </a:cubicBezTo>
                  <a:cubicBezTo>
                    <a:pt x="4044" y="912"/>
                    <a:pt x="3133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5575400" y="3275650"/>
              <a:ext cx="320375" cy="320275"/>
            </a:xfrm>
            <a:custGeom>
              <a:avLst/>
              <a:gdLst/>
              <a:ahLst/>
              <a:cxnLst/>
              <a:rect l="l" t="t" r="r" b="b"/>
              <a:pathLst>
                <a:path w="12815" h="12811" extrusionOk="0">
                  <a:moveTo>
                    <a:pt x="8948" y="1"/>
                  </a:moveTo>
                  <a:lnTo>
                    <a:pt x="0" y="8932"/>
                  </a:lnTo>
                  <a:lnTo>
                    <a:pt x="0" y="8964"/>
                  </a:lnTo>
                  <a:lnTo>
                    <a:pt x="3851" y="12798"/>
                  </a:lnTo>
                  <a:cubicBezTo>
                    <a:pt x="3851" y="12807"/>
                    <a:pt x="3855" y="12811"/>
                    <a:pt x="3859" y="12811"/>
                  </a:cubicBezTo>
                  <a:cubicBezTo>
                    <a:pt x="3863" y="12811"/>
                    <a:pt x="3867" y="12807"/>
                    <a:pt x="3867" y="12798"/>
                  </a:cubicBezTo>
                  <a:lnTo>
                    <a:pt x="12799" y="3867"/>
                  </a:lnTo>
                  <a:cubicBezTo>
                    <a:pt x="12815" y="3851"/>
                    <a:pt x="12815" y="3851"/>
                    <a:pt x="12799" y="3835"/>
                  </a:cubicBezTo>
                  <a:lnTo>
                    <a:pt x="89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4" name="Google Shape;694;p24"/>
          <p:cNvGrpSpPr/>
          <p:nvPr/>
        </p:nvGrpSpPr>
        <p:grpSpPr>
          <a:xfrm>
            <a:off x="1806594" y="3561525"/>
            <a:ext cx="1922562" cy="1048173"/>
            <a:chOff x="713113" y="1345125"/>
            <a:chExt cx="1747784" cy="1048173"/>
          </a:xfrm>
        </p:grpSpPr>
        <p:sp>
          <p:nvSpPr>
            <p:cNvPr id="695" name="Google Shape;695;p24"/>
            <p:cNvSpPr/>
            <p:nvPr/>
          </p:nvSpPr>
          <p:spPr>
            <a:xfrm>
              <a:off x="713113" y="1345125"/>
              <a:ext cx="1747784" cy="359387"/>
            </a:xfrm>
            <a:custGeom>
              <a:avLst/>
              <a:gdLst/>
              <a:ahLst/>
              <a:cxnLst/>
              <a:rect l="l" t="t" r="r" b="b"/>
              <a:pathLst>
                <a:path w="76456" h="17514" extrusionOk="0">
                  <a:moveTo>
                    <a:pt x="1" y="1"/>
                  </a:moveTo>
                  <a:lnTo>
                    <a:pt x="76456" y="1"/>
                  </a:lnTo>
                  <a:lnTo>
                    <a:pt x="76456" y="17513"/>
                  </a:lnTo>
                  <a:lnTo>
                    <a:pt x="1" y="1751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SoccerFours0.4</a:t>
              </a:r>
              <a:endParaRPr sz="1800" dirty="0">
                <a:solidFill>
                  <a:schemeClr val="dk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713695" y="1704498"/>
              <a:ext cx="1746600" cy="68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Improved rewards and increased training time</a:t>
              </a:r>
              <a:endParaRPr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7" name="Google Shape;697;p24"/>
          <p:cNvGrpSpPr/>
          <p:nvPr/>
        </p:nvGrpSpPr>
        <p:grpSpPr>
          <a:xfrm>
            <a:off x="3667517" y="2830478"/>
            <a:ext cx="427800" cy="427800"/>
            <a:chOff x="2304025" y="2830478"/>
            <a:chExt cx="427800" cy="427800"/>
          </a:xfrm>
        </p:grpSpPr>
        <p:sp>
          <p:nvSpPr>
            <p:cNvPr id="698" name="Google Shape;698;p24"/>
            <p:cNvSpPr/>
            <p:nvPr/>
          </p:nvSpPr>
          <p:spPr>
            <a:xfrm>
              <a:off x="2304025" y="2830478"/>
              <a:ext cx="427800" cy="42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9" name="Google Shape;699;p24"/>
            <p:cNvGrpSpPr/>
            <p:nvPr/>
          </p:nvGrpSpPr>
          <p:grpSpPr>
            <a:xfrm>
              <a:off x="2313903" y="2840243"/>
              <a:ext cx="408002" cy="408594"/>
              <a:chOff x="1650050" y="4161922"/>
              <a:chExt cx="204205" cy="204491"/>
            </a:xfrm>
          </p:grpSpPr>
          <p:sp>
            <p:nvSpPr>
              <p:cNvPr id="700" name="Google Shape;700;p24"/>
              <p:cNvSpPr/>
              <p:nvPr/>
            </p:nvSpPr>
            <p:spPr>
              <a:xfrm flipH="1">
                <a:off x="1650050" y="4161922"/>
                <a:ext cx="204205" cy="204491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cubicBezTo>
                      <a:pt x="2979" y="770"/>
                      <a:pt x="2243" y="1284"/>
                      <a:pt x="1643" y="1934"/>
                    </a:cubicBez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cubicBezTo>
                      <a:pt x="52" y="7327"/>
                      <a:pt x="308" y="8183"/>
                      <a:pt x="719" y="8952"/>
                    </a:cubicBezTo>
                    <a:cubicBezTo>
                      <a:pt x="1490" y="10390"/>
                      <a:pt x="2825" y="11485"/>
                      <a:pt x="4416" y="11930"/>
                    </a:cubicBezTo>
                    <a:cubicBezTo>
                      <a:pt x="4948" y="12067"/>
                      <a:pt x="5495" y="12154"/>
                      <a:pt x="6059" y="12154"/>
                    </a:cubicBezTo>
                    <a:cubicBezTo>
                      <a:pt x="6470" y="12154"/>
                      <a:pt x="6865" y="12119"/>
                      <a:pt x="7258" y="12033"/>
                    </a:cubicBezTo>
                    <a:cubicBezTo>
                      <a:pt x="8867" y="11725"/>
                      <a:pt x="10270" y="10750"/>
                      <a:pt x="11144" y="9415"/>
                    </a:cubicBezTo>
                    <a:cubicBezTo>
                      <a:pt x="11674" y="8628"/>
                      <a:pt x="12000" y="7703"/>
                      <a:pt x="12102" y="6711"/>
                    </a:cubicBez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cubicBezTo>
                      <a:pt x="10151" y="1507"/>
                      <a:pt x="9414" y="925"/>
                      <a:pt x="8576" y="549"/>
                    </a:cubicBez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4"/>
              <p:cNvSpPr/>
              <p:nvPr/>
            </p:nvSpPr>
            <p:spPr>
              <a:xfrm flipH="1">
                <a:off x="1650050" y="4161922"/>
                <a:ext cx="204205" cy="202472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lnTo>
                      <a:pt x="3766" y="583"/>
                    </a:lnTo>
                    <a:lnTo>
                      <a:pt x="6077" y="2260"/>
                    </a:lnTo>
                    <a:lnTo>
                      <a:pt x="6025" y="3390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4"/>
                    </a:ln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lnTo>
                      <a:pt x="137" y="6487"/>
                    </a:lnTo>
                    <a:lnTo>
                      <a:pt x="2483" y="4776"/>
                    </a:lnTo>
                    <a:lnTo>
                      <a:pt x="3681" y="5204"/>
                    </a:lnTo>
                    <a:lnTo>
                      <a:pt x="4519" y="7772"/>
                    </a:lnTo>
                    <a:lnTo>
                      <a:pt x="3715" y="8936"/>
                    </a:lnTo>
                    <a:lnTo>
                      <a:pt x="737" y="8936"/>
                    </a:lnTo>
                    <a:lnTo>
                      <a:pt x="719" y="8952"/>
                    </a:lnTo>
                    <a:cubicBezTo>
                      <a:pt x="1490" y="10390"/>
                      <a:pt x="2825" y="11485"/>
                      <a:pt x="4416" y="11930"/>
                    </a:cubicBezTo>
                    <a:lnTo>
                      <a:pt x="4639" y="11759"/>
                    </a:lnTo>
                    <a:lnTo>
                      <a:pt x="3766" y="9107"/>
                    </a:lnTo>
                    <a:lnTo>
                      <a:pt x="4587" y="7943"/>
                    </a:lnTo>
                    <a:lnTo>
                      <a:pt x="7481" y="7943"/>
                    </a:lnTo>
                    <a:lnTo>
                      <a:pt x="7497" y="7977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48"/>
                    </a:lnTo>
                    <a:lnTo>
                      <a:pt x="7258" y="12033"/>
                    </a:lnTo>
                    <a:cubicBezTo>
                      <a:pt x="8867" y="11725"/>
                      <a:pt x="10270" y="10750"/>
                      <a:pt x="11144" y="9415"/>
                    </a:cubicBezTo>
                    <a:lnTo>
                      <a:pt x="11057" y="9123"/>
                    </a:lnTo>
                    <a:lnTo>
                      <a:pt x="8148" y="9123"/>
                    </a:lnTo>
                    <a:lnTo>
                      <a:pt x="8131" y="9089"/>
                    </a:lnTo>
                    <a:lnTo>
                      <a:pt x="7634" y="7909"/>
                    </a:lnTo>
                    <a:lnTo>
                      <a:pt x="7600" y="7840"/>
                    </a:lnTo>
                    <a:lnTo>
                      <a:pt x="8456" y="5152"/>
                    </a:lnTo>
                    <a:lnTo>
                      <a:pt x="9706" y="5136"/>
                    </a:lnTo>
                    <a:lnTo>
                      <a:pt x="12000" y="6795"/>
                    </a:lnTo>
                    <a:lnTo>
                      <a:pt x="12102" y="6711"/>
                    </a:ln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lnTo>
                      <a:pt x="10510" y="2208"/>
                    </a:lnTo>
                    <a:lnTo>
                      <a:pt x="9603" y="4981"/>
                    </a:lnTo>
                    <a:lnTo>
                      <a:pt x="8353" y="5015"/>
                    </a:lnTo>
                    <a:lnTo>
                      <a:pt x="6162" y="3424"/>
                    </a:lnTo>
                    <a:lnTo>
                      <a:pt x="6231" y="2295"/>
                    </a:lnTo>
                    <a:lnTo>
                      <a:pt x="8593" y="583"/>
                    </a:lnTo>
                    <a:lnTo>
                      <a:pt x="8576" y="549"/>
                    </a:ln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02" name="Google Shape;702;p24"/>
          <p:cNvCxnSpPr>
            <a:stCxn id="698" idx="4"/>
            <a:endCxn id="696" idx="3"/>
          </p:cNvCxnSpPr>
          <p:nvPr/>
        </p:nvCxnSpPr>
        <p:spPr>
          <a:xfrm rot="5400000">
            <a:off x="3301446" y="3685327"/>
            <a:ext cx="1007020" cy="152923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703" name="Google Shape;703;p24"/>
          <p:cNvGrpSpPr/>
          <p:nvPr/>
        </p:nvGrpSpPr>
        <p:grpSpPr>
          <a:xfrm>
            <a:off x="4537531" y="3561525"/>
            <a:ext cx="1922562" cy="1048173"/>
            <a:chOff x="713113" y="1345125"/>
            <a:chExt cx="1747784" cy="1048173"/>
          </a:xfrm>
        </p:grpSpPr>
        <p:sp>
          <p:nvSpPr>
            <p:cNvPr id="704" name="Google Shape;704;p24"/>
            <p:cNvSpPr/>
            <p:nvPr/>
          </p:nvSpPr>
          <p:spPr>
            <a:xfrm>
              <a:off x="713113" y="1345125"/>
              <a:ext cx="1747784" cy="359387"/>
            </a:xfrm>
            <a:custGeom>
              <a:avLst/>
              <a:gdLst/>
              <a:ahLst/>
              <a:cxnLst/>
              <a:rect l="l" t="t" r="r" b="b"/>
              <a:pathLst>
                <a:path w="76456" h="17514" extrusionOk="0">
                  <a:moveTo>
                    <a:pt x="1" y="1"/>
                  </a:moveTo>
                  <a:lnTo>
                    <a:pt x="76456" y="1"/>
                  </a:lnTo>
                  <a:lnTo>
                    <a:pt x="76456" y="17513"/>
                  </a:lnTo>
                  <a:lnTo>
                    <a:pt x="1" y="1751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3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SoccerFours0.6</a:t>
              </a:r>
              <a:endParaRPr sz="1800" dirty="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713695" y="1704498"/>
              <a:ext cx="1746600" cy="688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Professional Gameplay </a:t>
              </a:r>
              <a:r>
                <a:rPr lang="en-US" sz="1200" dirty="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👌</a:t>
              </a:r>
              <a:endParaRPr sz="120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6" name="Google Shape;706;p24"/>
          <p:cNvGrpSpPr/>
          <p:nvPr/>
        </p:nvGrpSpPr>
        <p:grpSpPr>
          <a:xfrm>
            <a:off x="6394500" y="2830478"/>
            <a:ext cx="427800" cy="427800"/>
            <a:chOff x="2304025" y="2830478"/>
            <a:chExt cx="427800" cy="427800"/>
          </a:xfrm>
        </p:grpSpPr>
        <p:sp>
          <p:nvSpPr>
            <p:cNvPr id="707" name="Google Shape;707;p24"/>
            <p:cNvSpPr/>
            <p:nvPr/>
          </p:nvSpPr>
          <p:spPr>
            <a:xfrm>
              <a:off x="2304025" y="2830478"/>
              <a:ext cx="427800" cy="42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8" name="Google Shape;708;p24"/>
            <p:cNvGrpSpPr/>
            <p:nvPr/>
          </p:nvGrpSpPr>
          <p:grpSpPr>
            <a:xfrm>
              <a:off x="2313903" y="2840243"/>
              <a:ext cx="408002" cy="408594"/>
              <a:chOff x="1650050" y="4161922"/>
              <a:chExt cx="204205" cy="204491"/>
            </a:xfrm>
          </p:grpSpPr>
          <p:sp>
            <p:nvSpPr>
              <p:cNvPr id="709" name="Google Shape;709;p24"/>
              <p:cNvSpPr/>
              <p:nvPr/>
            </p:nvSpPr>
            <p:spPr>
              <a:xfrm flipH="1">
                <a:off x="1650050" y="4161922"/>
                <a:ext cx="204205" cy="204491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cubicBezTo>
                      <a:pt x="2979" y="770"/>
                      <a:pt x="2243" y="1284"/>
                      <a:pt x="1643" y="1934"/>
                    </a:cubicBez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cubicBezTo>
                      <a:pt x="52" y="7327"/>
                      <a:pt x="308" y="8183"/>
                      <a:pt x="719" y="8952"/>
                    </a:cubicBezTo>
                    <a:cubicBezTo>
                      <a:pt x="1490" y="10390"/>
                      <a:pt x="2825" y="11485"/>
                      <a:pt x="4416" y="11930"/>
                    </a:cubicBezTo>
                    <a:cubicBezTo>
                      <a:pt x="4948" y="12067"/>
                      <a:pt x="5495" y="12154"/>
                      <a:pt x="6059" y="12154"/>
                    </a:cubicBezTo>
                    <a:cubicBezTo>
                      <a:pt x="6470" y="12154"/>
                      <a:pt x="6865" y="12119"/>
                      <a:pt x="7258" y="12033"/>
                    </a:cubicBezTo>
                    <a:cubicBezTo>
                      <a:pt x="8867" y="11725"/>
                      <a:pt x="10270" y="10750"/>
                      <a:pt x="11144" y="9415"/>
                    </a:cubicBezTo>
                    <a:cubicBezTo>
                      <a:pt x="11674" y="8628"/>
                      <a:pt x="12000" y="7703"/>
                      <a:pt x="12102" y="6711"/>
                    </a:cubicBez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cubicBezTo>
                      <a:pt x="10151" y="1507"/>
                      <a:pt x="9414" y="925"/>
                      <a:pt x="8576" y="549"/>
                    </a:cubicBez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4"/>
              <p:cNvSpPr/>
              <p:nvPr/>
            </p:nvSpPr>
            <p:spPr>
              <a:xfrm flipH="1">
                <a:off x="1650050" y="4161922"/>
                <a:ext cx="204205" cy="202472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lnTo>
                      <a:pt x="3766" y="583"/>
                    </a:lnTo>
                    <a:lnTo>
                      <a:pt x="6077" y="2260"/>
                    </a:lnTo>
                    <a:lnTo>
                      <a:pt x="6025" y="3390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4"/>
                    </a:ln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lnTo>
                      <a:pt x="137" y="6487"/>
                    </a:lnTo>
                    <a:lnTo>
                      <a:pt x="2483" y="4776"/>
                    </a:lnTo>
                    <a:lnTo>
                      <a:pt x="3681" y="5204"/>
                    </a:lnTo>
                    <a:lnTo>
                      <a:pt x="4519" y="7772"/>
                    </a:lnTo>
                    <a:lnTo>
                      <a:pt x="3715" y="8936"/>
                    </a:lnTo>
                    <a:lnTo>
                      <a:pt x="737" y="8936"/>
                    </a:lnTo>
                    <a:lnTo>
                      <a:pt x="719" y="8952"/>
                    </a:lnTo>
                    <a:cubicBezTo>
                      <a:pt x="1490" y="10390"/>
                      <a:pt x="2825" y="11485"/>
                      <a:pt x="4416" y="11930"/>
                    </a:cubicBezTo>
                    <a:lnTo>
                      <a:pt x="4639" y="11759"/>
                    </a:lnTo>
                    <a:lnTo>
                      <a:pt x="3766" y="9107"/>
                    </a:lnTo>
                    <a:lnTo>
                      <a:pt x="4587" y="7943"/>
                    </a:lnTo>
                    <a:lnTo>
                      <a:pt x="7481" y="7943"/>
                    </a:lnTo>
                    <a:lnTo>
                      <a:pt x="7497" y="7977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48"/>
                    </a:lnTo>
                    <a:lnTo>
                      <a:pt x="7258" y="12033"/>
                    </a:lnTo>
                    <a:cubicBezTo>
                      <a:pt x="8867" y="11725"/>
                      <a:pt x="10270" y="10750"/>
                      <a:pt x="11144" y="9415"/>
                    </a:cubicBezTo>
                    <a:lnTo>
                      <a:pt x="11057" y="9123"/>
                    </a:lnTo>
                    <a:lnTo>
                      <a:pt x="8148" y="9123"/>
                    </a:lnTo>
                    <a:lnTo>
                      <a:pt x="8131" y="9089"/>
                    </a:lnTo>
                    <a:lnTo>
                      <a:pt x="7634" y="7909"/>
                    </a:lnTo>
                    <a:lnTo>
                      <a:pt x="7600" y="7840"/>
                    </a:lnTo>
                    <a:lnTo>
                      <a:pt x="8456" y="5152"/>
                    </a:lnTo>
                    <a:lnTo>
                      <a:pt x="9706" y="5136"/>
                    </a:lnTo>
                    <a:lnTo>
                      <a:pt x="12000" y="6795"/>
                    </a:lnTo>
                    <a:lnTo>
                      <a:pt x="12102" y="6711"/>
                    </a:ln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lnTo>
                      <a:pt x="10510" y="2208"/>
                    </a:lnTo>
                    <a:lnTo>
                      <a:pt x="9603" y="4981"/>
                    </a:lnTo>
                    <a:lnTo>
                      <a:pt x="8353" y="5015"/>
                    </a:lnTo>
                    <a:lnTo>
                      <a:pt x="6162" y="3424"/>
                    </a:lnTo>
                    <a:lnTo>
                      <a:pt x="6231" y="2295"/>
                    </a:lnTo>
                    <a:lnTo>
                      <a:pt x="8593" y="583"/>
                    </a:lnTo>
                    <a:lnTo>
                      <a:pt x="8576" y="549"/>
                    </a:ln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11" name="Google Shape;711;p24"/>
          <p:cNvCxnSpPr>
            <a:stCxn id="707" idx="4"/>
            <a:endCxn id="705" idx="3"/>
          </p:cNvCxnSpPr>
          <p:nvPr/>
        </p:nvCxnSpPr>
        <p:spPr>
          <a:xfrm rot="5400000">
            <a:off x="6030406" y="3687304"/>
            <a:ext cx="1007020" cy="148969"/>
          </a:xfrm>
          <a:prstGeom prst="bentConnector2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712" name="Google Shape;712;p24"/>
          <p:cNvGrpSpPr/>
          <p:nvPr/>
        </p:nvGrpSpPr>
        <p:grpSpPr>
          <a:xfrm>
            <a:off x="3166731" y="1328162"/>
            <a:ext cx="1922562" cy="1065148"/>
            <a:chOff x="713113" y="1345125"/>
            <a:chExt cx="1747784" cy="1065148"/>
          </a:xfrm>
        </p:grpSpPr>
        <p:sp>
          <p:nvSpPr>
            <p:cNvPr id="713" name="Google Shape;713;p24"/>
            <p:cNvSpPr/>
            <p:nvPr/>
          </p:nvSpPr>
          <p:spPr>
            <a:xfrm>
              <a:off x="713113" y="1345125"/>
              <a:ext cx="1747784" cy="359387"/>
            </a:xfrm>
            <a:custGeom>
              <a:avLst/>
              <a:gdLst/>
              <a:ahLst/>
              <a:cxnLst/>
              <a:rect l="l" t="t" r="r" b="b"/>
              <a:pathLst>
                <a:path w="76456" h="17514" extrusionOk="0">
                  <a:moveTo>
                    <a:pt x="1" y="1"/>
                  </a:moveTo>
                  <a:lnTo>
                    <a:pt x="76456" y="1"/>
                  </a:lnTo>
                  <a:lnTo>
                    <a:pt x="76456" y="17513"/>
                  </a:lnTo>
                  <a:lnTo>
                    <a:pt x="1" y="1751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2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SoccerThrees0.1</a:t>
              </a:r>
              <a:endParaRPr sz="1800" dirty="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713695" y="1721473"/>
              <a:ext cx="1746600" cy="68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 3v3 version for comparison purposes</a:t>
              </a:r>
              <a:endParaRPr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5" name="Google Shape;715;p24"/>
          <p:cNvGrpSpPr/>
          <p:nvPr/>
        </p:nvGrpSpPr>
        <p:grpSpPr>
          <a:xfrm>
            <a:off x="5031008" y="2813516"/>
            <a:ext cx="427800" cy="427800"/>
            <a:chOff x="2304025" y="2830478"/>
            <a:chExt cx="427800" cy="427800"/>
          </a:xfrm>
        </p:grpSpPr>
        <p:sp>
          <p:nvSpPr>
            <p:cNvPr id="716" name="Google Shape;716;p24"/>
            <p:cNvSpPr/>
            <p:nvPr/>
          </p:nvSpPr>
          <p:spPr>
            <a:xfrm>
              <a:off x="2304025" y="2830478"/>
              <a:ext cx="427800" cy="42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7" name="Google Shape;717;p24"/>
            <p:cNvGrpSpPr/>
            <p:nvPr/>
          </p:nvGrpSpPr>
          <p:grpSpPr>
            <a:xfrm>
              <a:off x="2313903" y="2840243"/>
              <a:ext cx="408002" cy="408594"/>
              <a:chOff x="1650050" y="4161922"/>
              <a:chExt cx="204205" cy="204491"/>
            </a:xfrm>
          </p:grpSpPr>
          <p:sp>
            <p:nvSpPr>
              <p:cNvPr id="718" name="Google Shape;718;p24"/>
              <p:cNvSpPr/>
              <p:nvPr/>
            </p:nvSpPr>
            <p:spPr>
              <a:xfrm flipH="1">
                <a:off x="1650050" y="4161922"/>
                <a:ext cx="204205" cy="204491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15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cubicBezTo>
                      <a:pt x="2979" y="770"/>
                      <a:pt x="2243" y="1284"/>
                      <a:pt x="1643" y="1934"/>
                    </a:cubicBez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cubicBezTo>
                      <a:pt x="52" y="7327"/>
                      <a:pt x="308" y="8183"/>
                      <a:pt x="719" y="8952"/>
                    </a:cubicBezTo>
                    <a:cubicBezTo>
                      <a:pt x="1490" y="10390"/>
                      <a:pt x="2825" y="11485"/>
                      <a:pt x="4416" y="11930"/>
                    </a:cubicBezTo>
                    <a:cubicBezTo>
                      <a:pt x="4948" y="12067"/>
                      <a:pt x="5495" y="12154"/>
                      <a:pt x="6059" y="12154"/>
                    </a:cubicBezTo>
                    <a:cubicBezTo>
                      <a:pt x="6470" y="12154"/>
                      <a:pt x="6865" y="12119"/>
                      <a:pt x="7258" y="12033"/>
                    </a:cubicBezTo>
                    <a:cubicBezTo>
                      <a:pt x="8867" y="11725"/>
                      <a:pt x="10270" y="10750"/>
                      <a:pt x="11144" y="9415"/>
                    </a:cubicBezTo>
                    <a:cubicBezTo>
                      <a:pt x="11674" y="8628"/>
                      <a:pt x="12000" y="7703"/>
                      <a:pt x="12102" y="6711"/>
                    </a:cubicBez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cubicBezTo>
                      <a:pt x="10151" y="1507"/>
                      <a:pt x="9414" y="925"/>
                      <a:pt x="8576" y="549"/>
                    </a:cubicBez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 flipH="1">
                <a:off x="1650050" y="4161922"/>
                <a:ext cx="204205" cy="202472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2034" extrusionOk="0">
                    <a:moveTo>
                      <a:pt x="6059" y="1"/>
                    </a:moveTo>
                    <a:cubicBezTo>
                      <a:pt x="5272" y="1"/>
                      <a:pt x="4503" y="154"/>
                      <a:pt x="3800" y="446"/>
                    </a:cubicBezTo>
                    <a:lnTo>
                      <a:pt x="3766" y="583"/>
                    </a:lnTo>
                    <a:lnTo>
                      <a:pt x="6077" y="2260"/>
                    </a:lnTo>
                    <a:lnTo>
                      <a:pt x="6025" y="3390"/>
                    </a:lnTo>
                    <a:lnTo>
                      <a:pt x="3715" y="5050"/>
                    </a:lnTo>
                    <a:lnTo>
                      <a:pt x="2517" y="4639"/>
                    </a:lnTo>
                    <a:lnTo>
                      <a:pt x="1643" y="1934"/>
                    </a:lnTo>
                    <a:cubicBezTo>
                      <a:pt x="616" y="3013"/>
                      <a:pt x="0" y="4468"/>
                      <a:pt x="0" y="6077"/>
                    </a:cubicBezTo>
                    <a:lnTo>
                      <a:pt x="0" y="6385"/>
                    </a:lnTo>
                    <a:lnTo>
                      <a:pt x="0" y="6402"/>
                    </a:lnTo>
                    <a:lnTo>
                      <a:pt x="137" y="6487"/>
                    </a:lnTo>
                    <a:lnTo>
                      <a:pt x="2483" y="4776"/>
                    </a:lnTo>
                    <a:lnTo>
                      <a:pt x="3681" y="5204"/>
                    </a:lnTo>
                    <a:lnTo>
                      <a:pt x="4519" y="7772"/>
                    </a:lnTo>
                    <a:lnTo>
                      <a:pt x="3715" y="8936"/>
                    </a:lnTo>
                    <a:lnTo>
                      <a:pt x="737" y="8936"/>
                    </a:lnTo>
                    <a:lnTo>
                      <a:pt x="719" y="8952"/>
                    </a:lnTo>
                    <a:cubicBezTo>
                      <a:pt x="1490" y="10390"/>
                      <a:pt x="2825" y="11485"/>
                      <a:pt x="4416" y="11930"/>
                    </a:cubicBezTo>
                    <a:lnTo>
                      <a:pt x="4639" y="11759"/>
                    </a:lnTo>
                    <a:lnTo>
                      <a:pt x="3766" y="9107"/>
                    </a:lnTo>
                    <a:lnTo>
                      <a:pt x="4587" y="7943"/>
                    </a:lnTo>
                    <a:lnTo>
                      <a:pt x="7481" y="7943"/>
                    </a:lnTo>
                    <a:lnTo>
                      <a:pt x="7497" y="7977"/>
                    </a:lnTo>
                    <a:lnTo>
                      <a:pt x="7994" y="9158"/>
                    </a:lnTo>
                    <a:lnTo>
                      <a:pt x="8029" y="9226"/>
                    </a:lnTo>
                    <a:lnTo>
                      <a:pt x="7138" y="11948"/>
                    </a:lnTo>
                    <a:lnTo>
                      <a:pt x="7258" y="12033"/>
                    </a:lnTo>
                    <a:cubicBezTo>
                      <a:pt x="8867" y="11725"/>
                      <a:pt x="10270" y="10750"/>
                      <a:pt x="11144" y="9415"/>
                    </a:cubicBezTo>
                    <a:lnTo>
                      <a:pt x="11057" y="9123"/>
                    </a:lnTo>
                    <a:lnTo>
                      <a:pt x="8148" y="9123"/>
                    </a:lnTo>
                    <a:lnTo>
                      <a:pt x="8131" y="9089"/>
                    </a:lnTo>
                    <a:lnTo>
                      <a:pt x="7634" y="7909"/>
                    </a:lnTo>
                    <a:lnTo>
                      <a:pt x="7600" y="7840"/>
                    </a:lnTo>
                    <a:lnTo>
                      <a:pt x="8456" y="5152"/>
                    </a:lnTo>
                    <a:lnTo>
                      <a:pt x="9706" y="5136"/>
                    </a:lnTo>
                    <a:lnTo>
                      <a:pt x="12000" y="6795"/>
                    </a:lnTo>
                    <a:lnTo>
                      <a:pt x="12102" y="6711"/>
                    </a:lnTo>
                    <a:cubicBezTo>
                      <a:pt x="12136" y="6505"/>
                      <a:pt x="12136" y="6300"/>
                      <a:pt x="12136" y="6077"/>
                    </a:cubicBezTo>
                    <a:cubicBezTo>
                      <a:pt x="12136" y="4605"/>
                      <a:pt x="11623" y="3253"/>
                      <a:pt x="10749" y="2208"/>
                    </a:cubicBezTo>
                    <a:lnTo>
                      <a:pt x="10510" y="2208"/>
                    </a:lnTo>
                    <a:lnTo>
                      <a:pt x="9603" y="4981"/>
                    </a:lnTo>
                    <a:lnTo>
                      <a:pt x="8353" y="5015"/>
                    </a:lnTo>
                    <a:lnTo>
                      <a:pt x="6162" y="3424"/>
                    </a:lnTo>
                    <a:lnTo>
                      <a:pt x="6231" y="2295"/>
                    </a:lnTo>
                    <a:lnTo>
                      <a:pt x="8593" y="583"/>
                    </a:lnTo>
                    <a:lnTo>
                      <a:pt x="8576" y="549"/>
                    </a:lnTo>
                    <a:cubicBezTo>
                      <a:pt x="7823" y="206"/>
                      <a:pt x="6967" y="1"/>
                      <a:pt x="60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20" name="Google Shape;720;p24"/>
          <p:cNvCxnSpPr>
            <a:stCxn id="716" idx="0"/>
            <a:endCxn id="714" idx="3"/>
          </p:cNvCxnSpPr>
          <p:nvPr/>
        </p:nvCxnSpPr>
        <p:spPr>
          <a:xfrm rot="16200000" flipV="1">
            <a:off x="4784467" y="2353074"/>
            <a:ext cx="764606" cy="156277"/>
          </a:xfrm>
          <a:prstGeom prst="bentConnector2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Planned Improvements</a:t>
            </a:r>
            <a:endParaRPr dirty="0"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5983104" y="2025777"/>
            <a:ext cx="1372605" cy="682568"/>
            <a:chOff x="407797" y="3854552"/>
            <a:chExt cx="1372605" cy="682568"/>
          </a:xfrm>
        </p:grpSpPr>
        <p:sp>
          <p:nvSpPr>
            <p:cNvPr id="241" name="Google Shape;241;p20"/>
            <p:cNvSpPr/>
            <p:nvPr/>
          </p:nvSpPr>
          <p:spPr>
            <a:xfrm>
              <a:off x="1081104" y="4006691"/>
              <a:ext cx="297103" cy="179825"/>
            </a:xfrm>
            <a:custGeom>
              <a:avLst/>
              <a:gdLst/>
              <a:ahLst/>
              <a:cxnLst/>
              <a:rect l="l" t="t" r="r" b="b"/>
              <a:pathLst>
                <a:path w="15238" h="9223" extrusionOk="0">
                  <a:moveTo>
                    <a:pt x="1258" y="0"/>
                  </a:moveTo>
                  <a:cubicBezTo>
                    <a:pt x="1" y="0"/>
                    <a:pt x="1575" y="3070"/>
                    <a:pt x="1575" y="3070"/>
                  </a:cubicBezTo>
                  <a:lnTo>
                    <a:pt x="12201" y="8655"/>
                  </a:lnTo>
                  <a:lnTo>
                    <a:pt x="14830" y="9223"/>
                  </a:lnTo>
                  <a:lnTo>
                    <a:pt x="15237" y="7299"/>
                  </a:lnTo>
                  <a:cubicBezTo>
                    <a:pt x="15237" y="7299"/>
                    <a:pt x="10033" y="4614"/>
                    <a:pt x="8703" y="4155"/>
                  </a:cubicBezTo>
                  <a:cubicBezTo>
                    <a:pt x="7348" y="3721"/>
                    <a:pt x="2794" y="169"/>
                    <a:pt x="1358" y="6"/>
                  </a:cubicBezTo>
                  <a:cubicBezTo>
                    <a:pt x="1323" y="2"/>
                    <a:pt x="1289" y="0"/>
                    <a:pt x="1258" y="0"/>
                  </a:cubicBezTo>
                  <a:close/>
                </a:path>
              </a:pathLst>
            </a:custGeom>
            <a:solidFill>
              <a:srgbClr val="333A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407797" y="4234071"/>
              <a:ext cx="1372605" cy="303050"/>
            </a:xfrm>
            <a:custGeom>
              <a:avLst/>
              <a:gdLst/>
              <a:ahLst/>
              <a:cxnLst/>
              <a:rect l="l" t="t" r="r" b="b"/>
              <a:pathLst>
                <a:path w="70399" h="15543" extrusionOk="0">
                  <a:moveTo>
                    <a:pt x="68013" y="0"/>
                  </a:moveTo>
                  <a:lnTo>
                    <a:pt x="66007" y="6047"/>
                  </a:lnTo>
                  <a:lnTo>
                    <a:pt x="20629" y="9434"/>
                  </a:lnTo>
                  <a:lnTo>
                    <a:pt x="1111" y="7565"/>
                  </a:lnTo>
                  <a:cubicBezTo>
                    <a:pt x="1111" y="7565"/>
                    <a:pt x="352" y="7781"/>
                    <a:pt x="163" y="9217"/>
                  </a:cubicBezTo>
                  <a:cubicBezTo>
                    <a:pt x="1" y="10655"/>
                    <a:pt x="1" y="11602"/>
                    <a:pt x="1" y="11602"/>
                  </a:cubicBezTo>
                  <a:cubicBezTo>
                    <a:pt x="1" y="11602"/>
                    <a:pt x="4125" y="13880"/>
                    <a:pt x="4946" y="13880"/>
                  </a:cubicBezTo>
                  <a:cubicBezTo>
                    <a:pt x="4951" y="13880"/>
                    <a:pt x="4956" y="13880"/>
                    <a:pt x="4960" y="13880"/>
                  </a:cubicBezTo>
                  <a:cubicBezTo>
                    <a:pt x="5774" y="13880"/>
                    <a:pt x="6804" y="13608"/>
                    <a:pt x="6804" y="13608"/>
                  </a:cubicBezTo>
                  <a:lnTo>
                    <a:pt x="7020" y="14367"/>
                  </a:lnTo>
                  <a:cubicBezTo>
                    <a:pt x="7020" y="14367"/>
                    <a:pt x="9922" y="15294"/>
                    <a:pt x="16375" y="15294"/>
                  </a:cubicBezTo>
                  <a:cubicBezTo>
                    <a:pt x="16639" y="15294"/>
                    <a:pt x="16910" y="15292"/>
                    <a:pt x="17187" y="15289"/>
                  </a:cubicBezTo>
                  <a:lnTo>
                    <a:pt x="18568" y="14016"/>
                  </a:lnTo>
                  <a:lnTo>
                    <a:pt x="20195" y="15235"/>
                  </a:lnTo>
                  <a:cubicBezTo>
                    <a:pt x="20195" y="15235"/>
                    <a:pt x="22349" y="15323"/>
                    <a:pt x="24292" y="15323"/>
                  </a:cubicBezTo>
                  <a:cubicBezTo>
                    <a:pt x="25582" y="15323"/>
                    <a:pt x="26778" y="15284"/>
                    <a:pt x="27189" y="15155"/>
                  </a:cubicBezTo>
                  <a:cubicBezTo>
                    <a:pt x="27653" y="15012"/>
                    <a:pt x="28238" y="14947"/>
                    <a:pt x="28902" y="14947"/>
                  </a:cubicBezTo>
                  <a:cubicBezTo>
                    <a:pt x="29749" y="14947"/>
                    <a:pt x="30725" y="15053"/>
                    <a:pt x="31743" y="15235"/>
                  </a:cubicBezTo>
                  <a:cubicBezTo>
                    <a:pt x="33285" y="15515"/>
                    <a:pt x="36479" y="15535"/>
                    <a:pt x="37956" y="15535"/>
                  </a:cubicBezTo>
                  <a:cubicBezTo>
                    <a:pt x="38193" y="15535"/>
                    <a:pt x="38385" y="15534"/>
                    <a:pt x="38520" y="15534"/>
                  </a:cubicBezTo>
                  <a:cubicBezTo>
                    <a:pt x="39469" y="15506"/>
                    <a:pt x="40038" y="14910"/>
                    <a:pt x="40038" y="14910"/>
                  </a:cubicBezTo>
                  <a:lnTo>
                    <a:pt x="41204" y="15480"/>
                  </a:lnTo>
                  <a:cubicBezTo>
                    <a:pt x="41204" y="15480"/>
                    <a:pt x="41945" y="15542"/>
                    <a:pt x="43251" y="15542"/>
                  </a:cubicBezTo>
                  <a:cubicBezTo>
                    <a:pt x="45166" y="15542"/>
                    <a:pt x="48299" y="15408"/>
                    <a:pt x="52102" y="14747"/>
                  </a:cubicBezTo>
                  <a:lnTo>
                    <a:pt x="53212" y="13203"/>
                  </a:lnTo>
                  <a:lnTo>
                    <a:pt x="54108" y="14070"/>
                  </a:lnTo>
                  <a:cubicBezTo>
                    <a:pt x="54108" y="14070"/>
                    <a:pt x="58091" y="13745"/>
                    <a:pt x="62728" y="11006"/>
                  </a:cubicBezTo>
                  <a:lnTo>
                    <a:pt x="62700" y="10113"/>
                  </a:lnTo>
                  <a:lnTo>
                    <a:pt x="62700" y="10113"/>
                  </a:lnTo>
                  <a:lnTo>
                    <a:pt x="63487" y="10763"/>
                  </a:lnTo>
                  <a:cubicBezTo>
                    <a:pt x="63487" y="10763"/>
                    <a:pt x="65872" y="9679"/>
                    <a:pt x="66306" y="9217"/>
                  </a:cubicBezTo>
                  <a:lnTo>
                    <a:pt x="66306" y="8540"/>
                  </a:lnTo>
                  <a:lnTo>
                    <a:pt x="66766" y="8783"/>
                  </a:lnTo>
                  <a:cubicBezTo>
                    <a:pt x="66766" y="8783"/>
                    <a:pt x="68447" y="7807"/>
                    <a:pt x="69422" y="5422"/>
                  </a:cubicBezTo>
                  <a:cubicBezTo>
                    <a:pt x="70398" y="3036"/>
                    <a:pt x="68013" y="0"/>
                    <a:pt x="68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420490" y="4317071"/>
              <a:ext cx="1326083" cy="172475"/>
            </a:xfrm>
            <a:custGeom>
              <a:avLst/>
              <a:gdLst/>
              <a:ahLst/>
              <a:cxnLst/>
              <a:rect l="l" t="t" r="r" b="b"/>
              <a:pathLst>
                <a:path w="68013" h="8846" extrusionOk="0">
                  <a:moveTo>
                    <a:pt x="1273" y="0"/>
                  </a:moveTo>
                  <a:cubicBezTo>
                    <a:pt x="1273" y="0"/>
                    <a:pt x="434" y="894"/>
                    <a:pt x="217" y="2223"/>
                  </a:cubicBezTo>
                  <a:cubicBezTo>
                    <a:pt x="0" y="3550"/>
                    <a:pt x="1436" y="4175"/>
                    <a:pt x="2657" y="4609"/>
                  </a:cubicBezTo>
                  <a:cubicBezTo>
                    <a:pt x="3850" y="5014"/>
                    <a:pt x="11169" y="6370"/>
                    <a:pt x="15261" y="6669"/>
                  </a:cubicBezTo>
                  <a:cubicBezTo>
                    <a:pt x="19355" y="6994"/>
                    <a:pt x="26349" y="7319"/>
                    <a:pt x="27947" y="7671"/>
                  </a:cubicBezTo>
                  <a:cubicBezTo>
                    <a:pt x="29408" y="7963"/>
                    <a:pt x="38734" y="8846"/>
                    <a:pt x="43725" y="8846"/>
                  </a:cubicBezTo>
                  <a:cubicBezTo>
                    <a:pt x="44293" y="8846"/>
                    <a:pt x="44804" y="8834"/>
                    <a:pt x="45242" y="8809"/>
                  </a:cubicBezTo>
                  <a:cubicBezTo>
                    <a:pt x="49525" y="8538"/>
                    <a:pt x="63621" y="6452"/>
                    <a:pt x="68012" y="705"/>
                  </a:cubicBezTo>
                  <a:lnTo>
                    <a:pt x="12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523027" y="3929637"/>
              <a:ext cx="416506" cy="216715"/>
            </a:xfrm>
            <a:custGeom>
              <a:avLst/>
              <a:gdLst/>
              <a:ahLst/>
              <a:cxnLst/>
              <a:rect l="l" t="t" r="r" b="b"/>
              <a:pathLst>
                <a:path w="21362" h="11115" extrusionOk="0">
                  <a:moveTo>
                    <a:pt x="21036" y="0"/>
                  </a:moveTo>
                  <a:cubicBezTo>
                    <a:pt x="18867" y="55"/>
                    <a:pt x="17212" y="2277"/>
                    <a:pt x="15694" y="3850"/>
                  </a:cubicBezTo>
                  <a:cubicBezTo>
                    <a:pt x="14150" y="5422"/>
                    <a:pt x="11873" y="6805"/>
                    <a:pt x="9542" y="7131"/>
                  </a:cubicBezTo>
                  <a:cubicBezTo>
                    <a:pt x="9304" y="7167"/>
                    <a:pt x="9068" y="7184"/>
                    <a:pt x="8833" y="7184"/>
                  </a:cubicBezTo>
                  <a:cubicBezTo>
                    <a:pt x="6799" y="7184"/>
                    <a:pt x="4893" y="5887"/>
                    <a:pt x="2900" y="4500"/>
                  </a:cubicBezTo>
                  <a:cubicBezTo>
                    <a:pt x="1383" y="3465"/>
                    <a:pt x="586" y="3300"/>
                    <a:pt x="233" y="3300"/>
                  </a:cubicBezTo>
                  <a:cubicBezTo>
                    <a:pt x="68" y="3300"/>
                    <a:pt x="0" y="3336"/>
                    <a:pt x="0" y="3336"/>
                  </a:cubicBezTo>
                  <a:lnTo>
                    <a:pt x="1464" y="6127"/>
                  </a:lnTo>
                  <a:lnTo>
                    <a:pt x="6940" y="10572"/>
                  </a:lnTo>
                  <a:lnTo>
                    <a:pt x="10652" y="11115"/>
                  </a:lnTo>
                  <a:lnTo>
                    <a:pt x="15777" y="8133"/>
                  </a:lnTo>
                  <a:lnTo>
                    <a:pt x="21361" y="3253"/>
                  </a:lnTo>
                  <a:lnTo>
                    <a:pt x="210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917306" y="3854552"/>
              <a:ext cx="218840" cy="205679"/>
            </a:xfrm>
            <a:custGeom>
              <a:avLst/>
              <a:gdLst/>
              <a:ahLst/>
              <a:cxnLst/>
              <a:rect l="l" t="t" r="r" b="b"/>
              <a:pathLst>
                <a:path w="11224" h="10549" extrusionOk="0">
                  <a:moveTo>
                    <a:pt x="2987" y="1"/>
                  </a:moveTo>
                  <a:cubicBezTo>
                    <a:pt x="2877" y="1"/>
                    <a:pt x="2767" y="10"/>
                    <a:pt x="2657" y="30"/>
                  </a:cubicBezTo>
                  <a:cubicBezTo>
                    <a:pt x="1464" y="247"/>
                    <a:pt x="976" y="815"/>
                    <a:pt x="488" y="2550"/>
                  </a:cubicBezTo>
                  <a:cubicBezTo>
                    <a:pt x="0" y="4313"/>
                    <a:pt x="731" y="6807"/>
                    <a:pt x="731" y="6807"/>
                  </a:cubicBezTo>
                  <a:lnTo>
                    <a:pt x="1165" y="8568"/>
                  </a:lnTo>
                  <a:lnTo>
                    <a:pt x="11223" y="10548"/>
                  </a:lnTo>
                  <a:cubicBezTo>
                    <a:pt x="9271" y="5532"/>
                    <a:pt x="7211" y="3663"/>
                    <a:pt x="6181" y="2225"/>
                  </a:cubicBezTo>
                  <a:cubicBezTo>
                    <a:pt x="5220" y="945"/>
                    <a:pt x="4082" y="1"/>
                    <a:pt x="2987" y="1"/>
                  </a:cubicBezTo>
                  <a:close/>
                </a:path>
              </a:pathLst>
            </a:custGeom>
            <a:solidFill>
              <a:srgbClr val="333A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917306" y="3854552"/>
              <a:ext cx="218840" cy="205679"/>
            </a:xfrm>
            <a:custGeom>
              <a:avLst/>
              <a:gdLst/>
              <a:ahLst/>
              <a:cxnLst/>
              <a:rect l="l" t="t" r="r" b="b"/>
              <a:pathLst>
                <a:path w="11224" h="10549" extrusionOk="0">
                  <a:moveTo>
                    <a:pt x="2987" y="1"/>
                  </a:moveTo>
                  <a:cubicBezTo>
                    <a:pt x="2877" y="1"/>
                    <a:pt x="2767" y="10"/>
                    <a:pt x="2657" y="30"/>
                  </a:cubicBezTo>
                  <a:cubicBezTo>
                    <a:pt x="1464" y="247"/>
                    <a:pt x="976" y="815"/>
                    <a:pt x="488" y="2550"/>
                  </a:cubicBezTo>
                  <a:cubicBezTo>
                    <a:pt x="0" y="4313"/>
                    <a:pt x="731" y="6807"/>
                    <a:pt x="731" y="6807"/>
                  </a:cubicBezTo>
                  <a:lnTo>
                    <a:pt x="1165" y="8568"/>
                  </a:lnTo>
                  <a:lnTo>
                    <a:pt x="11223" y="10548"/>
                  </a:lnTo>
                  <a:cubicBezTo>
                    <a:pt x="9271" y="5532"/>
                    <a:pt x="7211" y="3663"/>
                    <a:pt x="6181" y="2225"/>
                  </a:cubicBezTo>
                  <a:cubicBezTo>
                    <a:pt x="5220" y="945"/>
                    <a:pt x="4082" y="1"/>
                    <a:pt x="2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461708" y="3982046"/>
              <a:ext cx="591437" cy="191797"/>
            </a:xfrm>
            <a:custGeom>
              <a:avLst/>
              <a:gdLst/>
              <a:ahLst/>
              <a:cxnLst/>
              <a:rect l="l" t="t" r="r" b="b"/>
              <a:pathLst>
                <a:path w="30334" h="9837" extrusionOk="0">
                  <a:moveTo>
                    <a:pt x="26279" y="0"/>
                  </a:moveTo>
                  <a:cubicBezTo>
                    <a:pt x="25869" y="0"/>
                    <a:pt x="25415" y="23"/>
                    <a:pt x="24912" y="77"/>
                  </a:cubicBezTo>
                  <a:cubicBezTo>
                    <a:pt x="22392" y="348"/>
                    <a:pt x="20249" y="3033"/>
                    <a:pt x="18948" y="4360"/>
                  </a:cubicBezTo>
                  <a:cubicBezTo>
                    <a:pt x="17647" y="5716"/>
                    <a:pt x="15315" y="7993"/>
                    <a:pt x="12416" y="8021"/>
                  </a:cubicBezTo>
                  <a:cubicBezTo>
                    <a:pt x="12404" y="8021"/>
                    <a:pt x="12393" y="8021"/>
                    <a:pt x="12381" y="8021"/>
                  </a:cubicBezTo>
                  <a:cubicBezTo>
                    <a:pt x="9501" y="8021"/>
                    <a:pt x="4308" y="1323"/>
                    <a:pt x="3984" y="999"/>
                  </a:cubicBezTo>
                  <a:cubicBezTo>
                    <a:pt x="3820" y="835"/>
                    <a:pt x="3574" y="643"/>
                    <a:pt x="3178" y="643"/>
                  </a:cubicBezTo>
                  <a:cubicBezTo>
                    <a:pt x="2789" y="643"/>
                    <a:pt x="2257" y="828"/>
                    <a:pt x="1519" y="1407"/>
                  </a:cubicBezTo>
                  <a:cubicBezTo>
                    <a:pt x="1" y="2545"/>
                    <a:pt x="55" y="4714"/>
                    <a:pt x="55" y="4714"/>
                  </a:cubicBezTo>
                  <a:lnTo>
                    <a:pt x="7292" y="8969"/>
                  </a:lnTo>
                  <a:lnTo>
                    <a:pt x="15289" y="9836"/>
                  </a:lnTo>
                  <a:lnTo>
                    <a:pt x="23665" y="2734"/>
                  </a:lnTo>
                  <a:cubicBezTo>
                    <a:pt x="23665" y="2734"/>
                    <a:pt x="28490" y="1895"/>
                    <a:pt x="29169" y="1866"/>
                  </a:cubicBezTo>
                  <a:cubicBezTo>
                    <a:pt x="29845" y="1866"/>
                    <a:pt x="30333" y="782"/>
                    <a:pt x="29520" y="539"/>
                  </a:cubicBezTo>
                  <a:cubicBezTo>
                    <a:pt x="28869" y="366"/>
                    <a:pt x="27924" y="0"/>
                    <a:pt x="26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427334" y="4008407"/>
              <a:ext cx="1337762" cy="440273"/>
            </a:xfrm>
            <a:custGeom>
              <a:avLst/>
              <a:gdLst/>
              <a:ahLst/>
              <a:cxnLst/>
              <a:rect l="l" t="t" r="r" b="b"/>
              <a:pathLst>
                <a:path w="68612" h="22581" extrusionOk="0">
                  <a:moveTo>
                    <a:pt x="48252" y="7020"/>
                  </a:moveTo>
                  <a:cubicBezTo>
                    <a:pt x="48252" y="7020"/>
                    <a:pt x="48310" y="7055"/>
                    <a:pt x="48411" y="7113"/>
                  </a:cubicBezTo>
                  <a:lnTo>
                    <a:pt x="48411" y="7113"/>
                  </a:lnTo>
                  <a:cubicBezTo>
                    <a:pt x="48322" y="7054"/>
                    <a:pt x="48252" y="7020"/>
                    <a:pt x="48252" y="7020"/>
                  </a:cubicBezTo>
                  <a:close/>
                  <a:moveTo>
                    <a:pt x="28409" y="0"/>
                  </a:moveTo>
                  <a:cubicBezTo>
                    <a:pt x="28400" y="0"/>
                    <a:pt x="28392" y="0"/>
                    <a:pt x="28383" y="0"/>
                  </a:cubicBezTo>
                  <a:cubicBezTo>
                    <a:pt x="25130" y="55"/>
                    <a:pt x="24289" y="1382"/>
                    <a:pt x="23233" y="2494"/>
                  </a:cubicBezTo>
                  <a:cubicBezTo>
                    <a:pt x="22175" y="3579"/>
                    <a:pt x="18842" y="7888"/>
                    <a:pt x="14042" y="7970"/>
                  </a:cubicBezTo>
                  <a:cubicBezTo>
                    <a:pt x="14020" y="7970"/>
                    <a:pt x="13998" y="7971"/>
                    <a:pt x="13975" y="7971"/>
                  </a:cubicBezTo>
                  <a:cubicBezTo>
                    <a:pt x="9212" y="7971"/>
                    <a:pt x="6225" y="2277"/>
                    <a:pt x="3536" y="2277"/>
                  </a:cubicBezTo>
                  <a:cubicBezTo>
                    <a:pt x="3524" y="2277"/>
                    <a:pt x="3511" y="2277"/>
                    <a:pt x="3499" y="2278"/>
                  </a:cubicBezTo>
                  <a:cubicBezTo>
                    <a:pt x="1221" y="2304"/>
                    <a:pt x="1031" y="6099"/>
                    <a:pt x="517" y="8729"/>
                  </a:cubicBezTo>
                  <a:cubicBezTo>
                    <a:pt x="1" y="11386"/>
                    <a:pt x="922" y="15831"/>
                    <a:pt x="922" y="15831"/>
                  </a:cubicBezTo>
                  <a:cubicBezTo>
                    <a:pt x="922" y="15831"/>
                    <a:pt x="2928" y="17972"/>
                    <a:pt x="4800" y="18677"/>
                  </a:cubicBezTo>
                  <a:cubicBezTo>
                    <a:pt x="5582" y="18961"/>
                    <a:pt x="7396" y="19045"/>
                    <a:pt x="9408" y="19045"/>
                  </a:cubicBezTo>
                  <a:cubicBezTo>
                    <a:pt x="12201" y="19045"/>
                    <a:pt x="15375" y="18883"/>
                    <a:pt x="16699" y="18867"/>
                  </a:cubicBezTo>
                  <a:cubicBezTo>
                    <a:pt x="16720" y="18867"/>
                    <a:pt x="16743" y="18867"/>
                    <a:pt x="16766" y="18867"/>
                  </a:cubicBezTo>
                  <a:cubicBezTo>
                    <a:pt x="19194" y="18867"/>
                    <a:pt x="29225" y="20338"/>
                    <a:pt x="32259" y="21008"/>
                  </a:cubicBezTo>
                  <a:cubicBezTo>
                    <a:pt x="34313" y="21459"/>
                    <a:pt x="38596" y="22580"/>
                    <a:pt x="44725" y="22580"/>
                  </a:cubicBezTo>
                  <a:cubicBezTo>
                    <a:pt x="47815" y="22580"/>
                    <a:pt x="51375" y="22295"/>
                    <a:pt x="55355" y="21496"/>
                  </a:cubicBezTo>
                  <a:cubicBezTo>
                    <a:pt x="67256" y="19110"/>
                    <a:pt x="67119" y="17024"/>
                    <a:pt x="67878" y="16265"/>
                  </a:cubicBezTo>
                  <a:cubicBezTo>
                    <a:pt x="68611" y="15506"/>
                    <a:pt x="67499" y="12062"/>
                    <a:pt x="67011" y="11574"/>
                  </a:cubicBezTo>
                  <a:cubicBezTo>
                    <a:pt x="66536" y="11127"/>
                    <a:pt x="62699" y="10191"/>
                    <a:pt x="59346" y="10191"/>
                  </a:cubicBezTo>
                  <a:cubicBezTo>
                    <a:pt x="59253" y="10191"/>
                    <a:pt x="59161" y="10192"/>
                    <a:pt x="59069" y="10193"/>
                  </a:cubicBezTo>
                  <a:cubicBezTo>
                    <a:pt x="59016" y="10194"/>
                    <a:pt x="58962" y="10194"/>
                    <a:pt x="58908" y="10194"/>
                  </a:cubicBezTo>
                  <a:cubicBezTo>
                    <a:pt x="55522" y="10194"/>
                    <a:pt x="52281" y="8538"/>
                    <a:pt x="51588" y="8538"/>
                  </a:cubicBezTo>
                  <a:cubicBezTo>
                    <a:pt x="51581" y="8539"/>
                    <a:pt x="51574" y="8539"/>
                    <a:pt x="51567" y="8539"/>
                  </a:cubicBezTo>
                  <a:cubicBezTo>
                    <a:pt x="50922" y="8539"/>
                    <a:pt x="48980" y="7442"/>
                    <a:pt x="48411" y="7113"/>
                  </a:cubicBezTo>
                  <a:lnTo>
                    <a:pt x="48411" y="7113"/>
                  </a:lnTo>
                  <a:cubicBezTo>
                    <a:pt x="48679" y="7292"/>
                    <a:pt x="49116" y="7710"/>
                    <a:pt x="48280" y="8159"/>
                  </a:cubicBezTo>
                  <a:cubicBezTo>
                    <a:pt x="48157" y="8226"/>
                    <a:pt x="48013" y="8257"/>
                    <a:pt x="47853" y="8257"/>
                  </a:cubicBezTo>
                  <a:cubicBezTo>
                    <a:pt x="46529" y="8257"/>
                    <a:pt x="44082" y="6185"/>
                    <a:pt x="42993" y="5773"/>
                  </a:cubicBezTo>
                  <a:cubicBezTo>
                    <a:pt x="41804" y="5315"/>
                    <a:pt x="31662" y="0"/>
                    <a:pt x="28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1368127" y="4145279"/>
              <a:ext cx="3744" cy="2125"/>
            </a:xfrm>
            <a:custGeom>
              <a:avLst/>
              <a:gdLst/>
              <a:ahLst/>
              <a:cxnLst/>
              <a:rect l="l" t="t" r="r" b="b"/>
              <a:pathLst>
                <a:path w="192" h="109" extrusionOk="0">
                  <a:moveTo>
                    <a:pt x="0" y="0"/>
                  </a:moveTo>
                  <a:cubicBezTo>
                    <a:pt x="0" y="0"/>
                    <a:pt x="55" y="55"/>
                    <a:pt x="191" y="109"/>
                  </a:cubicBezTo>
                  <a:cubicBezTo>
                    <a:pt x="83" y="2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33A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906738" y="4059646"/>
              <a:ext cx="25386" cy="25405"/>
            </a:xfrm>
            <a:custGeom>
              <a:avLst/>
              <a:gdLst/>
              <a:ahLst/>
              <a:cxnLst/>
              <a:rect l="l" t="t" r="r" b="b"/>
              <a:pathLst>
                <a:path w="1302" h="1303" extrusionOk="0">
                  <a:moveTo>
                    <a:pt x="651" y="1"/>
                  </a:moveTo>
                  <a:cubicBezTo>
                    <a:pt x="297" y="29"/>
                    <a:pt x="0" y="300"/>
                    <a:pt x="0" y="680"/>
                  </a:cubicBezTo>
                  <a:cubicBezTo>
                    <a:pt x="0" y="1031"/>
                    <a:pt x="297" y="1302"/>
                    <a:pt x="651" y="1302"/>
                  </a:cubicBezTo>
                  <a:cubicBezTo>
                    <a:pt x="1030" y="1302"/>
                    <a:pt x="1302" y="1005"/>
                    <a:pt x="1302" y="651"/>
                  </a:cubicBezTo>
                  <a:cubicBezTo>
                    <a:pt x="1302" y="300"/>
                    <a:pt x="1002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1225971" y="4117281"/>
              <a:ext cx="25386" cy="25386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51" y="1"/>
                  </a:moveTo>
                  <a:cubicBezTo>
                    <a:pt x="298" y="27"/>
                    <a:pt x="0" y="298"/>
                    <a:pt x="0" y="677"/>
                  </a:cubicBezTo>
                  <a:cubicBezTo>
                    <a:pt x="0" y="1031"/>
                    <a:pt x="298" y="1302"/>
                    <a:pt x="651" y="1302"/>
                  </a:cubicBezTo>
                  <a:cubicBezTo>
                    <a:pt x="1030" y="1302"/>
                    <a:pt x="1302" y="1003"/>
                    <a:pt x="1302" y="651"/>
                  </a:cubicBezTo>
                  <a:cubicBezTo>
                    <a:pt x="1302" y="298"/>
                    <a:pt x="1002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1306300" y="4162729"/>
              <a:ext cx="25386" cy="25405"/>
            </a:xfrm>
            <a:custGeom>
              <a:avLst/>
              <a:gdLst/>
              <a:ahLst/>
              <a:cxnLst/>
              <a:rect l="l" t="t" r="r" b="b"/>
              <a:pathLst>
                <a:path w="1302" h="1303" extrusionOk="0">
                  <a:moveTo>
                    <a:pt x="651" y="1"/>
                  </a:moveTo>
                  <a:cubicBezTo>
                    <a:pt x="298" y="1"/>
                    <a:pt x="1" y="298"/>
                    <a:pt x="1" y="652"/>
                  </a:cubicBezTo>
                  <a:cubicBezTo>
                    <a:pt x="1" y="1003"/>
                    <a:pt x="298" y="1302"/>
                    <a:pt x="651" y="1302"/>
                  </a:cubicBezTo>
                  <a:cubicBezTo>
                    <a:pt x="1031" y="1302"/>
                    <a:pt x="1302" y="1003"/>
                    <a:pt x="1302" y="652"/>
                  </a:cubicBezTo>
                  <a:cubicBezTo>
                    <a:pt x="1302" y="272"/>
                    <a:pt x="1003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1390315" y="4196011"/>
              <a:ext cx="25386" cy="25386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51" y="1"/>
                  </a:moveTo>
                  <a:cubicBezTo>
                    <a:pt x="272" y="29"/>
                    <a:pt x="1" y="300"/>
                    <a:pt x="1" y="679"/>
                  </a:cubicBezTo>
                  <a:cubicBezTo>
                    <a:pt x="1" y="1031"/>
                    <a:pt x="300" y="1302"/>
                    <a:pt x="651" y="1302"/>
                  </a:cubicBezTo>
                  <a:cubicBezTo>
                    <a:pt x="1005" y="1302"/>
                    <a:pt x="1302" y="1005"/>
                    <a:pt x="1302" y="651"/>
                  </a:cubicBezTo>
                  <a:cubicBezTo>
                    <a:pt x="1302" y="300"/>
                    <a:pt x="1005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1055777" y="4051204"/>
              <a:ext cx="31742" cy="31722"/>
            </a:xfrm>
            <a:custGeom>
              <a:avLst/>
              <a:gdLst/>
              <a:ahLst/>
              <a:cxnLst/>
              <a:rect l="l" t="t" r="r" b="b"/>
              <a:pathLst>
                <a:path w="1628" h="1627" extrusionOk="0">
                  <a:moveTo>
                    <a:pt x="814" y="0"/>
                  </a:moveTo>
                  <a:cubicBezTo>
                    <a:pt x="352" y="28"/>
                    <a:pt x="1" y="380"/>
                    <a:pt x="1" y="842"/>
                  </a:cubicBezTo>
                  <a:cubicBezTo>
                    <a:pt x="27" y="1275"/>
                    <a:pt x="380" y="1627"/>
                    <a:pt x="840" y="1627"/>
                  </a:cubicBezTo>
                  <a:cubicBezTo>
                    <a:pt x="1274" y="1627"/>
                    <a:pt x="1627" y="1247"/>
                    <a:pt x="1627" y="813"/>
                  </a:cubicBezTo>
                  <a:cubicBezTo>
                    <a:pt x="1627" y="354"/>
                    <a:pt x="1248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1133455" y="4087137"/>
              <a:ext cx="32288" cy="31722"/>
            </a:xfrm>
            <a:custGeom>
              <a:avLst/>
              <a:gdLst/>
              <a:ahLst/>
              <a:cxnLst/>
              <a:rect l="l" t="t" r="r" b="b"/>
              <a:pathLst>
                <a:path w="1656" h="1627" extrusionOk="0">
                  <a:moveTo>
                    <a:pt x="814" y="0"/>
                  </a:moveTo>
                  <a:cubicBezTo>
                    <a:pt x="380" y="0"/>
                    <a:pt x="0" y="380"/>
                    <a:pt x="29" y="814"/>
                  </a:cubicBezTo>
                  <a:cubicBezTo>
                    <a:pt x="29" y="1276"/>
                    <a:pt x="380" y="1627"/>
                    <a:pt x="842" y="1627"/>
                  </a:cubicBezTo>
                  <a:cubicBezTo>
                    <a:pt x="1276" y="1601"/>
                    <a:pt x="1655" y="1247"/>
                    <a:pt x="1627" y="788"/>
                  </a:cubicBezTo>
                  <a:cubicBezTo>
                    <a:pt x="1627" y="354"/>
                    <a:pt x="1276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967492" y="4017336"/>
              <a:ext cx="25386" cy="24918"/>
            </a:xfrm>
            <a:custGeom>
              <a:avLst/>
              <a:gdLst/>
              <a:ahLst/>
              <a:cxnLst/>
              <a:rect l="l" t="t" r="r" b="b"/>
              <a:pathLst>
                <a:path w="1302" h="1278" extrusionOk="0">
                  <a:moveTo>
                    <a:pt x="694" y="1"/>
                  </a:moveTo>
                  <a:cubicBezTo>
                    <a:pt x="680" y="1"/>
                    <a:pt x="666" y="1"/>
                    <a:pt x="651" y="2"/>
                  </a:cubicBezTo>
                  <a:cubicBezTo>
                    <a:pt x="272" y="2"/>
                    <a:pt x="1" y="302"/>
                    <a:pt x="1" y="653"/>
                  </a:cubicBezTo>
                  <a:cubicBezTo>
                    <a:pt x="1" y="1006"/>
                    <a:pt x="300" y="1277"/>
                    <a:pt x="651" y="1277"/>
                  </a:cubicBezTo>
                  <a:cubicBezTo>
                    <a:pt x="1005" y="1277"/>
                    <a:pt x="1302" y="978"/>
                    <a:pt x="1302" y="627"/>
                  </a:cubicBezTo>
                  <a:cubicBezTo>
                    <a:pt x="1302" y="288"/>
                    <a:pt x="1029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1054607" y="4025369"/>
              <a:ext cx="111272" cy="49992"/>
            </a:xfrm>
            <a:custGeom>
              <a:avLst/>
              <a:gdLst/>
              <a:ahLst/>
              <a:cxnLst/>
              <a:rect l="l" t="t" r="r" b="b"/>
              <a:pathLst>
                <a:path w="5707" h="2564" extrusionOk="0">
                  <a:moveTo>
                    <a:pt x="4115" y="1"/>
                  </a:moveTo>
                  <a:cubicBezTo>
                    <a:pt x="2624" y="1"/>
                    <a:pt x="1176" y="688"/>
                    <a:pt x="195" y="1841"/>
                  </a:cubicBezTo>
                  <a:cubicBezTo>
                    <a:pt x="0" y="2080"/>
                    <a:pt x="589" y="2563"/>
                    <a:pt x="984" y="2563"/>
                  </a:cubicBezTo>
                  <a:cubicBezTo>
                    <a:pt x="1081" y="2563"/>
                    <a:pt x="1166" y="2534"/>
                    <a:pt x="1225" y="2464"/>
                  </a:cubicBezTo>
                  <a:cubicBezTo>
                    <a:pt x="2081" y="1487"/>
                    <a:pt x="3353" y="841"/>
                    <a:pt x="4646" y="841"/>
                  </a:cubicBezTo>
                  <a:cubicBezTo>
                    <a:pt x="4789" y="841"/>
                    <a:pt x="4932" y="849"/>
                    <a:pt x="5075" y="865"/>
                  </a:cubicBezTo>
                  <a:cubicBezTo>
                    <a:pt x="5096" y="867"/>
                    <a:pt x="5115" y="868"/>
                    <a:pt x="5134" y="868"/>
                  </a:cubicBezTo>
                  <a:cubicBezTo>
                    <a:pt x="5706" y="868"/>
                    <a:pt x="4982" y="76"/>
                    <a:pt x="4587" y="24"/>
                  </a:cubicBezTo>
                  <a:cubicBezTo>
                    <a:pt x="4429" y="8"/>
                    <a:pt x="4272" y="1"/>
                    <a:pt x="41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1131252" y="4062239"/>
              <a:ext cx="99379" cy="44357"/>
            </a:xfrm>
            <a:custGeom>
              <a:avLst/>
              <a:gdLst/>
              <a:ahLst/>
              <a:cxnLst/>
              <a:rect l="l" t="t" r="r" b="b"/>
              <a:pathLst>
                <a:path w="5097" h="2275" extrusionOk="0">
                  <a:moveTo>
                    <a:pt x="3728" y="0"/>
                  </a:moveTo>
                  <a:cubicBezTo>
                    <a:pt x="2409" y="0"/>
                    <a:pt x="1073" y="504"/>
                    <a:pt x="196" y="1549"/>
                  </a:cubicBezTo>
                  <a:cubicBezTo>
                    <a:pt x="0" y="1808"/>
                    <a:pt x="582" y="2274"/>
                    <a:pt x="977" y="2274"/>
                  </a:cubicBezTo>
                  <a:cubicBezTo>
                    <a:pt x="1077" y="2274"/>
                    <a:pt x="1165" y="2244"/>
                    <a:pt x="1226" y="2173"/>
                  </a:cubicBezTo>
                  <a:cubicBezTo>
                    <a:pt x="1975" y="1283"/>
                    <a:pt x="3129" y="839"/>
                    <a:pt x="4249" y="839"/>
                  </a:cubicBezTo>
                  <a:cubicBezTo>
                    <a:pt x="4426" y="839"/>
                    <a:pt x="4602" y="850"/>
                    <a:pt x="4776" y="872"/>
                  </a:cubicBezTo>
                  <a:cubicBezTo>
                    <a:pt x="4792" y="873"/>
                    <a:pt x="4808" y="874"/>
                    <a:pt x="4823" y="874"/>
                  </a:cubicBezTo>
                  <a:cubicBezTo>
                    <a:pt x="5078" y="874"/>
                    <a:pt x="5097" y="669"/>
                    <a:pt x="5021" y="464"/>
                  </a:cubicBezTo>
                  <a:cubicBezTo>
                    <a:pt x="4939" y="221"/>
                    <a:pt x="4533" y="59"/>
                    <a:pt x="4288" y="31"/>
                  </a:cubicBezTo>
                  <a:cubicBezTo>
                    <a:pt x="4103" y="10"/>
                    <a:pt x="3916" y="0"/>
                    <a:pt x="3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1222656" y="4098563"/>
              <a:ext cx="86744" cy="39521"/>
            </a:xfrm>
            <a:custGeom>
              <a:avLst/>
              <a:gdLst/>
              <a:ahLst/>
              <a:cxnLst/>
              <a:rect l="l" t="t" r="r" b="b"/>
              <a:pathLst>
                <a:path w="4449" h="2027" extrusionOk="0">
                  <a:moveTo>
                    <a:pt x="2983" y="1"/>
                  </a:moveTo>
                  <a:cubicBezTo>
                    <a:pt x="1926" y="1"/>
                    <a:pt x="727" y="300"/>
                    <a:pt x="170" y="1258"/>
                  </a:cubicBezTo>
                  <a:cubicBezTo>
                    <a:pt x="1" y="1576"/>
                    <a:pt x="593" y="2026"/>
                    <a:pt x="964" y="2026"/>
                  </a:cubicBezTo>
                  <a:cubicBezTo>
                    <a:pt x="1067" y="2026"/>
                    <a:pt x="1153" y="1991"/>
                    <a:pt x="1200" y="1908"/>
                  </a:cubicBezTo>
                  <a:cubicBezTo>
                    <a:pt x="1666" y="1087"/>
                    <a:pt x="2661" y="847"/>
                    <a:pt x="3558" y="847"/>
                  </a:cubicBezTo>
                  <a:cubicBezTo>
                    <a:pt x="3755" y="847"/>
                    <a:pt x="3947" y="859"/>
                    <a:pt x="4128" y="878"/>
                  </a:cubicBezTo>
                  <a:cubicBezTo>
                    <a:pt x="4144" y="880"/>
                    <a:pt x="4160" y="881"/>
                    <a:pt x="4174" y="881"/>
                  </a:cubicBezTo>
                  <a:cubicBezTo>
                    <a:pt x="4405" y="881"/>
                    <a:pt x="4449" y="678"/>
                    <a:pt x="4371" y="499"/>
                  </a:cubicBezTo>
                  <a:cubicBezTo>
                    <a:pt x="4263" y="228"/>
                    <a:pt x="3911" y="65"/>
                    <a:pt x="3640" y="39"/>
                  </a:cubicBezTo>
                  <a:cubicBezTo>
                    <a:pt x="3433" y="15"/>
                    <a:pt x="3211" y="1"/>
                    <a:pt x="2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303941" y="4137363"/>
              <a:ext cx="82162" cy="45117"/>
            </a:xfrm>
            <a:custGeom>
              <a:avLst/>
              <a:gdLst/>
              <a:ahLst/>
              <a:cxnLst/>
              <a:rect l="l" t="t" r="r" b="b"/>
              <a:pathLst>
                <a:path w="4214" h="2314" extrusionOk="0">
                  <a:moveTo>
                    <a:pt x="3049" y="1"/>
                  </a:moveTo>
                  <a:cubicBezTo>
                    <a:pt x="1911" y="1"/>
                    <a:pt x="718" y="515"/>
                    <a:pt x="148" y="1545"/>
                  </a:cubicBezTo>
                  <a:cubicBezTo>
                    <a:pt x="0" y="1864"/>
                    <a:pt x="598" y="2313"/>
                    <a:pt x="955" y="2313"/>
                  </a:cubicBezTo>
                  <a:cubicBezTo>
                    <a:pt x="1055" y="2313"/>
                    <a:pt x="1137" y="2278"/>
                    <a:pt x="1178" y="2195"/>
                  </a:cubicBezTo>
                  <a:cubicBezTo>
                    <a:pt x="1640" y="1328"/>
                    <a:pt x="2587" y="840"/>
                    <a:pt x="3537" y="840"/>
                  </a:cubicBezTo>
                  <a:cubicBezTo>
                    <a:pt x="4214" y="814"/>
                    <a:pt x="3455" y="1"/>
                    <a:pt x="30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391310" y="4166785"/>
              <a:ext cx="54008" cy="51532"/>
            </a:xfrm>
            <a:custGeom>
              <a:avLst/>
              <a:gdLst/>
              <a:ahLst/>
              <a:cxnLst/>
              <a:rect l="l" t="t" r="r" b="b"/>
              <a:pathLst>
                <a:path w="2770" h="2643" extrusionOk="0">
                  <a:moveTo>
                    <a:pt x="1891" y="0"/>
                  </a:moveTo>
                  <a:cubicBezTo>
                    <a:pt x="1858" y="0"/>
                    <a:pt x="1825" y="3"/>
                    <a:pt x="1793" y="10"/>
                  </a:cubicBezTo>
                  <a:cubicBezTo>
                    <a:pt x="845" y="198"/>
                    <a:pt x="249" y="1094"/>
                    <a:pt x="58" y="1988"/>
                  </a:cubicBezTo>
                  <a:cubicBezTo>
                    <a:pt x="1" y="2280"/>
                    <a:pt x="529" y="2643"/>
                    <a:pt x="872" y="2643"/>
                  </a:cubicBezTo>
                  <a:cubicBezTo>
                    <a:pt x="1006" y="2643"/>
                    <a:pt x="1112" y="2587"/>
                    <a:pt x="1143" y="2449"/>
                  </a:cubicBezTo>
                  <a:cubicBezTo>
                    <a:pt x="1279" y="1771"/>
                    <a:pt x="1767" y="986"/>
                    <a:pt x="2498" y="823"/>
                  </a:cubicBezTo>
                  <a:cubicBezTo>
                    <a:pt x="2769" y="769"/>
                    <a:pt x="2661" y="498"/>
                    <a:pt x="2552" y="335"/>
                  </a:cubicBezTo>
                  <a:cubicBezTo>
                    <a:pt x="2409" y="167"/>
                    <a:pt x="2139" y="0"/>
                    <a:pt x="18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0"/>
          <p:cNvGrpSpPr/>
          <p:nvPr/>
        </p:nvGrpSpPr>
        <p:grpSpPr>
          <a:xfrm>
            <a:off x="1611193" y="1692632"/>
            <a:ext cx="1601973" cy="1080668"/>
            <a:chOff x="4154047" y="1464782"/>
            <a:chExt cx="1601973" cy="1080668"/>
          </a:xfrm>
        </p:grpSpPr>
        <p:sp>
          <p:nvSpPr>
            <p:cNvPr id="263" name="Google Shape;263;p20"/>
            <p:cNvSpPr/>
            <p:nvPr/>
          </p:nvSpPr>
          <p:spPr>
            <a:xfrm>
              <a:off x="4154047" y="1807587"/>
              <a:ext cx="1601973" cy="737863"/>
            </a:xfrm>
            <a:custGeom>
              <a:avLst/>
              <a:gdLst/>
              <a:ahLst/>
              <a:cxnLst/>
              <a:rect l="l" t="t" r="r" b="b"/>
              <a:pathLst>
                <a:path w="82163" h="37844" extrusionOk="0">
                  <a:moveTo>
                    <a:pt x="39694" y="1"/>
                  </a:moveTo>
                  <a:cubicBezTo>
                    <a:pt x="32110" y="1"/>
                    <a:pt x="22367" y="122"/>
                    <a:pt x="14502" y="4310"/>
                  </a:cubicBezTo>
                  <a:cubicBezTo>
                    <a:pt x="5014" y="9352"/>
                    <a:pt x="0" y="20169"/>
                    <a:pt x="0" y="27568"/>
                  </a:cubicBezTo>
                  <a:cubicBezTo>
                    <a:pt x="0" y="34996"/>
                    <a:pt x="3633" y="36217"/>
                    <a:pt x="6912" y="36948"/>
                  </a:cubicBezTo>
                  <a:cubicBezTo>
                    <a:pt x="9948" y="37653"/>
                    <a:pt x="23718" y="37843"/>
                    <a:pt x="41067" y="37843"/>
                  </a:cubicBezTo>
                  <a:cubicBezTo>
                    <a:pt x="58444" y="37843"/>
                    <a:pt x="72187" y="37653"/>
                    <a:pt x="75251" y="36948"/>
                  </a:cubicBezTo>
                  <a:cubicBezTo>
                    <a:pt x="78530" y="36217"/>
                    <a:pt x="82163" y="34996"/>
                    <a:pt x="82163" y="27568"/>
                  </a:cubicBezTo>
                  <a:cubicBezTo>
                    <a:pt x="82163" y="20169"/>
                    <a:pt x="77149" y="9352"/>
                    <a:pt x="67661" y="4310"/>
                  </a:cubicBezTo>
                  <a:cubicBezTo>
                    <a:pt x="59795" y="122"/>
                    <a:pt x="50053" y="1"/>
                    <a:pt x="42445" y="1"/>
                  </a:cubicBezTo>
                  <a:cubicBezTo>
                    <a:pt x="41977" y="1"/>
                    <a:pt x="41518" y="1"/>
                    <a:pt x="41067" y="1"/>
                  </a:cubicBezTo>
                  <a:cubicBezTo>
                    <a:pt x="40618" y="1"/>
                    <a:pt x="40160" y="1"/>
                    <a:pt x="39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4154047" y="2288006"/>
              <a:ext cx="1601973" cy="257445"/>
            </a:xfrm>
            <a:custGeom>
              <a:avLst/>
              <a:gdLst/>
              <a:ahLst/>
              <a:cxnLst/>
              <a:rect l="l" t="t" r="r" b="b"/>
              <a:pathLst>
                <a:path w="82163" h="13204" extrusionOk="0">
                  <a:moveTo>
                    <a:pt x="217" y="1"/>
                  </a:moveTo>
                  <a:cubicBezTo>
                    <a:pt x="54" y="1005"/>
                    <a:pt x="0" y="2007"/>
                    <a:pt x="0" y="2928"/>
                  </a:cubicBezTo>
                  <a:cubicBezTo>
                    <a:pt x="0" y="10356"/>
                    <a:pt x="3633" y="11577"/>
                    <a:pt x="6912" y="12308"/>
                  </a:cubicBezTo>
                  <a:cubicBezTo>
                    <a:pt x="9948" y="13013"/>
                    <a:pt x="23718" y="13203"/>
                    <a:pt x="41067" y="13203"/>
                  </a:cubicBezTo>
                  <a:cubicBezTo>
                    <a:pt x="58444" y="13203"/>
                    <a:pt x="72187" y="13013"/>
                    <a:pt x="75251" y="12308"/>
                  </a:cubicBezTo>
                  <a:cubicBezTo>
                    <a:pt x="78530" y="11577"/>
                    <a:pt x="82163" y="10356"/>
                    <a:pt x="82163" y="2928"/>
                  </a:cubicBezTo>
                  <a:cubicBezTo>
                    <a:pt x="82163" y="2007"/>
                    <a:pt x="82082" y="1031"/>
                    <a:pt x="81946" y="1"/>
                  </a:cubicBezTo>
                  <a:cubicBezTo>
                    <a:pt x="81946" y="1"/>
                    <a:pt x="71456" y="8242"/>
                    <a:pt x="41067" y="8242"/>
                  </a:cubicBezTo>
                  <a:cubicBezTo>
                    <a:pt x="10707" y="8242"/>
                    <a:pt x="217" y="1"/>
                    <a:pt x="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4765020" y="2049122"/>
              <a:ext cx="359924" cy="227282"/>
            </a:xfrm>
            <a:custGeom>
              <a:avLst/>
              <a:gdLst/>
              <a:ahLst/>
              <a:cxnLst/>
              <a:rect l="l" t="t" r="r" b="b"/>
              <a:pathLst>
                <a:path w="18460" h="11657" extrusionOk="0">
                  <a:moveTo>
                    <a:pt x="2007" y="0"/>
                  </a:moveTo>
                  <a:cubicBezTo>
                    <a:pt x="894" y="0"/>
                    <a:pt x="1" y="922"/>
                    <a:pt x="1" y="2006"/>
                  </a:cubicBezTo>
                  <a:lnTo>
                    <a:pt x="1" y="9650"/>
                  </a:lnTo>
                  <a:cubicBezTo>
                    <a:pt x="1" y="10763"/>
                    <a:pt x="894" y="11656"/>
                    <a:pt x="2007" y="11656"/>
                  </a:cubicBezTo>
                  <a:lnTo>
                    <a:pt x="16454" y="11656"/>
                  </a:lnTo>
                  <a:cubicBezTo>
                    <a:pt x="17538" y="11656"/>
                    <a:pt x="18460" y="10763"/>
                    <a:pt x="18460" y="9650"/>
                  </a:cubicBezTo>
                  <a:lnTo>
                    <a:pt x="18460" y="2006"/>
                  </a:lnTo>
                  <a:cubicBezTo>
                    <a:pt x="18460" y="922"/>
                    <a:pt x="17538" y="0"/>
                    <a:pt x="164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4764475" y="2049122"/>
              <a:ext cx="360470" cy="227828"/>
            </a:xfrm>
            <a:custGeom>
              <a:avLst/>
              <a:gdLst/>
              <a:ahLst/>
              <a:cxnLst/>
              <a:rect l="l" t="t" r="r" b="b"/>
              <a:pathLst>
                <a:path w="18488" h="11685" extrusionOk="0">
                  <a:moveTo>
                    <a:pt x="16482" y="28"/>
                  </a:moveTo>
                  <a:cubicBezTo>
                    <a:pt x="17024" y="28"/>
                    <a:pt x="17512" y="245"/>
                    <a:pt x="17866" y="596"/>
                  </a:cubicBezTo>
                  <a:cubicBezTo>
                    <a:pt x="18245" y="976"/>
                    <a:pt x="18462" y="1464"/>
                    <a:pt x="18462" y="2006"/>
                  </a:cubicBezTo>
                  <a:lnTo>
                    <a:pt x="18462" y="9650"/>
                  </a:lnTo>
                  <a:cubicBezTo>
                    <a:pt x="18462" y="10193"/>
                    <a:pt x="18245" y="10681"/>
                    <a:pt x="17866" y="11060"/>
                  </a:cubicBezTo>
                  <a:cubicBezTo>
                    <a:pt x="17512" y="11414"/>
                    <a:pt x="17024" y="11630"/>
                    <a:pt x="16482" y="11630"/>
                  </a:cubicBezTo>
                  <a:lnTo>
                    <a:pt x="2035" y="11630"/>
                  </a:lnTo>
                  <a:cubicBezTo>
                    <a:pt x="1492" y="11630"/>
                    <a:pt x="1005" y="11414"/>
                    <a:pt x="625" y="11060"/>
                  </a:cubicBezTo>
                  <a:cubicBezTo>
                    <a:pt x="272" y="10681"/>
                    <a:pt x="55" y="10193"/>
                    <a:pt x="55" y="9650"/>
                  </a:cubicBezTo>
                  <a:lnTo>
                    <a:pt x="55" y="2006"/>
                  </a:lnTo>
                  <a:cubicBezTo>
                    <a:pt x="55" y="1464"/>
                    <a:pt x="272" y="976"/>
                    <a:pt x="625" y="596"/>
                  </a:cubicBezTo>
                  <a:cubicBezTo>
                    <a:pt x="1005" y="245"/>
                    <a:pt x="1492" y="28"/>
                    <a:pt x="2035" y="28"/>
                  </a:cubicBezTo>
                  <a:close/>
                  <a:moveTo>
                    <a:pt x="2035" y="0"/>
                  </a:moveTo>
                  <a:cubicBezTo>
                    <a:pt x="922" y="0"/>
                    <a:pt x="0" y="896"/>
                    <a:pt x="0" y="2006"/>
                  </a:cubicBezTo>
                  <a:lnTo>
                    <a:pt x="0" y="9650"/>
                  </a:lnTo>
                  <a:cubicBezTo>
                    <a:pt x="0" y="10763"/>
                    <a:pt x="922" y="11685"/>
                    <a:pt x="2035" y="11685"/>
                  </a:cubicBezTo>
                  <a:lnTo>
                    <a:pt x="16482" y="11685"/>
                  </a:lnTo>
                  <a:cubicBezTo>
                    <a:pt x="17594" y="11685"/>
                    <a:pt x="18488" y="10763"/>
                    <a:pt x="18488" y="9650"/>
                  </a:cubicBezTo>
                  <a:lnTo>
                    <a:pt x="18488" y="2006"/>
                  </a:lnTo>
                  <a:cubicBezTo>
                    <a:pt x="18488" y="896"/>
                    <a:pt x="17594" y="0"/>
                    <a:pt x="16482" y="0"/>
                  </a:cubicBezTo>
                  <a:close/>
                </a:path>
              </a:pathLst>
            </a:custGeom>
            <a:solidFill>
              <a:srgbClr val="157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4603289" y="1464782"/>
              <a:ext cx="690796" cy="437017"/>
            </a:xfrm>
            <a:custGeom>
              <a:avLst/>
              <a:gdLst/>
              <a:ahLst/>
              <a:cxnLst/>
              <a:rect l="l" t="t" r="r" b="b"/>
              <a:pathLst>
                <a:path w="35430" h="22414" extrusionOk="0">
                  <a:moveTo>
                    <a:pt x="17438" y="1"/>
                  </a:moveTo>
                  <a:cubicBezTo>
                    <a:pt x="15073" y="1"/>
                    <a:pt x="12732" y="413"/>
                    <a:pt x="10653" y="1236"/>
                  </a:cubicBezTo>
                  <a:cubicBezTo>
                    <a:pt x="6045" y="3053"/>
                    <a:pt x="3037" y="7091"/>
                    <a:pt x="1519" y="11728"/>
                  </a:cubicBezTo>
                  <a:cubicBezTo>
                    <a:pt x="543" y="14601"/>
                    <a:pt x="1" y="17800"/>
                    <a:pt x="81" y="20862"/>
                  </a:cubicBezTo>
                  <a:cubicBezTo>
                    <a:pt x="100" y="21368"/>
                    <a:pt x="1275" y="21670"/>
                    <a:pt x="2056" y="21670"/>
                  </a:cubicBezTo>
                  <a:cubicBezTo>
                    <a:pt x="2446" y="21670"/>
                    <a:pt x="2737" y="21595"/>
                    <a:pt x="2737" y="21432"/>
                  </a:cubicBezTo>
                  <a:cubicBezTo>
                    <a:pt x="2549" y="15169"/>
                    <a:pt x="4663" y="7716"/>
                    <a:pt x="9840" y="3838"/>
                  </a:cubicBezTo>
                  <a:cubicBezTo>
                    <a:pt x="12234" y="2042"/>
                    <a:pt x="15445" y="1024"/>
                    <a:pt x="18597" y="1024"/>
                  </a:cubicBezTo>
                  <a:cubicBezTo>
                    <a:pt x="20868" y="1024"/>
                    <a:pt x="23109" y="1553"/>
                    <a:pt x="24994" y="2700"/>
                  </a:cubicBezTo>
                  <a:cubicBezTo>
                    <a:pt x="28761" y="5005"/>
                    <a:pt x="30713" y="9288"/>
                    <a:pt x="31608" y="13463"/>
                  </a:cubicBezTo>
                  <a:cubicBezTo>
                    <a:pt x="32176" y="16091"/>
                    <a:pt x="32448" y="18910"/>
                    <a:pt x="32231" y="21595"/>
                  </a:cubicBezTo>
                  <a:cubicBezTo>
                    <a:pt x="32194" y="22073"/>
                    <a:pt x="33406" y="22414"/>
                    <a:pt x="34205" y="22414"/>
                  </a:cubicBezTo>
                  <a:cubicBezTo>
                    <a:pt x="34584" y="22414"/>
                    <a:pt x="34870" y="22337"/>
                    <a:pt x="34887" y="22163"/>
                  </a:cubicBezTo>
                  <a:cubicBezTo>
                    <a:pt x="35429" y="15440"/>
                    <a:pt x="33586" y="7145"/>
                    <a:pt x="27813" y="3053"/>
                  </a:cubicBezTo>
                  <a:cubicBezTo>
                    <a:pt x="24915" y="1016"/>
                    <a:pt x="21148" y="1"/>
                    <a:pt x="17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4566302" y="1877369"/>
              <a:ext cx="74013" cy="667029"/>
            </a:xfrm>
            <a:custGeom>
              <a:avLst/>
              <a:gdLst/>
              <a:ahLst/>
              <a:cxnLst/>
              <a:rect l="l" t="t" r="r" b="b"/>
              <a:pathLst>
                <a:path w="3796" h="34211" extrusionOk="0">
                  <a:moveTo>
                    <a:pt x="0" y="0"/>
                  </a:moveTo>
                  <a:lnTo>
                    <a:pt x="0" y="34210"/>
                  </a:lnTo>
                  <a:lnTo>
                    <a:pt x="3795" y="34210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4640295" y="1877369"/>
              <a:ext cx="37006" cy="667029"/>
            </a:xfrm>
            <a:custGeom>
              <a:avLst/>
              <a:gdLst/>
              <a:ahLst/>
              <a:cxnLst/>
              <a:rect l="l" t="t" r="r" b="b"/>
              <a:pathLst>
                <a:path w="1898" h="34211" extrusionOk="0">
                  <a:moveTo>
                    <a:pt x="0" y="0"/>
                  </a:moveTo>
                  <a:lnTo>
                    <a:pt x="0" y="34210"/>
                  </a:lnTo>
                  <a:lnTo>
                    <a:pt x="1898" y="34210"/>
                  </a:lnTo>
                  <a:lnTo>
                    <a:pt x="1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4524519" y="1864676"/>
              <a:ext cx="198251" cy="131608"/>
            </a:xfrm>
            <a:custGeom>
              <a:avLst/>
              <a:gdLst/>
              <a:ahLst/>
              <a:cxnLst/>
              <a:rect l="l" t="t" r="r" b="b"/>
              <a:pathLst>
                <a:path w="10168" h="6750" extrusionOk="0">
                  <a:moveTo>
                    <a:pt x="7619" y="1274"/>
                  </a:moveTo>
                  <a:cubicBezTo>
                    <a:pt x="8324" y="1274"/>
                    <a:pt x="8892" y="1844"/>
                    <a:pt x="8892" y="2549"/>
                  </a:cubicBezTo>
                  <a:lnTo>
                    <a:pt x="8892" y="4201"/>
                  </a:lnTo>
                  <a:cubicBezTo>
                    <a:pt x="8892" y="4906"/>
                    <a:pt x="8324" y="5476"/>
                    <a:pt x="7619" y="5476"/>
                  </a:cubicBezTo>
                  <a:lnTo>
                    <a:pt x="2549" y="5476"/>
                  </a:lnTo>
                  <a:cubicBezTo>
                    <a:pt x="1844" y="5476"/>
                    <a:pt x="1276" y="4906"/>
                    <a:pt x="1276" y="4201"/>
                  </a:cubicBezTo>
                  <a:lnTo>
                    <a:pt x="1276" y="2549"/>
                  </a:lnTo>
                  <a:cubicBezTo>
                    <a:pt x="1276" y="1844"/>
                    <a:pt x="1844" y="1274"/>
                    <a:pt x="2549" y="1274"/>
                  </a:cubicBezTo>
                  <a:close/>
                  <a:moveTo>
                    <a:pt x="2549" y="1"/>
                  </a:moveTo>
                  <a:cubicBezTo>
                    <a:pt x="1139" y="1"/>
                    <a:pt x="1" y="1139"/>
                    <a:pt x="1" y="2549"/>
                  </a:cubicBezTo>
                  <a:lnTo>
                    <a:pt x="1" y="4201"/>
                  </a:lnTo>
                  <a:cubicBezTo>
                    <a:pt x="1" y="5611"/>
                    <a:pt x="1139" y="6749"/>
                    <a:pt x="2549" y="6749"/>
                  </a:cubicBezTo>
                  <a:lnTo>
                    <a:pt x="7619" y="6749"/>
                  </a:lnTo>
                  <a:cubicBezTo>
                    <a:pt x="9029" y="6749"/>
                    <a:pt x="10167" y="5611"/>
                    <a:pt x="10167" y="4201"/>
                  </a:cubicBezTo>
                  <a:lnTo>
                    <a:pt x="10167" y="2549"/>
                  </a:lnTo>
                  <a:cubicBezTo>
                    <a:pt x="10167" y="1139"/>
                    <a:pt x="9029" y="1"/>
                    <a:pt x="76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5249163" y="1877369"/>
              <a:ext cx="74519" cy="667029"/>
            </a:xfrm>
            <a:custGeom>
              <a:avLst/>
              <a:gdLst/>
              <a:ahLst/>
              <a:cxnLst/>
              <a:rect l="l" t="t" r="r" b="b"/>
              <a:pathLst>
                <a:path w="3822" h="34211" extrusionOk="0">
                  <a:moveTo>
                    <a:pt x="0" y="0"/>
                  </a:moveTo>
                  <a:lnTo>
                    <a:pt x="0" y="34210"/>
                  </a:lnTo>
                  <a:lnTo>
                    <a:pt x="3821" y="34210"/>
                  </a:lnTo>
                  <a:lnTo>
                    <a:pt x="38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211611" y="1877369"/>
              <a:ext cx="37572" cy="667029"/>
            </a:xfrm>
            <a:custGeom>
              <a:avLst/>
              <a:gdLst/>
              <a:ahLst/>
              <a:cxnLst/>
              <a:rect l="l" t="t" r="r" b="b"/>
              <a:pathLst>
                <a:path w="1927" h="34211" extrusionOk="0">
                  <a:moveTo>
                    <a:pt x="1" y="0"/>
                  </a:moveTo>
                  <a:lnTo>
                    <a:pt x="1" y="34210"/>
                  </a:lnTo>
                  <a:lnTo>
                    <a:pt x="1926" y="34210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5167215" y="1864676"/>
              <a:ext cx="198231" cy="131608"/>
            </a:xfrm>
            <a:custGeom>
              <a:avLst/>
              <a:gdLst/>
              <a:ahLst/>
              <a:cxnLst/>
              <a:rect l="l" t="t" r="r" b="b"/>
              <a:pathLst>
                <a:path w="10167" h="6750" extrusionOk="0">
                  <a:moveTo>
                    <a:pt x="7619" y="1274"/>
                  </a:moveTo>
                  <a:cubicBezTo>
                    <a:pt x="8324" y="1274"/>
                    <a:pt x="8892" y="1844"/>
                    <a:pt x="8892" y="2549"/>
                  </a:cubicBezTo>
                  <a:lnTo>
                    <a:pt x="8892" y="4201"/>
                  </a:lnTo>
                  <a:cubicBezTo>
                    <a:pt x="8892" y="4906"/>
                    <a:pt x="8324" y="5476"/>
                    <a:pt x="7619" y="5476"/>
                  </a:cubicBezTo>
                  <a:lnTo>
                    <a:pt x="2523" y="5476"/>
                  </a:lnTo>
                  <a:cubicBezTo>
                    <a:pt x="1844" y="5476"/>
                    <a:pt x="1276" y="4906"/>
                    <a:pt x="1276" y="4201"/>
                  </a:cubicBezTo>
                  <a:lnTo>
                    <a:pt x="1276" y="2549"/>
                  </a:lnTo>
                  <a:cubicBezTo>
                    <a:pt x="1276" y="1844"/>
                    <a:pt x="1844" y="1274"/>
                    <a:pt x="2523" y="1274"/>
                  </a:cubicBezTo>
                  <a:close/>
                  <a:moveTo>
                    <a:pt x="2523" y="1"/>
                  </a:moveTo>
                  <a:cubicBezTo>
                    <a:pt x="1139" y="1"/>
                    <a:pt x="1" y="1139"/>
                    <a:pt x="1" y="2549"/>
                  </a:cubicBezTo>
                  <a:lnTo>
                    <a:pt x="1" y="4201"/>
                  </a:lnTo>
                  <a:cubicBezTo>
                    <a:pt x="1" y="5611"/>
                    <a:pt x="1139" y="6749"/>
                    <a:pt x="2523" y="6749"/>
                  </a:cubicBezTo>
                  <a:lnTo>
                    <a:pt x="7619" y="6749"/>
                  </a:lnTo>
                  <a:cubicBezTo>
                    <a:pt x="9029" y="6749"/>
                    <a:pt x="10167" y="5611"/>
                    <a:pt x="10167" y="4201"/>
                  </a:cubicBezTo>
                  <a:lnTo>
                    <a:pt x="10167" y="2549"/>
                  </a:lnTo>
                  <a:cubicBezTo>
                    <a:pt x="10167" y="1139"/>
                    <a:pt x="9029" y="1"/>
                    <a:pt x="76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20"/>
          <p:cNvGrpSpPr/>
          <p:nvPr/>
        </p:nvGrpSpPr>
        <p:grpSpPr>
          <a:xfrm>
            <a:off x="4817498" y="3046273"/>
            <a:ext cx="3697639" cy="1315320"/>
            <a:chOff x="4972298" y="3789899"/>
            <a:chExt cx="1296000" cy="742464"/>
          </a:xfrm>
        </p:grpSpPr>
        <p:sp>
          <p:nvSpPr>
            <p:cNvPr id="321" name="Google Shape;321;p20"/>
            <p:cNvSpPr txBox="1"/>
            <p:nvPr/>
          </p:nvSpPr>
          <p:spPr>
            <a:xfrm>
              <a:off x="4972298" y="3789899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Assigned Roles &amp; Better Rewards</a:t>
              </a:r>
              <a:endParaRPr sz="18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2" name="Google Shape;322;p20"/>
            <p:cNvSpPr txBox="1"/>
            <p:nvPr/>
          </p:nvSpPr>
          <p:spPr>
            <a:xfrm>
              <a:off x="4972298" y="4090164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Assigning roles for agents, such as midfielder, striker, goalkeeper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Adding rewards fo</a:t>
              </a: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r blocking an incoming shot at goal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574263" y="3046274"/>
            <a:ext cx="3697639" cy="1315305"/>
            <a:chOff x="2883448" y="3789897"/>
            <a:chExt cx="1296000" cy="742455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883448" y="3789897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Power-Ups</a:t>
              </a:r>
              <a:endParaRPr sz="1800" dirty="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2883448" y="4090152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A big change to the environment: adding powerups that increase team speed, adds a temporary wall to own goal, etc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occer Infographics by Slidesgo">
  <a:themeElements>
    <a:clrScheme name="Simple Light">
      <a:dk1>
        <a:srgbClr val="000000"/>
      </a:dk1>
      <a:lt1>
        <a:srgbClr val="49BA49"/>
      </a:lt1>
      <a:dk2>
        <a:srgbClr val="F9D93D"/>
      </a:dk2>
      <a:lt2>
        <a:srgbClr val="FFAB6D"/>
      </a:lt2>
      <a:accent1>
        <a:srgbClr val="E8E3D9"/>
      </a:accent1>
      <a:accent2>
        <a:srgbClr val="CC0000"/>
      </a:accent2>
      <a:accent3>
        <a:srgbClr val="8A4F07"/>
      </a:accent3>
      <a:accent4>
        <a:srgbClr val="EFEFE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otball Field Backgrounds by Slidesgo">
  <a:themeElements>
    <a:clrScheme name="Simple Light">
      <a:dk1>
        <a:srgbClr val="334F86"/>
      </a:dk1>
      <a:lt1>
        <a:srgbClr val="0E0F21"/>
      </a:lt1>
      <a:dk2>
        <a:srgbClr val="FFFFFF"/>
      </a:dk2>
      <a:lt2>
        <a:srgbClr val="000000"/>
      </a:lt2>
      <a:accent1>
        <a:srgbClr val="80BE4B"/>
      </a:accent1>
      <a:accent2>
        <a:srgbClr val="75B23A"/>
      </a:accent2>
      <a:accent3>
        <a:srgbClr val="C43E54"/>
      </a:accent3>
      <a:accent4>
        <a:srgbClr val="FFCD00"/>
      </a:accent4>
      <a:accent5>
        <a:srgbClr val="E2E2E2"/>
      </a:accent5>
      <a:accent6>
        <a:srgbClr val="90919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270</Words>
  <Application>Microsoft Office PowerPoint</Application>
  <PresentationFormat>On-screen Show (16:9)</PresentationFormat>
  <Paragraphs>64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Red Hat Text</vt:lpstr>
      <vt:lpstr>Fira Sans Extra Condensed</vt:lpstr>
      <vt:lpstr>Nunito Light</vt:lpstr>
      <vt:lpstr>Fira Sans Extra Condensed SemiBold</vt:lpstr>
      <vt:lpstr>Bebas Neue</vt:lpstr>
      <vt:lpstr>Squada One</vt:lpstr>
      <vt:lpstr>Roboto</vt:lpstr>
      <vt:lpstr>Roboto Condensed Light</vt:lpstr>
      <vt:lpstr>Soccer Infographics by Slidesgo</vt:lpstr>
      <vt:lpstr>Football Field Backgrounds by Slidesgo</vt:lpstr>
      <vt:lpstr>Multi-Agent Reinforcement Learning</vt:lpstr>
      <vt:lpstr>Common RL Algorithms</vt:lpstr>
      <vt:lpstr>MARL Types</vt:lpstr>
      <vt:lpstr>SoccerFours</vt:lpstr>
      <vt:lpstr>Environment</vt:lpstr>
      <vt:lpstr>Quality of Life Improvements</vt:lpstr>
      <vt:lpstr>Environment Changes</vt:lpstr>
      <vt:lpstr>Rewards</vt:lpstr>
      <vt:lpstr>PowerPoint Presentation</vt:lpstr>
      <vt:lpstr>Training Timeline</vt:lpstr>
      <vt:lpstr>Planned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Awacs Bloom</cp:lastModifiedBy>
  <cp:revision>16</cp:revision>
  <dcterms:modified xsi:type="dcterms:W3CDTF">2025-03-07T08:53:27Z</dcterms:modified>
</cp:coreProperties>
</file>